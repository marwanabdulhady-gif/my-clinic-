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4"/>
    <p:sldMasterId id="2147483744" r:id="rId5"/>
    <p:sldMasterId id="2147483763" r:id="rId6"/>
    <p:sldMasterId id="2147483756" r:id="rId7"/>
    <p:sldMasterId id="2147483797" r:id="rId8"/>
    <p:sldMasterId id="2147483804" r:id="rId9"/>
  </p:sldMasterIdLst>
  <p:notesMasterIdLst>
    <p:notesMasterId r:id="rId16"/>
  </p:notesMasterIdLst>
  <p:handoutMasterIdLst>
    <p:handoutMasterId r:id="rId17"/>
  </p:handoutMasterIdLst>
  <p:sldIdLst>
    <p:sldId id="2147375005" r:id="rId10"/>
    <p:sldId id="2147375113" r:id="rId11"/>
    <p:sldId id="2147375108" r:id="rId12"/>
    <p:sldId id="2147375110" r:id="rId13"/>
    <p:sldId id="2147375111" r:id="rId14"/>
    <p:sldId id="2147375112" r:id="rId15"/>
  </p:sldIdLst>
  <p:sldSz cx="21031200" cy="13716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qas Piracha" initials="WP" lastIdx="1" clrIdx="0">
    <p:extLst>
      <p:ext uri="{19B8F6BF-5375-455C-9EA6-DF929625EA0E}">
        <p15:presenceInfo xmlns:p15="http://schemas.microsoft.com/office/powerpoint/2012/main" userId="57ca81a8fa76fc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FF4"/>
    <a:srgbClr val="BFE0E3"/>
    <a:srgbClr val="E2CFF2"/>
    <a:srgbClr val="FF9933"/>
    <a:srgbClr val="FFEAD5"/>
    <a:srgbClr val="DAEFC3"/>
    <a:srgbClr val="BDFFDB"/>
    <a:srgbClr val="64B5BC"/>
    <a:srgbClr val="E7E8EA"/>
    <a:srgbClr val="C8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1EEF5-B4CD-4098-8842-94E7C214D405}" v="95" dt="2026-03-04T22:18:20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 autoAdjust="0"/>
    <p:restoredTop sz="96106" autoAdjust="0"/>
  </p:normalViewPr>
  <p:slideViewPr>
    <p:cSldViewPr snapToGrid="0">
      <p:cViewPr varScale="1">
        <p:scale>
          <a:sx n="52" d="100"/>
          <a:sy n="52" d="100"/>
        </p:scale>
        <p:origin x="193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Muzaffar" userId="810b0563-a878-4a3e-ba9d-2a966205813a" providerId="ADAL" clId="{B11A062C-5257-4976-A129-3CF8AF646D76}"/>
    <pc:docChg chg="undo custSel addSld delSld modSld sldOrd">
      <pc:chgData name="Ahmed Muzaffar" userId="810b0563-a878-4a3e-ba9d-2a966205813a" providerId="ADAL" clId="{B11A062C-5257-4976-A129-3CF8AF646D76}" dt="2026-03-04T22:18:24.524" v="763" actId="1076"/>
      <pc:docMkLst>
        <pc:docMk/>
      </pc:docMkLst>
      <pc:sldChg chg="modSp mod">
        <pc:chgData name="Ahmed Muzaffar" userId="810b0563-a878-4a3e-ba9d-2a966205813a" providerId="ADAL" clId="{B11A062C-5257-4976-A129-3CF8AF646D76}" dt="2026-03-04T22:17:28.746" v="747" actId="20577"/>
        <pc:sldMkLst>
          <pc:docMk/>
          <pc:sldMk cId="2814648674" sldId="2147375005"/>
        </pc:sldMkLst>
        <pc:spChg chg="mod">
          <ac:chgData name="Ahmed Muzaffar" userId="810b0563-a878-4a3e-ba9d-2a966205813a" providerId="ADAL" clId="{B11A062C-5257-4976-A129-3CF8AF646D76}" dt="2026-03-04T22:17:28.746" v="747" actId="20577"/>
          <ac:spMkLst>
            <pc:docMk/>
            <pc:sldMk cId="2814648674" sldId="2147375005"/>
            <ac:spMk id="2" creationId="{1533100C-60A3-5D65-496C-CE3B4BC1C476}"/>
          </ac:spMkLst>
        </pc:spChg>
      </pc:sldChg>
      <pc:sldChg chg="del">
        <pc:chgData name="Ahmed Muzaffar" userId="810b0563-a878-4a3e-ba9d-2a966205813a" providerId="ADAL" clId="{B11A062C-5257-4976-A129-3CF8AF646D76}" dt="2026-03-04T13:19:33.854" v="174" actId="2696"/>
        <pc:sldMkLst>
          <pc:docMk/>
          <pc:sldMk cId="4187392525" sldId="2147375107"/>
        </pc:sldMkLst>
      </pc:sldChg>
      <pc:sldChg chg="addSp delSp modSp mod">
        <pc:chgData name="Ahmed Muzaffar" userId="810b0563-a878-4a3e-ba9d-2a966205813a" providerId="ADAL" clId="{B11A062C-5257-4976-A129-3CF8AF646D76}" dt="2026-03-04T13:23:04.960" v="202" actId="1076"/>
        <pc:sldMkLst>
          <pc:docMk/>
          <pc:sldMk cId="747541739" sldId="2147375108"/>
        </pc:sldMkLst>
        <pc:spChg chg="add 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27" creationId="{66E54B2A-DC71-528E-97E2-DA7F0C2BD62F}"/>
          </ac:spMkLst>
        </pc:spChg>
        <pc:spChg chg="add 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28" creationId="{4332A4E8-5116-6C94-6F9D-BAC5EDC0E8D7}"/>
          </ac:spMkLst>
        </pc:spChg>
        <pc:spChg chg="add del mod">
          <ac:chgData name="Ahmed Muzaffar" userId="810b0563-a878-4a3e-ba9d-2a966205813a" providerId="ADAL" clId="{B11A062C-5257-4976-A129-3CF8AF646D76}" dt="2026-03-04T13:14:28.244" v="111" actId="478"/>
          <ac:spMkLst>
            <pc:docMk/>
            <pc:sldMk cId="747541739" sldId="2147375108"/>
            <ac:spMk id="40" creationId="{AE4FA780-1A6C-0164-EDD1-D91CFBF0EF31}"/>
          </ac:spMkLst>
        </pc:spChg>
        <pc:spChg chg="add mod">
          <ac:chgData name="Ahmed Muzaffar" userId="810b0563-a878-4a3e-ba9d-2a966205813a" providerId="ADAL" clId="{B11A062C-5257-4976-A129-3CF8AF646D76}" dt="2026-03-04T13:14:23.997" v="110" actId="1076"/>
          <ac:spMkLst>
            <pc:docMk/>
            <pc:sldMk cId="747541739" sldId="2147375108"/>
            <ac:spMk id="41" creationId="{29923BDF-7C22-0664-4395-9B41E286DDFD}"/>
          </ac:spMkLst>
        </pc:spChg>
        <pc:spChg chg="mod">
          <ac:chgData name="Ahmed Muzaffar" userId="810b0563-a878-4a3e-ba9d-2a966205813a" providerId="ADAL" clId="{B11A062C-5257-4976-A129-3CF8AF646D76}" dt="2026-03-04T13:21:33.350" v="176" actId="20577"/>
          <ac:spMkLst>
            <pc:docMk/>
            <pc:sldMk cId="747541739" sldId="2147375108"/>
            <ac:spMk id="45" creationId="{97A7CAD9-7DE3-4AAB-CDB4-668EF518D46B}"/>
          </ac:spMkLst>
        </pc:spChg>
        <pc:spChg chg="mod">
          <ac:chgData name="Ahmed Muzaffar" userId="810b0563-a878-4a3e-ba9d-2a966205813a" providerId="ADAL" clId="{B11A062C-5257-4976-A129-3CF8AF646D76}" dt="2026-03-04T13:21:39.360" v="177" actId="20577"/>
          <ac:spMkLst>
            <pc:docMk/>
            <pc:sldMk cId="747541739" sldId="2147375108"/>
            <ac:spMk id="48" creationId="{5D12CBDE-60C6-E38C-DB56-1CBAE9FC233B}"/>
          </ac:spMkLst>
        </pc:spChg>
        <pc:spChg chg="add mod">
          <ac:chgData name="Ahmed Muzaffar" userId="810b0563-a878-4a3e-ba9d-2a966205813a" providerId="ADAL" clId="{B11A062C-5257-4976-A129-3CF8AF646D76}" dt="2026-03-04T13:15:02.118" v="127" actId="20577"/>
          <ac:spMkLst>
            <pc:docMk/>
            <pc:sldMk cId="747541739" sldId="2147375108"/>
            <ac:spMk id="49" creationId="{A5E8A988-6F34-61B2-9CFA-B1627C22FE99}"/>
          </ac:spMkLst>
        </pc:spChg>
        <pc:spChg chg="mod">
          <ac:chgData name="Ahmed Muzaffar" userId="810b0563-a878-4a3e-ba9d-2a966205813a" providerId="ADAL" clId="{B11A062C-5257-4976-A129-3CF8AF646D76}" dt="2026-03-04T13:12:41.183" v="106" actId="1037"/>
          <ac:spMkLst>
            <pc:docMk/>
            <pc:sldMk cId="747541739" sldId="2147375108"/>
            <ac:spMk id="50" creationId="{697C0D25-6AA3-D2E9-4891-32E617920C93}"/>
          </ac:spMkLst>
        </pc:spChg>
        <pc:spChg chg="mod">
          <ac:chgData name="Ahmed Muzaffar" userId="810b0563-a878-4a3e-ba9d-2a966205813a" providerId="ADAL" clId="{B11A062C-5257-4976-A129-3CF8AF646D76}" dt="2026-03-04T13:12:41.183" v="106" actId="1037"/>
          <ac:spMkLst>
            <pc:docMk/>
            <pc:sldMk cId="747541739" sldId="2147375108"/>
            <ac:spMk id="52" creationId="{D86A3EB2-391B-337F-749C-039C8417E58F}"/>
          </ac:spMkLst>
        </pc:spChg>
        <pc:spChg chg="mod">
          <ac:chgData name="Ahmed Muzaffar" userId="810b0563-a878-4a3e-ba9d-2a966205813a" providerId="ADAL" clId="{B11A062C-5257-4976-A129-3CF8AF646D76}" dt="2026-03-04T13:12:41.183" v="106" actId="1037"/>
          <ac:spMkLst>
            <pc:docMk/>
            <pc:sldMk cId="747541739" sldId="2147375108"/>
            <ac:spMk id="53" creationId="{3434B5AE-556D-EAB8-B74F-1FBA87744C46}"/>
          </ac:spMkLst>
        </pc:spChg>
        <pc:spChg chg="add mod">
          <ac:chgData name="Ahmed Muzaffar" userId="810b0563-a878-4a3e-ba9d-2a966205813a" providerId="ADAL" clId="{B11A062C-5257-4976-A129-3CF8AF646D76}" dt="2026-03-04T13:14:40.394" v="113" actId="1076"/>
          <ac:spMkLst>
            <pc:docMk/>
            <pc:sldMk cId="747541739" sldId="2147375108"/>
            <ac:spMk id="56" creationId="{369C37C5-E870-DD18-07ED-3089FD178AA1}"/>
          </ac:spMkLst>
        </pc:spChg>
        <pc:spChg chg="mod">
          <ac:chgData name="Ahmed Muzaffar" userId="810b0563-a878-4a3e-ba9d-2a966205813a" providerId="ADAL" clId="{B11A062C-5257-4976-A129-3CF8AF646D76}" dt="2026-03-04T13:22:46.242" v="199" actId="255"/>
          <ac:spMkLst>
            <pc:docMk/>
            <pc:sldMk cId="747541739" sldId="2147375108"/>
            <ac:spMk id="57" creationId="{38B64D41-FC0F-33EB-27C6-69AE2B2FFBD9}"/>
          </ac:spMkLst>
        </pc:spChg>
        <pc:spChg chg="add mod">
          <ac:chgData name="Ahmed Muzaffar" userId="810b0563-a878-4a3e-ba9d-2a966205813a" providerId="ADAL" clId="{B11A062C-5257-4976-A129-3CF8AF646D76}" dt="2026-03-04T13:14:50.397" v="119" actId="20577"/>
          <ac:spMkLst>
            <pc:docMk/>
            <pc:sldMk cId="747541739" sldId="2147375108"/>
            <ac:spMk id="58" creationId="{70BA83D6-4718-E405-5F4B-B5EF5C96CF84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63" creationId="{B80DD0AF-E4CE-6BBB-207B-B11FF675CF67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64" creationId="{FEC81CC6-0271-069E-3BA0-17B1EDC6E9F3}"/>
          </ac:spMkLst>
        </pc:spChg>
        <pc:spChg chg="mod">
          <ac:chgData name="Ahmed Muzaffar" userId="810b0563-a878-4a3e-ba9d-2a966205813a" providerId="ADAL" clId="{B11A062C-5257-4976-A129-3CF8AF646D76}" dt="2026-03-04T13:12:00.765" v="92" actId="1076"/>
          <ac:spMkLst>
            <pc:docMk/>
            <pc:sldMk cId="747541739" sldId="2147375108"/>
            <ac:spMk id="65" creationId="{4C3D3BDC-4D26-0219-9373-57C7843B2559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67" creationId="{7E32B139-03D5-6755-41DA-C26C270CFD47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70" creationId="{BC5D9744-F907-3A7E-FA17-D4284EA738B0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71" creationId="{AFACF97C-A618-07FC-2412-0AE20D721A29}"/>
          </ac:spMkLst>
        </pc:spChg>
        <pc:spChg chg="mod">
          <ac:chgData name="Ahmed Muzaffar" userId="810b0563-a878-4a3e-ba9d-2a966205813a" providerId="ADAL" clId="{B11A062C-5257-4976-A129-3CF8AF646D76}" dt="2026-03-04T13:09:13.403" v="82" actId="1076"/>
          <ac:spMkLst>
            <pc:docMk/>
            <pc:sldMk cId="747541739" sldId="2147375108"/>
            <ac:spMk id="74" creationId="{78EFE068-965D-78FF-685C-7C1985CB0EF0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75" creationId="{1E54256D-8382-7150-DB96-ECA61DAE88AC}"/>
          </ac:spMkLst>
        </pc:spChg>
        <pc:spChg chg="del mod">
          <ac:chgData name="Ahmed Muzaffar" userId="810b0563-a878-4a3e-ba9d-2a966205813a" providerId="ADAL" clId="{B11A062C-5257-4976-A129-3CF8AF646D76}" dt="2026-03-04T13:08:32.110" v="75" actId="478"/>
          <ac:spMkLst>
            <pc:docMk/>
            <pc:sldMk cId="747541739" sldId="2147375108"/>
            <ac:spMk id="76" creationId="{4D2EC24D-E05C-36F0-7F6C-99547F3117FB}"/>
          </ac:spMkLst>
        </pc:spChg>
        <pc:spChg chg="del mod">
          <ac:chgData name="Ahmed Muzaffar" userId="810b0563-a878-4a3e-ba9d-2a966205813a" providerId="ADAL" clId="{B11A062C-5257-4976-A129-3CF8AF646D76}" dt="2026-03-04T13:08:32.110" v="75" actId="478"/>
          <ac:spMkLst>
            <pc:docMk/>
            <pc:sldMk cId="747541739" sldId="2147375108"/>
            <ac:spMk id="77" creationId="{E3B9513C-A01E-7D0A-4235-024C5A41AD6B}"/>
          </ac:spMkLst>
        </pc:spChg>
        <pc:spChg chg="mod">
          <ac:chgData name="Ahmed Muzaffar" userId="810b0563-a878-4a3e-ba9d-2a966205813a" providerId="ADAL" clId="{B11A062C-5257-4976-A129-3CF8AF646D76}" dt="2026-03-04T13:23:04.960" v="202" actId="1076"/>
          <ac:spMkLst>
            <pc:docMk/>
            <pc:sldMk cId="747541739" sldId="2147375108"/>
            <ac:spMk id="115" creationId="{0CAA820B-606B-D0F9-9AD6-7FF0EFE48B7B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152" creationId="{B0DD16EF-62B0-AA4C-1E67-2C9ACD5F7A4C}"/>
          </ac:spMkLst>
        </pc:spChg>
        <pc:spChg chg="mod">
          <ac:chgData name="Ahmed Muzaffar" userId="810b0563-a878-4a3e-ba9d-2a966205813a" providerId="ADAL" clId="{B11A062C-5257-4976-A129-3CF8AF646D76}" dt="2026-03-04T13:13:57.798" v="107" actId="1076"/>
          <ac:spMkLst>
            <pc:docMk/>
            <pc:sldMk cId="747541739" sldId="2147375108"/>
            <ac:spMk id="153" creationId="{01AD9450-DC8A-0337-C9E5-37ECE9503588}"/>
          </ac:spMkLst>
        </pc:spChg>
        <pc:spChg chg="mod ord">
          <ac:chgData name="Ahmed Muzaffar" userId="810b0563-a878-4a3e-ba9d-2a966205813a" providerId="ADAL" clId="{B11A062C-5257-4976-A129-3CF8AF646D76}" dt="2026-03-04T13:01:39.012" v="14" actId="167"/>
          <ac:spMkLst>
            <pc:docMk/>
            <pc:sldMk cId="747541739" sldId="2147375108"/>
            <ac:spMk id="166" creationId="{00B72587-2ED6-1443-FF35-41A3B9D9E568}"/>
          </ac:spMkLst>
        </pc:spChg>
        <pc:spChg chg="add del mod">
          <ac:chgData name="Ahmed Muzaffar" userId="810b0563-a878-4a3e-ba9d-2a966205813a" providerId="ADAL" clId="{B11A062C-5257-4976-A129-3CF8AF646D76}" dt="2026-03-04T13:03:29.846" v="19" actId="1076"/>
          <ac:spMkLst>
            <pc:docMk/>
            <pc:sldMk cId="747541739" sldId="2147375108"/>
            <ac:spMk id="167" creationId="{9850A167-6922-0929-E839-0721B1CF0E60}"/>
          </ac:spMkLst>
        </pc:spChg>
        <pc:graphicFrameChg chg="add mod">
          <ac:chgData name="Ahmed Muzaffar" userId="810b0563-a878-4a3e-ba9d-2a966205813a" providerId="ADAL" clId="{B11A062C-5257-4976-A129-3CF8AF646D76}" dt="2026-03-04T13:01:02.823" v="8" actId="12084"/>
          <ac:graphicFrameMkLst>
            <pc:docMk/>
            <pc:sldMk cId="747541739" sldId="2147375108"/>
            <ac:graphicFrameMk id="10" creationId="{ACCD5100-AB98-C942-84EB-B3A39CD65D93}"/>
          </ac:graphicFrameMkLst>
        </pc:graphicFrameChg>
        <pc:picChg chg="add del mod">
          <ac:chgData name="Ahmed Muzaffar" userId="810b0563-a878-4a3e-ba9d-2a966205813a" providerId="ADAL" clId="{B11A062C-5257-4976-A129-3CF8AF646D76}" dt="2026-03-04T13:17:52.140" v="130" actId="478"/>
          <ac:picMkLst>
            <pc:docMk/>
            <pc:sldMk cId="747541739" sldId="2147375108"/>
            <ac:picMk id="60" creationId="{F702097C-11C0-6E31-B1E1-46399510C47D}"/>
          </ac:picMkLst>
        </pc:picChg>
        <pc:picChg chg="add mod">
          <ac:chgData name="Ahmed Muzaffar" userId="810b0563-a878-4a3e-ba9d-2a966205813a" providerId="ADAL" clId="{B11A062C-5257-4976-A129-3CF8AF646D76}" dt="2026-03-04T13:18:01.544" v="133" actId="1076"/>
          <ac:picMkLst>
            <pc:docMk/>
            <pc:sldMk cId="747541739" sldId="2147375108"/>
            <ac:picMk id="62" creationId="{3F414CB0-6300-24BB-265F-ACE1907A847E}"/>
          </ac:picMkLst>
        </pc:picChg>
        <pc:picChg chg="mod">
          <ac:chgData name="Ahmed Muzaffar" userId="810b0563-a878-4a3e-ba9d-2a966205813a" providerId="ADAL" clId="{B11A062C-5257-4976-A129-3CF8AF646D76}" dt="2026-03-04T13:04:46.273" v="24" actId="1076"/>
          <ac:picMkLst>
            <pc:docMk/>
            <pc:sldMk cId="747541739" sldId="2147375108"/>
            <ac:picMk id="129" creationId="{1C4EA989-6B7F-A2FB-4038-5EF71FECA1EA}"/>
          </ac:picMkLst>
        </pc:picChg>
        <pc:picChg chg="mod">
          <ac:chgData name="Ahmed Muzaffar" userId="810b0563-a878-4a3e-ba9d-2a966205813a" providerId="ADAL" clId="{B11A062C-5257-4976-A129-3CF8AF646D76}" dt="2026-03-04T13:12:15.108" v="93" actId="1076"/>
          <ac:picMkLst>
            <pc:docMk/>
            <pc:sldMk cId="747541739" sldId="2147375108"/>
            <ac:picMk id="131" creationId="{1688B1D2-0839-4A25-0E82-ECABFECBA30C}"/>
          </ac:picMkLst>
        </pc:picChg>
        <pc:picChg chg="ord">
          <ac:chgData name="Ahmed Muzaffar" userId="810b0563-a878-4a3e-ba9d-2a966205813a" providerId="ADAL" clId="{B11A062C-5257-4976-A129-3CF8AF646D76}" dt="2026-03-04T13:00:52.674" v="6" actId="166"/>
          <ac:picMkLst>
            <pc:docMk/>
            <pc:sldMk cId="747541739" sldId="2147375108"/>
            <ac:picMk id="136" creationId="{4532D120-6DDC-E03C-D203-4100B4EF7C17}"/>
          </ac:picMkLst>
        </pc:picChg>
        <pc:cxnChg chg="add mod">
          <ac:chgData name="Ahmed Muzaffar" userId="810b0563-a878-4a3e-ba9d-2a966205813a" providerId="ADAL" clId="{B11A062C-5257-4976-A129-3CF8AF646D76}" dt="2026-03-04T13:00:24.778" v="4" actId="14100"/>
          <ac:cxnSpMkLst>
            <pc:docMk/>
            <pc:sldMk cId="747541739" sldId="2147375108"/>
            <ac:cxnSpMk id="2" creationId="{982FC7DC-6394-C71C-6975-152E7E1A43E4}"/>
          </ac:cxnSpMkLst>
        </pc:cxnChg>
        <pc:cxnChg chg="mod">
          <ac:chgData name="Ahmed Muzaffar" userId="810b0563-a878-4a3e-ba9d-2a966205813a" providerId="ADAL" clId="{B11A062C-5257-4976-A129-3CF8AF646D76}" dt="2026-03-04T13:12:28.855" v="95" actId="1076"/>
          <ac:cxnSpMkLst>
            <pc:docMk/>
            <pc:sldMk cId="747541739" sldId="2147375108"/>
            <ac:cxnSpMk id="13" creationId="{52AE9524-EE9E-191E-7336-2FF8FACC8A6D}"/>
          </ac:cxnSpMkLst>
        </pc:cxnChg>
        <pc:cxnChg chg="add mod">
          <ac:chgData name="Ahmed Muzaffar" userId="810b0563-a878-4a3e-ba9d-2a966205813a" providerId="ADAL" clId="{B11A062C-5257-4976-A129-3CF8AF646D76}" dt="2026-03-04T13:05:34.034" v="27"/>
          <ac:cxnSpMkLst>
            <pc:docMk/>
            <pc:sldMk cId="747541739" sldId="2147375108"/>
            <ac:cxnSpMk id="23" creationId="{14B9D153-D7C4-3BAD-042D-C8003A0DA97A}"/>
          </ac:cxnSpMkLst>
        </pc:cxnChg>
        <pc:cxnChg chg="add mod">
          <ac:chgData name="Ahmed Muzaffar" userId="810b0563-a878-4a3e-ba9d-2a966205813a" providerId="ADAL" clId="{B11A062C-5257-4976-A129-3CF8AF646D76}" dt="2026-03-04T13:09:13.403" v="82" actId="1076"/>
          <ac:cxnSpMkLst>
            <pc:docMk/>
            <pc:sldMk cId="747541739" sldId="2147375108"/>
            <ac:cxnSpMk id="29" creationId="{4551DA34-A615-9A6E-536A-1ED7CD8744C1}"/>
          </ac:cxnSpMkLst>
        </pc:cxnChg>
        <pc:cxnChg chg="del mod">
          <ac:chgData name="Ahmed Muzaffar" userId="810b0563-a878-4a3e-ba9d-2a966205813a" providerId="ADAL" clId="{B11A062C-5257-4976-A129-3CF8AF646D76}" dt="2026-03-04T13:09:22.714" v="83" actId="478"/>
          <ac:cxnSpMkLst>
            <pc:docMk/>
            <pc:sldMk cId="747541739" sldId="2147375108"/>
            <ac:cxnSpMk id="32" creationId="{644810D2-9D10-D1D1-1289-3996B3364EFA}"/>
          </ac:cxnSpMkLst>
        </pc:cxnChg>
        <pc:cxnChg chg="add del mod">
          <ac:chgData name="Ahmed Muzaffar" userId="810b0563-a878-4a3e-ba9d-2a966205813a" providerId="ADAL" clId="{B11A062C-5257-4976-A129-3CF8AF646D76}" dt="2026-03-04T13:12:20.247" v="94" actId="478"/>
          <ac:cxnSpMkLst>
            <pc:docMk/>
            <pc:sldMk cId="747541739" sldId="2147375108"/>
            <ac:cxnSpMk id="35" creationId="{AC0E3E17-85AF-B375-2040-417D89418C60}"/>
          </ac:cxnSpMkLst>
        </pc:cxnChg>
        <pc:cxnChg chg="del mod">
          <ac:chgData name="Ahmed Muzaffar" userId="810b0563-a878-4a3e-ba9d-2a966205813a" providerId="ADAL" clId="{B11A062C-5257-4976-A129-3CF8AF646D76}" dt="2026-03-04T13:11:26.440" v="91" actId="478"/>
          <ac:cxnSpMkLst>
            <pc:docMk/>
            <pc:sldMk cId="747541739" sldId="2147375108"/>
            <ac:cxnSpMk id="42" creationId="{27BE7659-F150-5E59-C18D-80248CCA7171}"/>
          </ac:cxnSpMkLst>
        </pc:cxnChg>
        <pc:cxnChg chg="mod">
          <ac:chgData name="Ahmed Muzaffar" userId="810b0563-a878-4a3e-ba9d-2a966205813a" providerId="ADAL" clId="{B11A062C-5257-4976-A129-3CF8AF646D76}" dt="2026-03-04T13:01:15.533" v="11" actId="1076"/>
          <ac:cxnSpMkLst>
            <pc:docMk/>
            <pc:sldMk cId="747541739" sldId="2147375108"/>
            <ac:cxnSpMk id="54" creationId="{4FFC1DA5-5DF6-25D3-0BF9-7CD2E854547F}"/>
          </ac:cxnSpMkLst>
        </pc:cxnChg>
        <pc:cxnChg chg="add mod">
          <ac:chgData name="Ahmed Muzaffar" userId="810b0563-a878-4a3e-ba9d-2a966205813a" providerId="ADAL" clId="{B11A062C-5257-4976-A129-3CF8AF646D76}" dt="2026-03-04T13:14:33.299" v="112" actId="1076"/>
          <ac:cxnSpMkLst>
            <pc:docMk/>
            <pc:sldMk cId="747541739" sldId="2147375108"/>
            <ac:cxnSpMk id="59" creationId="{7626E2D9-FAEA-486B-7C31-E31E0060BD1A}"/>
          </ac:cxnSpMkLst>
        </pc:cxnChg>
        <pc:cxnChg chg="add del mod">
          <ac:chgData name="Ahmed Muzaffar" userId="810b0563-a878-4a3e-ba9d-2a966205813a" providerId="ADAL" clId="{B11A062C-5257-4976-A129-3CF8AF646D76}" dt="2026-03-04T13:18:39.613" v="168" actId="478"/>
          <ac:cxnSpMkLst>
            <pc:docMk/>
            <pc:sldMk cId="747541739" sldId="2147375108"/>
            <ac:cxnSpMk id="66" creationId="{575E702C-7BA6-21E5-F080-9D3C8489B72F}"/>
          </ac:cxnSpMkLst>
        </pc:cxnChg>
        <pc:cxnChg chg="mod">
          <ac:chgData name="Ahmed Muzaffar" userId="810b0563-a878-4a3e-ba9d-2a966205813a" providerId="ADAL" clId="{B11A062C-5257-4976-A129-3CF8AF646D76}" dt="2026-03-04T13:12:00.765" v="92" actId="1076"/>
          <ac:cxnSpMkLst>
            <pc:docMk/>
            <pc:sldMk cId="747541739" sldId="2147375108"/>
            <ac:cxnSpMk id="69" creationId="{D9D478A4-0D72-3AAB-5511-FCD5365378A8}"/>
          </ac:cxnSpMkLst>
        </pc:cxnChg>
        <pc:cxnChg chg="add mod">
          <ac:chgData name="Ahmed Muzaffar" userId="810b0563-a878-4a3e-ba9d-2a966205813a" providerId="ADAL" clId="{B11A062C-5257-4976-A129-3CF8AF646D76}" dt="2026-03-04T13:18:52.226" v="170" actId="1076"/>
          <ac:cxnSpMkLst>
            <pc:docMk/>
            <pc:sldMk cId="747541739" sldId="2147375108"/>
            <ac:cxnSpMk id="72" creationId="{0E818008-8DD5-0501-7079-5683FD701FF3}"/>
          </ac:cxnSpMkLst>
        </pc:cxnChg>
        <pc:cxnChg chg="add mod">
          <ac:chgData name="Ahmed Muzaffar" userId="810b0563-a878-4a3e-ba9d-2a966205813a" providerId="ADAL" clId="{B11A062C-5257-4976-A129-3CF8AF646D76}" dt="2026-03-04T13:19:06.732" v="173" actId="1076"/>
          <ac:cxnSpMkLst>
            <pc:docMk/>
            <pc:sldMk cId="747541739" sldId="2147375108"/>
            <ac:cxnSpMk id="73" creationId="{6DBEDE0D-6C85-FE14-8D9C-912C83EFECBE}"/>
          </ac:cxnSpMkLst>
        </pc:cxnChg>
        <pc:cxnChg chg="del mod">
          <ac:chgData name="Ahmed Muzaffar" userId="810b0563-a878-4a3e-ba9d-2a966205813a" providerId="ADAL" clId="{B11A062C-5257-4976-A129-3CF8AF646D76}" dt="2026-03-04T13:08:27.060" v="74" actId="478"/>
          <ac:cxnSpMkLst>
            <pc:docMk/>
            <pc:sldMk cId="747541739" sldId="2147375108"/>
            <ac:cxnSpMk id="79" creationId="{8A36E2F3-A440-6849-BFAC-E95FEA471E90}"/>
          </ac:cxnSpMkLst>
        </pc:cxnChg>
        <pc:cxnChg chg="del mod">
          <ac:chgData name="Ahmed Muzaffar" userId="810b0563-a878-4a3e-ba9d-2a966205813a" providerId="ADAL" clId="{B11A062C-5257-4976-A129-3CF8AF646D76}" dt="2026-03-04T13:08:36.232" v="76" actId="478"/>
          <ac:cxnSpMkLst>
            <pc:docMk/>
            <pc:sldMk cId="747541739" sldId="2147375108"/>
            <ac:cxnSpMk id="81" creationId="{5BCADF5A-2F23-A501-E29F-AB360AD6F577}"/>
          </ac:cxnSpMkLst>
        </pc:cxnChg>
        <pc:cxnChg chg="mod">
          <ac:chgData name="Ahmed Muzaffar" userId="810b0563-a878-4a3e-ba9d-2a966205813a" providerId="ADAL" clId="{B11A062C-5257-4976-A129-3CF8AF646D76}" dt="2026-03-04T13:01:15.533" v="11" actId="1076"/>
          <ac:cxnSpMkLst>
            <pc:docMk/>
            <pc:sldMk cId="747541739" sldId="2147375108"/>
            <ac:cxnSpMk id="172" creationId="{11B3E1C5-C512-69B6-A31D-07C707CFA923}"/>
          </ac:cxnSpMkLst>
        </pc:cxnChg>
        <pc:cxnChg chg="mod">
          <ac:chgData name="Ahmed Muzaffar" userId="810b0563-a878-4a3e-ba9d-2a966205813a" providerId="ADAL" clId="{B11A062C-5257-4976-A129-3CF8AF646D76}" dt="2026-03-04T13:14:06.381" v="108" actId="1076"/>
          <ac:cxnSpMkLst>
            <pc:docMk/>
            <pc:sldMk cId="747541739" sldId="2147375108"/>
            <ac:cxnSpMk id="193" creationId="{446E0BB1-21FC-9537-E194-F2FF9871CF25}"/>
          </ac:cxnSpMkLst>
        </pc:cxnChg>
      </pc:sldChg>
      <pc:sldChg chg="addSp delSp modSp new del mod">
        <pc:chgData name="Ahmed Muzaffar" userId="810b0563-a878-4a3e-ba9d-2a966205813a" providerId="ADAL" clId="{B11A062C-5257-4976-A129-3CF8AF646D76}" dt="2026-03-04T21:57:42.912" v="736" actId="2696"/>
        <pc:sldMkLst>
          <pc:docMk/>
          <pc:sldMk cId="2701241653" sldId="2147375109"/>
        </pc:sldMkLst>
        <pc:spChg chg="mod">
          <ac:chgData name="Ahmed Muzaffar" userId="810b0563-a878-4a3e-ba9d-2a966205813a" providerId="ADAL" clId="{B11A062C-5257-4976-A129-3CF8AF646D76}" dt="2026-03-04T13:27:03.777" v="240" actId="20577"/>
          <ac:spMkLst>
            <pc:docMk/>
            <pc:sldMk cId="2701241653" sldId="2147375109"/>
            <ac:spMk id="2" creationId="{28D88FF5-45C9-9FC7-44F5-0E4AD4D92BEF}"/>
          </ac:spMkLst>
        </pc:spChg>
        <pc:spChg chg="del">
          <ac:chgData name="Ahmed Muzaffar" userId="810b0563-a878-4a3e-ba9d-2a966205813a" providerId="ADAL" clId="{B11A062C-5257-4976-A129-3CF8AF646D76}" dt="2026-03-04T13:23:24.179" v="204" actId="478"/>
          <ac:spMkLst>
            <pc:docMk/>
            <pc:sldMk cId="2701241653" sldId="2147375109"/>
            <ac:spMk id="3" creationId="{0650AC22-D570-1100-2E79-E84A733C79CE}"/>
          </ac:spMkLst>
        </pc:spChg>
        <pc:graphicFrameChg chg="add mod modGraphic">
          <ac:chgData name="Ahmed Muzaffar" userId="810b0563-a878-4a3e-ba9d-2a966205813a" providerId="ADAL" clId="{B11A062C-5257-4976-A129-3CF8AF646D76}" dt="2026-03-04T13:34:06.703" v="328" actId="122"/>
          <ac:graphicFrameMkLst>
            <pc:docMk/>
            <pc:sldMk cId="2701241653" sldId="2147375109"/>
            <ac:graphicFrameMk id="4" creationId="{6822D85D-33D9-7030-A44E-5889A9F72F55}"/>
          </ac:graphicFrameMkLst>
        </pc:graphicFrameChg>
      </pc:sldChg>
      <pc:sldChg chg="modSp add mod ord">
        <pc:chgData name="Ahmed Muzaffar" userId="810b0563-a878-4a3e-ba9d-2a966205813a" providerId="ADAL" clId="{B11A062C-5257-4976-A129-3CF8AF646D76}" dt="2026-03-04T22:17:23.854" v="746" actId="20577"/>
        <pc:sldMkLst>
          <pc:docMk/>
          <pc:sldMk cId="3624022089" sldId="2147375110"/>
        </pc:sldMkLst>
        <pc:spChg chg="mod">
          <ac:chgData name="Ahmed Muzaffar" userId="810b0563-a878-4a3e-ba9d-2a966205813a" providerId="ADAL" clId="{B11A062C-5257-4976-A129-3CF8AF646D76}" dt="2026-03-04T22:17:23.854" v="746" actId="20577"/>
          <ac:spMkLst>
            <pc:docMk/>
            <pc:sldMk cId="3624022089" sldId="2147375110"/>
            <ac:spMk id="2" creationId="{3F6060FD-5A6D-0A72-D60A-999ADA5F737D}"/>
          </ac:spMkLst>
        </pc:spChg>
      </pc:sldChg>
      <pc:sldChg chg="new del">
        <pc:chgData name="Ahmed Muzaffar" userId="810b0563-a878-4a3e-ba9d-2a966205813a" providerId="ADAL" clId="{B11A062C-5257-4976-A129-3CF8AF646D76}" dt="2026-03-04T13:36:36.697" v="330" actId="680"/>
        <pc:sldMkLst>
          <pc:docMk/>
          <pc:sldMk cId="2700636266" sldId="2147375111"/>
        </pc:sldMkLst>
      </pc:sldChg>
      <pc:sldChg chg="addSp delSp modSp new mod ord">
        <pc:chgData name="Ahmed Muzaffar" userId="810b0563-a878-4a3e-ba9d-2a966205813a" providerId="ADAL" clId="{B11A062C-5257-4976-A129-3CF8AF646D76}" dt="2026-03-04T20:57:36.882" v="349" actId="478"/>
        <pc:sldMkLst>
          <pc:docMk/>
          <pc:sldMk cId="2853705866" sldId="2147375111"/>
        </pc:sldMkLst>
        <pc:spChg chg="del">
          <ac:chgData name="Ahmed Muzaffar" userId="810b0563-a878-4a3e-ba9d-2a966205813a" providerId="ADAL" clId="{B11A062C-5257-4976-A129-3CF8AF646D76}" dt="2026-03-04T20:57:36.882" v="349" actId="478"/>
          <ac:spMkLst>
            <pc:docMk/>
            <pc:sldMk cId="2853705866" sldId="2147375111"/>
            <ac:spMk id="2" creationId="{A61094F8-EAB9-E45C-3B53-48964133023F}"/>
          </ac:spMkLst>
        </pc:spChg>
        <pc:spChg chg="del mod">
          <ac:chgData name="Ahmed Muzaffar" userId="810b0563-a878-4a3e-ba9d-2a966205813a" providerId="ADAL" clId="{B11A062C-5257-4976-A129-3CF8AF646D76}" dt="2026-03-04T13:36:55.808" v="334" actId="478"/>
          <ac:spMkLst>
            <pc:docMk/>
            <pc:sldMk cId="2853705866" sldId="2147375111"/>
            <ac:spMk id="3" creationId="{00D754A2-0D55-D786-6C58-04D88D0D3D83}"/>
          </ac:spMkLst>
        </pc:spChg>
        <pc:spChg chg="mod">
          <ac:chgData name="Ahmed Muzaffar" userId="810b0563-a878-4a3e-ba9d-2a966205813a" providerId="ADAL" clId="{B11A062C-5257-4976-A129-3CF8AF646D76}" dt="2026-03-04T13:37:03.096" v="335" actId="1076"/>
          <ac:spMkLst>
            <pc:docMk/>
            <pc:sldMk cId="2853705866" sldId="2147375111"/>
            <ac:spMk id="4" creationId="{9855F064-1A38-BB32-31E0-035C5CEC5107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8" creationId="{C4B8AB3D-E4CD-AF35-1679-7DD8CCC43D5C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10" creationId="{22A9DCB7-8E7F-B977-9001-2F1E03CE3732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11" creationId="{A0AF788A-77A1-788A-7959-BAAE71FFFB6F}"/>
          </ac:spMkLst>
        </pc:spChg>
        <pc:spChg chg="mod">
          <ac:chgData name="Ahmed Muzaffar" userId="810b0563-a878-4a3e-ba9d-2a966205813a" providerId="ADAL" clId="{B11A062C-5257-4976-A129-3CF8AF646D76}" dt="2026-03-04T13:37:04.134" v="336" actId="1076"/>
          <ac:spMkLst>
            <pc:docMk/>
            <pc:sldMk cId="2853705866" sldId="2147375111"/>
            <ac:spMk id="15" creationId="{4F138859-86CD-A3E4-D11F-8D2B6EE233F1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16" creationId="{4628867E-4C23-F6CA-4BBB-EF045975C412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17" creationId="{59863B45-F9B5-0AF5-32D9-C1DD6F931B89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18" creationId="{DD440058-B5E6-078C-F6A8-FA67C95D4071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20" creationId="{12FB2E30-DAA3-5B2D-DA84-7E74652AD39E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22" creationId="{34AAA2B2-4112-C1CA-39AE-AB6039C1FC4E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24" creationId="{CF5EE81E-E292-63EC-6219-7EAF4D9FB8B8}"/>
          </ac:spMkLst>
        </pc:spChg>
        <pc:spChg chg="add del mod">
          <ac:chgData name="Ahmed Muzaffar" userId="810b0563-a878-4a3e-ba9d-2a966205813a" providerId="ADAL" clId="{B11A062C-5257-4976-A129-3CF8AF646D76}" dt="2026-03-04T13:38:49.295" v="338" actId="478"/>
          <ac:spMkLst>
            <pc:docMk/>
            <pc:sldMk cId="2853705866" sldId="2147375111"/>
            <ac:spMk id="27" creationId="{F1221151-F602-6598-7360-9C159A026C66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35" creationId="{E0F16AB6-BAE7-FB95-1EC4-67DB44104C36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37" creationId="{D0F85DF8-BE16-C220-6FE4-DA9F1735844C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38" creationId="{6E87194C-CCA2-0DD3-D32A-30950E14BB6F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40" creationId="{5DE2D363-9BB8-0596-8895-D624372CA6F3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43" creationId="{AB67F09F-5791-2958-7E04-72D2B39096C1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44" creationId="{20437A9F-2BF1-1C67-9643-91F7EBC908BE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45" creationId="{4BFB4837-C7C1-73DC-387A-44DF2399DC0C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46" creationId="{42E75EFF-0143-838C-8102-AF1C1CE46170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47" creationId="{0ACBDE9B-1710-066A-A88B-4DAA8833C254}"/>
          </ac:spMkLst>
        </pc:spChg>
        <pc:spChg chg="add mod">
          <ac:chgData name="Ahmed Muzaffar" userId="810b0563-a878-4a3e-ba9d-2a966205813a" providerId="ADAL" clId="{B11A062C-5257-4976-A129-3CF8AF646D76}" dt="2026-03-04T13:39:37.455" v="339"/>
          <ac:spMkLst>
            <pc:docMk/>
            <pc:sldMk cId="2853705866" sldId="2147375111"/>
            <ac:spMk id="49" creationId="{40C6EB1B-5AF4-0977-0526-B1A0387EED3D}"/>
          </ac:spMkLst>
        </pc:spChg>
        <pc:picChg chg="add mod">
          <ac:chgData name="Ahmed Muzaffar" userId="810b0563-a878-4a3e-ba9d-2a966205813a" providerId="ADAL" clId="{B11A062C-5257-4976-A129-3CF8AF646D76}" dt="2026-03-04T13:40:00.058" v="346" actId="14100"/>
          <ac:picMkLst>
            <pc:docMk/>
            <pc:sldMk cId="2853705866" sldId="2147375111"/>
            <ac:picMk id="52" creationId="{41D3B678-0556-5A10-FAF0-949801289707}"/>
          </ac:picMkLst>
        </pc:picChg>
      </pc:sldChg>
      <pc:sldChg chg="addSp delSp modSp add mod ord">
        <pc:chgData name="Ahmed Muzaffar" userId="810b0563-a878-4a3e-ba9d-2a966205813a" providerId="ADAL" clId="{B11A062C-5257-4976-A129-3CF8AF646D76}" dt="2026-03-04T22:18:24.524" v="763" actId="1076"/>
        <pc:sldMkLst>
          <pc:docMk/>
          <pc:sldMk cId="2148857522" sldId="2147375112"/>
        </pc:sldMkLst>
        <pc:spChg chg="mod">
          <ac:chgData name="Ahmed Muzaffar" userId="810b0563-a878-4a3e-ba9d-2a966205813a" providerId="ADAL" clId="{B11A062C-5257-4976-A129-3CF8AF646D76}" dt="2026-03-04T22:18:00.997" v="760" actId="20577"/>
          <ac:spMkLst>
            <pc:docMk/>
            <pc:sldMk cId="2148857522" sldId="2147375112"/>
            <ac:spMk id="3" creationId="{D946CBB0-5154-DC5E-305E-9B2AE2E02D9C}"/>
          </ac:spMkLst>
        </pc:spChg>
        <pc:spChg chg="add 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6" creationId="{A2BED4D2-5A25-17A7-E6E4-3E85A1CD0CB0}"/>
          </ac:spMkLst>
        </pc:spChg>
        <pc:spChg chg="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7" creationId="{3FA0103A-664F-9160-7ADE-0018A601E821}"/>
          </ac:spMkLst>
        </pc:spChg>
        <pc:spChg chg="add del">
          <ac:chgData name="Ahmed Muzaffar" userId="810b0563-a878-4a3e-ba9d-2a966205813a" providerId="ADAL" clId="{B11A062C-5257-4976-A129-3CF8AF646D76}" dt="2026-03-04T21:33:05.601" v="400" actId="478"/>
          <ac:spMkLst>
            <pc:docMk/>
            <pc:sldMk cId="2148857522" sldId="2147375112"/>
            <ac:spMk id="14" creationId="{7FFE3A3F-5793-4BF1-0DFB-35346A85B22F}"/>
          </ac:spMkLst>
        </pc:spChg>
        <pc:spChg chg="add mod">
          <ac:chgData name="Ahmed Muzaffar" userId="810b0563-a878-4a3e-ba9d-2a966205813a" providerId="ADAL" clId="{B11A062C-5257-4976-A129-3CF8AF646D76}" dt="2026-03-04T21:33:37.695" v="404" actId="1076"/>
          <ac:spMkLst>
            <pc:docMk/>
            <pc:sldMk cId="2148857522" sldId="2147375112"/>
            <ac:spMk id="22" creationId="{148A044B-EA06-DA2F-40C0-93716F2483F7}"/>
          </ac:spMkLst>
        </pc:spChg>
        <pc:spChg chg="mod">
          <ac:chgData name="Ahmed Muzaffar" userId="810b0563-a878-4a3e-ba9d-2a966205813a" providerId="ADAL" clId="{B11A062C-5257-4976-A129-3CF8AF646D76}" dt="2026-03-04T21:33:53.894" v="424" actId="20577"/>
          <ac:spMkLst>
            <pc:docMk/>
            <pc:sldMk cId="2148857522" sldId="2147375112"/>
            <ac:spMk id="24" creationId="{8069A3C3-0786-F147-E55F-9884F138D1ED}"/>
          </ac:spMkLst>
        </pc:spChg>
        <pc:spChg chg="add mod">
          <ac:chgData name="Ahmed Muzaffar" userId="810b0563-a878-4a3e-ba9d-2a966205813a" providerId="ADAL" clId="{B11A062C-5257-4976-A129-3CF8AF646D76}" dt="2026-03-04T21:33:37.695" v="404" actId="1076"/>
          <ac:spMkLst>
            <pc:docMk/>
            <pc:sldMk cId="2148857522" sldId="2147375112"/>
            <ac:spMk id="25" creationId="{2E07D7C1-36EE-95A0-FDBA-D3A8AA399F67}"/>
          </ac:spMkLst>
        </pc:spChg>
        <pc:spChg chg="mod">
          <ac:chgData name="Ahmed Muzaffar" userId="810b0563-a878-4a3e-ba9d-2a966205813a" providerId="ADAL" clId="{B11A062C-5257-4976-A129-3CF8AF646D76}" dt="2026-03-04T21:34:43.576" v="450" actId="313"/>
          <ac:spMkLst>
            <pc:docMk/>
            <pc:sldMk cId="2148857522" sldId="2147375112"/>
            <ac:spMk id="26" creationId="{7EEFE343-8736-93C9-9D9B-D0CBED81646B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27" creationId="{FF5D0DA9-FED7-9BEB-6E77-9DD2CE510242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28" creationId="{EB5450D7-F2B2-5F30-8D61-8516D342CB41}"/>
          </ac:spMkLst>
        </pc:spChg>
        <pc:spChg chg="add mod">
          <ac:chgData name="Ahmed Muzaffar" userId="810b0563-a878-4a3e-ba9d-2a966205813a" providerId="ADAL" clId="{B11A062C-5257-4976-A129-3CF8AF646D76}" dt="2026-03-04T21:42:16.440" v="558" actId="1076"/>
          <ac:spMkLst>
            <pc:docMk/>
            <pc:sldMk cId="2148857522" sldId="2147375112"/>
            <ac:spMk id="33" creationId="{A425A084-560D-8F48-D279-3490AB0D73DA}"/>
          </ac:spMkLst>
        </pc:spChg>
        <pc:spChg chg="add mod">
          <ac:chgData name="Ahmed Muzaffar" userId="810b0563-a878-4a3e-ba9d-2a966205813a" providerId="ADAL" clId="{B11A062C-5257-4976-A129-3CF8AF646D76}" dt="2026-03-04T21:42:27.330" v="559" actId="1076"/>
          <ac:spMkLst>
            <pc:docMk/>
            <pc:sldMk cId="2148857522" sldId="2147375112"/>
            <ac:spMk id="35" creationId="{ACCEA75F-E6AA-E237-3513-C55952BEF3EE}"/>
          </ac:spMkLst>
        </pc:spChg>
        <pc:spChg chg="add mod">
          <ac:chgData name="Ahmed Muzaffar" userId="810b0563-a878-4a3e-ba9d-2a966205813a" providerId="ADAL" clId="{B11A062C-5257-4976-A129-3CF8AF646D76}" dt="2026-03-04T21:42:01.440" v="557" actId="14100"/>
          <ac:spMkLst>
            <pc:docMk/>
            <pc:sldMk cId="2148857522" sldId="2147375112"/>
            <ac:spMk id="38" creationId="{B6D68658-909E-1626-FF88-904C0D6A45C1}"/>
          </ac:spMkLst>
        </pc:spChg>
        <pc:spChg chg="add mod">
          <ac:chgData name="Ahmed Muzaffar" userId="810b0563-a878-4a3e-ba9d-2a966205813a" providerId="ADAL" clId="{B11A062C-5257-4976-A129-3CF8AF646D76}" dt="2026-03-04T21:49:17.512" v="675" actId="1076"/>
          <ac:spMkLst>
            <pc:docMk/>
            <pc:sldMk cId="2148857522" sldId="2147375112"/>
            <ac:spMk id="39" creationId="{89A38B66-6D7C-7357-7AF1-196DB672B458}"/>
          </ac:spMkLst>
        </pc:spChg>
        <pc:spChg chg="add mod">
          <ac:chgData name="Ahmed Muzaffar" userId="810b0563-a878-4a3e-ba9d-2a966205813a" providerId="ADAL" clId="{B11A062C-5257-4976-A129-3CF8AF646D76}" dt="2026-03-04T21:38:14.309" v="488" actId="1076"/>
          <ac:spMkLst>
            <pc:docMk/>
            <pc:sldMk cId="2148857522" sldId="2147375112"/>
            <ac:spMk id="40" creationId="{D40DAD18-71CF-16C7-0438-2C3DC844AE26}"/>
          </ac:spMkLst>
        </pc:spChg>
        <pc:spChg chg="del mod">
          <ac:chgData name="Ahmed Muzaffar" userId="810b0563-a878-4a3e-ba9d-2a966205813a" providerId="ADAL" clId="{B11A062C-5257-4976-A129-3CF8AF646D76}" dt="2026-03-04T21:47:26.465" v="666" actId="478"/>
          <ac:spMkLst>
            <pc:docMk/>
            <pc:sldMk cId="2148857522" sldId="2147375112"/>
            <ac:spMk id="41" creationId="{F044BDCE-6944-5ADF-E9F4-974BF3679E9A}"/>
          </ac:spMkLst>
        </pc:spChg>
        <pc:spChg chg="add mod">
          <ac:chgData name="Ahmed Muzaffar" userId="810b0563-a878-4a3e-ba9d-2a966205813a" providerId="ADAL" clId="{B11A062C-5257-4976-A129-3CF8AF646D76}" dt="2026-03-04T21:45:02.016" v="637" actId="20577"/>
          <ac:spMkLst>
            <pc:docMk/>
            <pc:sldMk cId="2148857522" sldId="2147375112"/>
            <ac:spMk id="42" creationId="{2B376866-F037-E1A1-A43C-519E6643320E}"/>
          </ac:spMkLst>
        </pc:spChg>
        <pc:spChg chg="del">
          <ac:chgData name="Ahmed Muzaffar" userId="810b0563-a878-4a3e-ba9d-2a966205813a" providerId="ADAL" clId="{B11A062C-5257-4976-A129-3CF8AF646D76}" dt="2026-03-04T21:29:48.579" v="376" actId="478"/>
          <ac:spMkLst>
            <pc:docMk/>
            <pc:sldMk cId="2148857522" sldId="2147375112"/>
            <ac:spMk id="43" creationId="{CF28BFCB-5544-C3E3-A00A-13F60F975181}"/>
          </ac:spMkLst>
        </pc:spChg>
        <pc:spChg chg="del">
          <ac:chgData name="Ahmed Muzaffar" userId="810b0563-a878-4a3e-ba9d-2a966205813a" providerId="ADAL" clId="{B11A062C-5257-4976-A129-3CF8AF646D76}" dt="2026-03-04T21:29:48.579" v="376" actId="478"/>
          <ac:spMkLst>
            <pc:docMk/>
            <pc:sldMk cId="2148857522" sldId="2147375112"/>
            <ac:spMk id="45" creationId="{8298CBF9-CB9E-2E77-29B6-6D4CA6B1F1E5}"/>
          </ac:spMkLst>
        </pc:spChg>
        <pc:spChg chg="del">
          <ac:chgData name="Ahmed Muzaffar" userId="810b0563-a878-4a3e-ba9d-2a966205813a" providerId="ADAL" clId="{B11A062C-5257-4976-A129-3CF8AF646D76}" dt="2026-03-04T21:29:48.579" v="376" actId="478"/>
          <ac:spMkLst>
            <pc:docMk/>
            <pc:sldMk cId="2148857522" sldId="2147375112"/>
            <ac:spMk id="47" creationId="{0DF02D3F-BFB9-2AF5-E38B-1398BE347F39}"/>
          </ac:spMkLst>
        </pc:spChg>
        <pc:spChg chg="del">
          <ac:chgData name="Ahmed Muzaffar" userId="810b0563-a878-4a3e-ba9d-2a966205813a" providerId="ADAL" clId="{B11A062C-5257-4976-A129-3CF8AF646D76}" dt="2026-03-04T21:29:48.579" v="376" actId="478"/>
          <ac:spMkLst>
            <pc:docMk/>
            <pc:sldMk cId="2148857522" sldId="2147375112"/>
            <ac:spMk id="48" creationId="{EE117531-9333-A2DF-BEC1-DD8315496A73}"/>
          </ac:spMkLst>
        </pc:spChg>
        <pc:spChg chg="del mod">
          <ac:chgData name="Ahmed Muzaffar" userId="810b0563-a878-4a3e-ba9d-2a966205813a" providerId="ADAL" clId="{B11A062C-5257-4976-A129-3CF8AF646D76}" dt="2026-03-04T21:47:26.465" v="666" actId="478"/>
          <ac:spMkLst>
            <pc:docMk/>
            <pc:sldMk cId="2148857522" sldId="2147375112"/>
            <ac:spMk id="49" creationId="{A833DD4E-D787-A851-D30C-D1FED2AF8528}"/>
          </ac:spMkLst>
        </pc:spChg>
        <pc:spChg chg="mod">
          <ac:chgData name="Ahmed Muzaffar" userId="810b0563-a878-4a3e-ba9d-2a966205813a" providerId="ADAL" clId="{B11A062C-5257-4976-A129-3CF8AF646D76}" dt="2026-03-04T21:29:17.080" v="372" actId="1076"/>
          <ac:spMkLst>
            <pc:docMk/>
            <pc:sldMk cId="2148857522" sldId="2147375112"/>
            <ac:spMk id="50" creationId="{3736D3DC-C921-25D3-C31F-0B98CAA05068}"/>
          </ac:spMkLst>
        </pc:spChg>
        <pc:spChg chg="mod">
          <ac:chgData name="Ahmed Muzaffar" userId="810b0563-a878-4a3e-ba9d-2a966205813a" providerId="ADAL" clId="{B11A062C-5257-4976-A129-3CF8AF646D76}" dt="2026-03-04T21:35:27.252" v="466" actId="20577"/>
          <ac:spMkLst>
            <pc:docMk/>
            <pc:sldMk cId="2148857522" sldId="2147375112"/>
            <ac:spMk id="51" creationId="{58A68434-B69B-0471-5320-70C2B07D4EAC}"/>
          </ac:spMkLst>
        </pc:spChg>
        <pc:spChg chg="mod">
          <ac:chgData name="Ahmed Muzaffar" userId="810b0563-a878-4a3e-ba9d-2a966205813a" providerId="ADAL" clId="{B11A062C-5257-4976-A129-3CF8AF646D76}" dt="2026-03-04T21:29:17.080" v="372" actId="1076"/>
          <ac:spMkLst>
            <pc:docMk/>
            <pc:sldMk cId="2148857522" sldId="2147375112"/>
            <ac:spMk id="52" creationId="{0C05B595-9345-8A9A-0E9E-A84393CEC056}"/>
          </ac:spMkLst>
        </pc:spChg>
        <pc:spChg chg="mod">
          <ac:chgData name="Ahmed Muzaffar" userId="810b0563-a878-4a3e-ba9d-2a966205813a" providerId="ADAL" clId="{B11A062C-5257-4976-A129-3CF8AF646D76}" dt="2026-03-04T21:35:47.729" v="482" actId="1076"/>
          <ac:spMkLst>
            <pc:docMk/>
            <pc:sldMk cId="2148857522" sldId="2147375112"/>
            <ac:spMk id="53" creationId="{4A529081-8D06-26EB-B1D1-23DEBA3FB67F}"/>
          </ac:spMkLst>
        </pc:spChg>
        <pc:spChg chg="del">
          <ac:chgData name="Ahmed Muzaffar" userId="810b0563-a878-4a3e-ba9d-2a966205813a" providerId="ADAL" clId="{B11A062C-5257-4976-A129-3CF8AF646D76}" dt="2026-03-04T21:29:52.065" v="377" actId="478"/>
          <ac:spMkLst>
            <pc:docMk/>
            <pc:sldMk cId="2148857522" sldId="2147375112"/>
            <ac:spMk id="55" creationId="{F188C4CD-86B7-8B22-4B12-E439764766CC}"/>
          </ac:spMkLst>
        </pc:spChg>
        <pc:spChg chg="mod">
          <ac:chgData name="Ahmed Muzaffar" userId="810b0563-a878-4a3e-ba9d-2a966205813a" providerId="ADAL" clId="{B11A062C-5257-4976-A129-3CF8AF646D76}" dt="2026-03-04T21:49:27.691" v="676" actId="1076"/>
          <ac:spMkLst>
            <pc:docMk/>
            <pc:sldMk cId="2148857522" sldId="2147375112"/>
            <ac:spMk id="56" creationId="{A4D44F6A-B04E-EEE1-1136-C190F96417D1}"/>
          </ac:spMkLst>
        </pc:spChg>
        <pc:spChg chg="del">
          <ac:chgData name="Ahmed Muzaffar" userId="810b0563-a878-4a3e-ba9d-2a966205813a" providerId="ADAL" clId="{B11A062C-5257-4976-A129-3CF8AF646D76}" dt="2026-03-04T21:29:52.065" v="377" actId="478"/>
          <ac:spMkLst>
            <pc:docMk/>
            <pc:sldMk cId="2148857522" sldId="2147375112"/>
            <ac:spMk id="57" creationId="{6535B85F-AE06-3BB1-1E3F-4B8AB906A377}"/>
          </ac:spMkLst>
        </pc:spChg>
        <pc:spChg chg="mod">
          <ac:chgData name="Ahmed Muzaffar" userId="810b0563-a878-4a3e-ba9d-2a966205813a" providerId="ADAL" clId="{B11A062C-5257-4976-A129-3CF8AF646D76}" dt="2026-03-04T21:51:18.930" v="703"/>
          <ac:spMkLst>
            <pc:docMk/>
            <pc:sldMk cId="2148857522" sldId="2147375112"/>
            <ac:spMk id="58" creationId="{06A2F6AB-D703-2095-189C-E22F44BA4C5D}"/>
          </ac:spMkLst>
        </pc:spChg>
        <pc:spChg chg="add mod">
          <ac:chgData name="Ahmed Muzaffar" userId="810b0563-a878-4a3e-ba9d-2a966205813a" providerId="ADAL" clId="{B11A062C-5257-4976-A129-3CF8AF646D76}" dt="2026-03-04T21:38:14.309" v="488" actId="1076"/>
          <ac:spMkLst>
            <pc:docMk/>
            <pc:sldMk cId="2148857522" sldId="2147375112"/>
            <ac:spMk id="60" creationId="{422F2933-ECF2-2F75-A033-A67B28E7571E}"/>
          </ac:spMkLst>
        </pc:spChg>
        <pc:spChg chg="add mod">
          <ac:chgData name="Ahmed Muzaffar" userId="810b0563-a878-4a3e-ba9d-2a966205813a" providerId="ADAL" clId="{B11A062C-5257-4976-A129-3CF8AF646D76}" dt="2026-03-04T21:45:09.141" v="638" actId="255"/>
          <ac:spMkLst>
            <pc:docMk/>
            <pc:sldMk cId="2148857522" sldId="2147375112"/>
            <ac:spMk id="61" creationId="{E245E389-D4D0-32C6-1ECB-6A0B27A93474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63" creationId="{E6806335-624B-E7BF-387B-FB3C271740A1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64" creationId="{5269FFE9-18A6-C6DF-32A1-668CA8DE14DC}"/>
          </ac:spMkLst>
        </pc:spChg>
        <pc:spChg chg="mod">
          <ac:chgData name="Ahmed Muzaffar" userId="810b0563-a878-4a3e-ba9d-2a966205813a" providerId="ADAL" clId="{B11A062C-5257-4976-A129-3CF8AF646D76}" dt="2026-03-04T21:47:05.007" v="656" actId="1076"/>
          <ac:spMkLst>
            <pc:docMk/>
            <pc:sldMk cId="2148857522" sldId="2147375112"/>
            <ac:spMk id="65" creationId="{9A1D1706-FCB6-28CE-0B83-7FE623D8FC78}"/>
          </ac:spMkLst>
        </pc:spChg>
        <pc:spChg chg="add mod">
          <ac:chgData name="Ahmed Muzaffar" userId="810b0563-a878-4a3e-ba9d-2a966205813a" providerId="ADAL" clId="{B11A062C-5257-4976-A129-3CF8AF646D76}" dt="2026-03-04T21:45:49.709" v="643" actId="1076"/>
          <ac:spMkLst>
            <pc:docMk/>
            <pc:sldMk cId="2148857522" sldId="2147375112"/>
            <ac:spMk id="66" creationId="{C6BCDD1C-6DAC-09C0-8C82-C37846CAE1A2}"/>
          </ac:spMkLst>
        </pc:spChg>
        <pc:spChg chg="mod">
          <ac:chgData name="Ahmed Muzaffar" userId="810b0563-a878-4a3e-ba9d-2a966205813a" providerId="ADAL" clId="{B11A062C-5257-4976-A129-3CF8AF646D76}" dt="2026-03-04T21:47:17.388" v="664" actId="20577"/>
          <ac:spMkLst>
            <pc:docMk/>
            <pc:sldMk cId="2148857522" sldId="2147375112"/>
            <ac:spMk id="67" creationId="{57F10EF9-00C2-49BD-70E1-ACCA9CF118A1}"/>
          </ac:spMkLst>
        </pc:spChg>
        <pc:spChg chg="add mod">
          <ac:chgData name="Ahmed Muzaffar" userId="810b0563-a878-4a3e-ba9d-2a966205813a" providerId="ADAL" clId="{B11A062C-5257-4976-A129-3CF8AF646D76}" dt="2026-03-04T21:50:56.324" v="701"/>
          <ac:spMkLst>
            <pc:docMk/>
            <pc:sldMk cId="2148857522" sldId="2147375112"/>
            <ac:spMk id="68" creationId="{3426E3F4-7D08-525C-BC56-7B79B773BBD2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70" creationId="{DAA95C10-37E8-0E30-1268-835672C05C08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71" creationId="{C5D58A27-ECE9-70EB-41AD-BFC876F54FCC}"/>
          </ac:spMkLst>
        </pc:spChg>
        <pc:spChg chg="del mod">
          <ac:chgData name="Ahmed Muzaffar" userId="810b0563-a878-4a3e-ba9d-2a966205813a" providerId="ADAL" clId="{B11A062C-5257-4976-A129-3CF8AF646D76}" dt="2026-03-04T21:47:21.782" v="665" actId="478"/>
          <ac:spMkLst>
            <pc:docMk/>
            <pc:sldMk cId="2148857522" sldId="2147375112"/>
            <ac:spMk id="74" creationId="{7A629D36-E837-2A5B-4346-9EEBADB13373}"/>
          </ac:spMkLst>
        </pc:spChg>
        <pc:spChg chg="del mod">
          <ac:chgData name="Ahmed Muzaffar" userId="810b0563-a878-4a3e-ba9d-2a966205813a" providerId="ADAL" clId="{B11A062C-5257-4976-A129-3CF8AF646D76}" dt="2026-03-04T21:47:21.782" v="665" actId="478"/>
          <ac:spMkLst>
            <pc:docMk/>
            <pc:sldMk cId="2148857522" sldId="2147375112"/>
            <ac:spMk id="75" creationId="{BF50186A-C0A2-7F17-CD79-A6293FDCE61F}"/>
          </ac:spMkLst>
        </pc:spChg>
        <pc:spChg chg="add mod">
          <ac:chgData name="Ahmed Muzaffar" userId="810b0563-a878-4a3e-ba9d-2a966205813a" providerId="ADAL" clId="{B11A062C-5257-4976-A129-3CF8AF646D76}" dt="2026-03-04T21:47:35.546" v="668" actId="1076"/>
          <ac:spMkLst>
            <pc:docMk/>
            <pc:sldMk cId="2148857522" sldId="2147375112"/>
            <ac:spMk id="81" creationId="{90028EBE-7EF3-932D-F42A-47BD3A6598EF}"/>
          </ac:spMkLst>
        </pc:spChg>
        <pc:spChg chg="add mod">
          <ac:chgData name="Ahmed Muzaffar" userId="810b0563-a878-4a3e-ba9d-2a966205813a" providerId="ADAL" clId="{B11A062C-5257-4976-A129-3CF8AF646D76}" dt="2026-03-04T21:51:58.529" v="704" actId="20577"/>
          <ac:spMkLst>
            <pc:docMk/>
            <pc:sldMk cId="2148857522" sldId="2147375112"/>
            <ac:spMk id="82" creationId="{B7D95CE5-7104-B17B-98A7-8F7DA9F5F015}"/>
          </ac:spMkLst>
        </pc:spChg>
        <pc:spChg chg="add mod">
          <ac:chgData name="Ahmed Muzaffar" userId="810b0563-a878-4a3e-ba9d-2a966205813a" providerId="ADAL" clId="{B11A062C-5257-4976-A129-3CF8AF646D76}" dt="2026-03-04T21:49:13.905" v="673" actId="1076"/>
          <ac:spMkLst>
            <pc:docMk/>
            <pc:sldMk cId="2148857522" sldId="2147375112"/>
            <ac:spMk id="84" creationId="{1DED1B8E-5194-D4F0-E07D-25604A7C46F6}"/>
          </ac:spMkLst>
        </pc:spChg>
        <pc:spChg chg="add mod">
          <ac:chgData name="Ahmed Muzaffar" userId="810b0563-a878-4a3e-ba9d-2a966205813a" providerId="ADAL" clId="{B11A062C-5257-4976-A129-3CF8AF646D76}" dt="2026-03-04T21:51:15.371" v="702"/>
          <ac:spMkLst>
            <pc:docMk/>
            <pc:sldMk cId="2148857522" sldId="2147375112"/>
            <ac:spMk id="85" creationId="{A227B102-A0F6-3CBB-D953-EEEE86D8F951}"/>
          </ac:spMkLst>
        </pc:spChg>
        <pc:spChg chg="del">
          <ac:chgData name="Ahmed Muzaffar" userId="810b0563-a878-4a3e-ba9d-2a966205813a" providerId="ADAL" clId="{B11A062C-5257-4976-A129-3CF8AF646D76}" dt="2026-03-04T21:29:45.258" v="375" actId="478"/>
          <ac:spMkLst>
            <pc:docMk/>
            <pc:sldMk cId="2148857522" sldId="2147375112"/>
            <ac:spMk id="87" creationId="{14EE0CFD-4F88-3FB7-BD5C-AC874C457E84}"/>
          </ac:spMkLst>
        </pc:spChg>
        <pc:spChg chg="add 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88" creationId="{8EF9DE56-ABBF-9135-9E52-6690BACBD5D9}"/>
          </ac:spMkLst>
        </pc:spChg>
        <pc:spChg chg="add 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89" creationId="{CFA67A0B-DCF9-9266-9E00-EBD06800C449}"/>
          </ac:spMkLst>
        </pc:spChg>
        <pc:spChg chg="del">
          <ac:chgData name="Ahmed Muzaffar" userId="810b0563-a878-4a3e-ba9d-2a966205813a" providerId="ADAL" clId="{B11A062C-5257-4976-A129-3CF8AF646D76}" dt="2026-03-04T21:29:45.258" v="375" actId="478"/>
          <ac:spMkLst>
            <pc:docMk/>
            <pc:sldMk cId="2148857522" sldId="2147375112"/>
            <ac:spMk id="90" creationId="{300CAB58-34EF-D86E-C8CC-59A7A887F0DD}"/>
          </ac:spMkLst>
        </pc:spChg>
        <pc:spChg chg="del">
          <ac:chgData name="Ahmed Muzaffar" userId="810b0563-a878-4a3e-ba9d-2a966205813a" providerId="ADAL" clId="{B11A062C-5257-4976-A129-3CF8AF646D76}" dt="2026-03-04T21:29:45.258" v="375" actId="478"/>
          <ac:spMkLst>
            <pc:docMk/>
            <pc:sldMk cId="2148857522" sldId="2147375112"/>
            <ac:spMk id="91" creationId="{E45554F3-681F-F119-1C5F-72B181E79B76}"/>
          </ac:spMkLst>
        </pc:spChg>
        <pc:spChg chg="del">
          <ac:chgData name="Ahmed Muzaffar" userId="810b0563-a878-4a3e-ba9d-2a966205813a" providerId="ADAL" clId="{B11A062C-5257-4976-A129-3CF8AF646D76}" dt="2026-03-04T21:29:45.258" v="375" actId="478"/>
          <ac:spMkLst>
            <pc:docMk/>
            <pc:sldMk cId="2148857522" sldId="2147375112"/>
            <ac:spMk id="92" creationId="{3D570E40-7E7E-12CE-526C-CEF94441682A}"/>
          </ac:spMkLst>
        </pc:spChg>
        <pc:spChg chg="add del">
          <ac:chgData name="Ahmed Muzaffar" userId="810b0563-a878-4a3e-ba9d-2a966205813a" providerId="ADAL" clId="{B11A062C-5257-4976-A129-3CF8AF646D76}" dt="2026-03-04T21:33:05.601" v="400" actId="478"/>
          <ac:spMkLst>
            <pc:docMk/>
            <pc:sldMk cId="2148857522" sldId="2147375112"/>
            <ac:spMk id="93" creationId="{3CE09287-A696-8446-0288-941D4F4486F0}"/>
          </ac:spMkLst>
        </pc:spChg>
        <pc:spChg chg="del">
          <ac:chgData name="Ahmed Muzaffar" userId="810b0563-a878-4a3e-ba9d-2a966205813a" providerId="ADAL" clId="{B11A062C-5257-4976-A129-3CF8AF646D76}" dt="2026-03-04T21:33:05.601" v="400" actId="478"/>
          <ac:spMkLst>
            <pc:docMk/>
            <pc:sldMk cId="2148857522" sldId="2147375112"/>
            <ac:spMk id="99" creationId="{3069A83D-7E01-3548-A199-0DEFBCACE05C}"/>
          </ac:spMkLst>
        </pc:spChg>
        <pc:spChg chg="del">
          <ac:chgData name="Ahmed Muzaffar" userId="810b0563-a878-4a3e-ba9d-2a966205813a" providerId="ADAL" clId="{B11A062C-5257-4976-A129-3CF8AF646D76}" dt="2026-03-04T21:33:05.601" v="400" actId="478"/>
          <ac:spMkLst>
            <pc:docMk/>
            <pc:sldMk cId="2148857522" sldId="2147375112"/>
            <ac:spMk id="100" creationId="{529C15E2-77AE-0D5F-E796-AB8E62367445}"/>
          </ac:spMkLst>
        </pc:spChg>
        <pc:spChg chg="add 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114" creationId="{BDAB005C-6E94-CA94-7051-3002DFA83D2B}"/>
          </ac:spMkLst>
        </pc:spChg>
        <pc:spChg chg="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115" creationId="{37958705-496A-0FAF-CCFF-F9CE017137D7}"/>
          </ac:spMkLst>
        </pc:spChg>
        <pc:spChg chg="add 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116" creationId="{5C34AE1C-0A3B-00CE-0EE3-F0B9C5EAC07A}"/>
          </ac:spMkLst>
        </pc:spChg>
        <pc:spChg chg="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117" creationId="{994D21CF-E750-274C-33C4-C5EA4537A67E}"/>
          </ac:spMkLst>
        </pc:spChg>
        <pc:spChg chg="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118" creationId="{6580B704-CD4D-4B89-4740-7497576F65C9}"/>
          </ac:spMkLst>
        </pc:spChg>
        <pc:spChg chg="del mod">
          <ac:chgData name="Ahmed Muzaffar" userId="810b0563-a878-4a3e-ba9d-2a966205813a" providerId="ADAL" clId="{B11A062C-5257-4976-A129-3CF8AF646D76}" dt="2026-03-04T21:33:22.840" v="403" actId="478"/>
          <ac:spMkLst>
            <pc:docMk/>
            <pc:sldMk cId="2148857522" sldId="2147375112"/>
            <ac:spMk id="122" creationId="{E1D6CDA9-5F1C-DE1C-4DB2-4701A75CB90F}"/>
          </ac:spMkLst>
        </pc:spChg>
        <pc:spChg chg="add del">
          <ac:chgData name="Ahmed Muzaffar" userId="810b0563-a878-4a3e-ba9d-2a966205813a" providerId="ADAL" clId="{B11A062C-5257-4976-A129-3CF8AF646D76}" dt="2026-03-04T21:33:05.601" v="400" actId="478"/>
          <ac:spMkLst>
            <pc:docMk/>
            <pc:sldMk cId="2148857522" sldId="2147375112"/>
            <ac:spMk id="144" creationId="{35C5B76B-37ED-7BE5-6EC0-B8174DA75B11}"/>
          </ac:spMkLst>
        </pc:spChg>
        <pc:spChg chg="del">
          <ac:chgData name="Ahmed Muzaffar" userId="810b0563-a878-4a3e-ba9d-2a966205813a" providerId="ADAL" clId="{B11A062C-5257-4976-A129-3CF8AF646D76}" dt="2026-03-04T21:33:05.601" v="400" actId="478"/>
          <ac:spMkLst>
            <pc:docMk/>
            <pc:sldMk cId="2148857522" sldId="2147375112"/>
            <ac:spMk id="147" creationId="{63221D8D-AB29-2016-58F7-A241CE79688A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152" creationId="{C192F5F9-473D-4DBA-186F-93E3F0FFDA66}"/>
          </ac:spMkLst>
        </pc:spChg>
        <pc:spChg chg="del">
          <ac:chgData name="Ahmed Muzaffar" userId="810b0563-a878-4a3e-ba9d-2a966205813a" providerId="ADAL" clId="{B11A062C-5257-4976-A129-3CF8AF646D76}" dt="2026-03-04T21:28:27.448" v="363" actId="478"/>
          <ac:spMkLst>
            <pc:docMk/>
            <pc:sldMk cId="2148857522" sldId="2147375112"/>
            <ac:spMk id="153" creationId="{6CB8A46A-D699-9D34-B76C-EC6D603FC6A6}"/>
          </ac:spMkLst>
        </pc:spChg>
        <pc:spChg chg="del">
          <ac:chgData name="Ahmed Muzaffar" userId="810b0563-a878-4a3e-ba9d-2a966205813a" providerId="ADAL" clId="{B11A062C-5257-4976-A129-3CF8AF646D76}" dt="2026-03-04T21:29:45.258" v="375" actId="478"/>
          <ac:spMkLst>
            <pc:docMk/>
            <pc:sldMk cId="2148857522" sldId="2147375112"/>
            <ac:spMk id="164" creationId="{2CAB43BF-CC0C-552A-05E6-12ECDD0067B8}"/>
          </ac:spMkLst>
        </pc:spChg>
        <pc:spChg chg="del">
          <ac:chgData name="Ahmed Muzaffar" userId="810b0563-a878-4a3e-ba9d-2a966205813a" providerId="ADAL" clId="{B11A062C-5257-4976-A129-3CF8AF646D76}" dt="2026-03-04T21:29:45.258" v="375" actId="478"/>
          <ac:spMkLst>
            <pc:docMk/>
            <pc:sldMk cId="2148857522" sldId="2147375112"/>
            <ac:spMk id="165" creationId="{9303FC8E-609C-6203-5E14-44189E41CDAE}"/>
          </ac:spMkLst>
        </pc:spChg>
        <pc:spChg chg="del">
          <ac:chgData name="Ahmed Muzaffar" userId="810b0563-a878-4a3e-ba9d-2a966205813a" providerId="ADAL" clId="{B11A062C-5257-4976-A129-3CF8AF646D76}" dt="2026-03-04T21:29:48.579" v="376" actId="478"/>
          <ac:spMkLst>
            <pc:docMk/>
            <pc:sldMk cId="2148857522" sldId="2147375112"/>
            <ac:spMk id="166" creationId="{EC1C6AF4-4774-4420-4EBA-171BFB52135F}"/>
          </ac:spMkLst>
        </pc:spChg>
        <pc:spChg chg="del">
          <ac:chgData name="Ahmed Muzaffar" userId="810b0563-a878-4a3e-ba9d-2a966205813a" providerId="ADAL" clId="{B11A062C-5257-4976-A129-3CF8AF646D76}" dt="2026-03-04T21:29:48.579" v="376" actId="478"/>
          <ac:spMkLst>
            <pc:docMk/>
            <pc:sldMk cId="2148857522" sldId="2147375112"/>
            <ac:spMk id="167" creationId="{EA81EC90-E500-7942-2494-6E0D0D362208}"/>
          </ac:spMkLst>
        </pc:spChg>
        <pc:picChg chg="del mod">
          <ac:chgData name="Ahmed Muzaffar" userId="810b0563-a878-4a3e-ba9d-2a966205813a" providerId="ADAL" clId="{B11A062C-5257-4976-A129-3CF8AF646D76}" dt="2026-03-04T21:47:26.465" v="666" actId="478"/>
          <ac:picMkLst>
            <pc:docMk/>
            <pc:sldMk cId="2148857522" sldId="2147375112"/>
            <ac:picMk id="62" creationId="{AFA98E23-13A7-4BA1-FF53-03F83457EC20}"/>
          </ac:picMkLst>
        </pc:picChg>
        <pc:picChg chg="del">
          <ac:chgData name="Ahmed Muzaffar" userId="810b0563-a878-4a3e-ba9d-2a966205813a" providerId="ADAL" clId="{B11A062C-5257-4976-A129-3CF8AF646D76}" dt="2026-03-04T21:33:05.601" v="400" actId="478"/>
          <ac:picMkLst>
            <pc:docMk/>
            <pc:sldMk cId="2148857522" sldId="2147375112"/>
            <ac:picMk id="97" creationId="{06573686-A6AD-33D4-249E-05EEB80D0F5D}"/>
          </ac:picMkLst>
        </pc:picChg>
        <pc:picChg chg="del">
          <ac:chgData name="Ahmed Muzaffar" userId="810b0563-a878-4a3e-ba9d-2a966205813a" providerId="ADAL" clId="{B11A062C-5257-4976-A129-3CF8AF646D76}" dt="2026-03-04T21:33:05.601" v="400" actId="478"/>
          <ac:picMkLst>
            <pc:docMk/>
            <pc:sldMk cId="2148857522" sldId="2147375112"/>
            <ac:picMk id="102" creationId="{471FC2E6-B035-89A9-8E79-56818E03F081}"/>
          </ac:picMkLst>
        </pc:picChg>
        <pc:picChg chg="del">
          <ac:chgData name="Ahmed Muzaffar" userId="810b0563-a878-4a3e-ba9d-2a966205813a" providerId="ADAL" clId="{B11A062C-5257-4976-A129-3CF8AF646D76}" dt="2026-03-04T21:33:05.601" v="400" actId="478"/>
          <ac:picMkLst>
            <pc:docMk/>
            <pc:sldMk cId="2148857522" sldId="2147375112"/>
            <ac:picMk id="113" creationId="{94DB0A87-29B8-C2CC-144A-9C7FBFAD7C2F}"/>
          </ac:picMkLst>
        </pc:picChg>
        <pc:picChg chg="del">
          <ac:chgData name="Ahmed Muzaffar" userId="810b0563-a878-4a3e-ba9d-2a966205813a" providerId="ADAL" clId="{B11A062C-5257-4976-A129-3CF8AF646D76}" dt="2026-03-04T21:28:32.375" v="365" actId="478"/>
          <ac:picMkLst>
            <pc:docMk/>
            <pc:sldMk cId="2148857522" sldId="2147375112"/>
            <ac:picMk id="129" creationId="{D13054DE-AB24-5FE2-2162-F986A13D074F}"/>
          </ac:picMkLst>
        </pc:picChg>
        <pc:picChg chg="del">
          <ac:chgData name="Ahmed Muzaffar" userId="810b0563-a878-4a3e-ba9d-2a966205813a" providerId="ADAL" clId="{B11A062C-5257-4976-A129-3CF8AF646D76}" dt="2026-03-04T21:28:30.149" v="364" actId="478"/>
          <ac:picMkLst>
            <pc:docMk/>
            <pc:sldMk cId="2148857522" sldId="2147375112"/>
            <ac:picMk id="131" creationId="{C29462DC-F483-3CEF-CBC3-0B5CBA22B11F}"/>
          </ac:picMkLst>
        </pc:picChg>
        <pc:picChg chg="del">
          <ac:chgData name="Ahmed Muzaffar" userId="810b0563-a878-4a3e-ba9d-2a966205813a" providerId="ADAL" clId="{B11A062C-5257-4976-A129-3CF8AF646D76}" dt="2026-03-04T21:29:45.258" v="375" actId="478"/>
          <ac:picMkLst>
            <pc:docMk/>
            <pc:sldMk cId="2148857522" sldId="2147375112"/>
            <ac:picMk id="133" creationId="{BE696388-0883-4A38-D1D3-54231931A3F0}"/>
          </ac:picMkLst>
        </pc:picChg>
        <pc:picChg chg="del">
          <ac:chgData name="Ahmed Muzaffar" userId="810b0563-a878-4a3e-ba9d-2a966205813a" providerId="ADAL" clId="{B11A062C-5257-4976-A129-3CF8AF646D76}" dt="2026-03-04T21:29:45.258" v="375" actId="478"/>
          <ac:picMkLst>
            <pc:docMk/>
            <pc:sldMk cId="2148857522" sldId="2147375112"/>
            <ac:picMk id="136" creationId="{59DD3DB2-3EAE-6ECF-2AFE-8B81DA065CF3}"/>
          </ac:picMkLst>
        </pc:picChg>
        <pc:cxnChg chg="del">
          <ac:chgData name="Ahmed Muzaffar" userId="810b0563-a878-4a3e-ba9d-2a966205813a" providerId="ADAL" clId="{B11A062C-5257-4976-A129-3CF8AF646D76}" dt="2026-03-04T21:26:58.323" v="357" actId="478"/>
          <ac:cxnSpMkLst>
            <pc:docMk/>
            <pc:sldMk cId="2148857522" sldId="2147375112"/>
            <ac:cxnSpMk id="2" creationId="{52DAFA7D-1416-1B03-331B-A9C5E995A54A}"/>
          </ac:cxnSpMkLst>
        </pc:cxnChg>
        <pc:cxnChg chg="add mod">
          <ac:chgData name="Ahmed Muzaffar" userId="810b0563-a878-4a3e-ba9d-2a966205813a" providerId="ADAL" clId="{B11A062C-5257-4976-A129-3CF8AF646D76}" dt="2026-03-04T22:18:24.524" v="763" actId="1076"/>
          <ac:cxnSpMkLst>
            <pc:docMk/>
            <pc:sldMk cId="2148857522" sldId="2147375112"/>
            <ac:cxnSpMk id="2" creationId="{A56B633D-0F68-ED73-7EC7-CA76F40280F7}"/>
          </ac:cxnSpMkLst>
        </pc:cxnChg>
        <pc:cxnChg chg="add mod">
          <ac:chgData name="Ahmed Muzaffar" userId="810b0563-a878-4a3e-ba9d-2a966205813a" providerId="ADAL" clId="{B11A062C-5257-4976-A129-3CF8AF646D76}" dt="2026-03-04T21:56:14.531" v="729" actId="14100"/>
          <ac:cxnSpMkLst>
            <pc:docMk/>
            <pc:sldMk cId="2148857522" sldId="2147375112"/>
            <ac:cxnSpMk id="4" creationId="{384CBAF5-79EE-5D9F-2F33-D3C7EC2306B5}"/>
          </ac:cxnSpMkLst>
        </pc:cxnChg>
        <pc:cxnChg chg="add mod">
          <ac:chgData name="Ahmed Muzaffar" userId="810b0563-a878-4a3e-ba9d-2a966205813a" providerId="ADAL" clId="{B11A062C-5257-4976-A129-3CF8AF646D76}" dt="2026-03-04T21:31:04.883" v="383" actId="14100"/>
          <ac:cxnSpMkLst>
            <pc:docMk/>
            <pc:sldMk cId="2148857522" sldId="2147375112"/>
            <ac:cxnSpMk id="5" creationId="{5B05F89A-B65B-FB96-9D8C-8992A49BF5C1}"/>
          </ac:cxnSpMkLst>
        </pc:cxnChg>
        <pc:cxnChg chg="del">
          <ac:chgData name="Ahmed Muzaffar" userId="810b0563-a878-4a3e-ba9d-2a966205813a" providerId="ADAL" clId="{B11A062C-5257-4976-A129-3CF8AF646D76}" dt="2026-03-04T21:27:44.833" v="362" actId="478"/>
          <ac:cxnSpMkLst>
            <pc:docMk/>
            <pc:sldMk cId="2148857522" sldId="2147375112"/>
            <ac:cxnSpMk id="13" creationId="{2E967688-E8F4-2DE0-A052-A0E03201BECD}"/>
          </ac:cxnSpMkLst>
        </pc:cxnChg>
        <pc:cxnChg chg="del mod">
          <ac:chgData name="Ahmed Muzaffar" userId="810b0563-a878-4a3e-ba9d-2a966205813a" providerId="ADAL" clId="{B11A062C-5257-4976-A129-3CF8AF646D76}" dt="2026-03-04T21:47:21.782" v="665" actId="478"/>
          <ac:cxnSpMkLst>
            <pc:docMk/>
            <pc:sldMk cId="2148857522" sldId="2147375112"/>
            <ac:cxnSpMk id="29" creationId="{C0625EA9-72CE-8477-40B2-93AF9DBC53D5}"/>
          </ac:cxnSpMkLst>
        </pc:cxnChg>
        <pc:cxnChg chg="del mod">
          <ac:chgData name="Ahmed Muzaffar" userId="810b0563-a878-4a3e-ba9d-2a966205813a" providerId="ADAL" clId="{B11A062C-5257-4976-A129-3CF8AF646D76}" dt="2026-03-04T21:27:41.395" v="361" actId="478"/>
          <ac:cxnSpMkLst>
            <pc:docMk/>
            <pc:sldMk cId="2148857522" sldId="2147375112"/>
            <ac:cxnSpMk id="36" creationId="{FF5D0BF6-7422-9EA3-AE22-C69D59A24761}"/>
          </ac:cxnSpMkLst>
        </pc:cxnChg>
        <pc:cxnChg chg="del mod">
          <ac:chgData name="Ahmed Muzaffar" userId="810b0563-a878-4a3e-ba9d-2a966205813a" providerId="ADAL" clId="{B11A062C-5257-4976-A129-3CF8AF646D76}" dt="2026-03-04T21:29:48.579" v="376" actId="478"/>
          <ac:cxnSpMkLst>
            <pc:docMk/>
            <pc:sldMk cId="2148857522" sldId="2147375112"/>
            <ac:cxnSpMk id="54" creationId="{24F74060-DB8B-2023-1E9F-8843148B1C6C}"/>
          </ac:cxnSpMkLst>
        </pc:cxnChg>
        <pc:cxnChg chg="mod">
          <ac:chgData name="Ahmed Muzaffar" userId="810b0563-a878-4a3e-ba9d-2a966205813a" providerId="ADAL" clId="{B11A062C-5257-4976-A129-3CF8AF646D76}" dt="2026-03-04T21:49:34.151" v="677" actId="1076"/>
          <ac:cxnSpMkLst>
            <pc:docMk/>
            <pc:sldMk cId="2148857522" sldId="2147375112"/>
            <ac:cxnSpMk id="59" creationId="{6C889857-5DB1-9CE1-7C9F-42596EE15EF7}"/>
          </ac:cxnSpMkLst>
        </pc:cxnChg>
        <pc:cxnChg chg="mod">
          <ac:chgData name="Ahmed Muzaffar" userId="810b0563-a878-4a3e-ba9d-2a966205813a" providerId="ADAL" clId="{B11A062C-5257-4976-A129-3CF8AF646D76}" dt="2026-03-04T21:47:05.007" v="656" actId="1076"/>
          <ac:cxnSpMkLst>
            <pc:docMk/>
            <pc:sldMk cId="2148857522" sldId="2147375112"/>
            <ac:cxnSpMk id="69" creationId="{972A22D0-096A-591E-993B-CC2F24C76E45}"/>
          </ac:cxnSpMkLst>
        </pc:cxnChg>
        <pc:cxnChg chg="add del">
          <ac:chgData name="Ahmed Muzaffar" userId="810b0563-a878-4a3e-ba9d-2a966205813a" providerId="ADAL" clId="{B11A062C-5257-4976-A129-3CF8AF646D76}" dt="2026-03-04T21:29:05.041" v="371" actId="478"/>
          <ac:cxnSpMkLst>
            <pc:docMk/>
            <pc:sldMk cId="2148857522" sldId="2147375112"/>
            <ac:cxnSpMk id="72" creationId="{E9B70BC2-9E82-27EE-32B3-9E9451CAF9D0}"/>
          </ac:cxnSpMkLst>
        </pc:cxnChg>
        <pc:cxnChg chg="del">
          <ac:chgData name="Ahmed Muzaffar" userId="810b0563-a878-4a3e-ba9d-2a966205813a" providerId="ADAL" clId="{B11A062C-5257-4976-A129-3CF8AF646D76}" dt="2026-03-04T21:28:37.979" v="366" actId="478"/>
          <ac:cxnSpMkLst>
            <pc:docMk/>
            <pc:sldMk cId="2148857522" sldId="2147375112"/>
            <ac:cxnSpMk id="73" creationId="{F0657F73-5020-9E36-A75C-3678930D2485}"/>
          </ac:cxnSpMkLst>
        </pc:cxnChg>
        <pc:cxnChg chg="add mod">
          <ac:chgData name="Ahmed Muzaffar" userId="810b0563-a878-4a3e-ba9d-2a966205813a" providerId="ADAL" clId="{B11A062C-5257-4976-A129-3CF8AF646D76}" dt="2026-03-04T21:45:49.709" v="643" actId="1076"/>
          <ac:cxnSpMkLst>
            <pc:docMk/>
            <pc:sldMk cId="2148857522" sldId="2147375112"/>
            <ac:cxnSpMk id="76" creationId="{7782F991-FCA0-90A1-509A-114663ED3105}"/>
          </ac:cxnSpMkLst>
        </pc:cxnChg>
        <pc:cxnChg chg="add mod">
          <ac:chgData name="Ahmed Muzaffar" userId="810b0563-a878-4a3e-ba9d-2a966205813a" providerId="ADAL" clId="{B11A062C-5257-4976-A129-3CF8AF646D76}" dt="2026-03-04T21:46:44.099" v="654" actId="14100"/>
          <ac:cxnSpMkLst>
            <pc:docMk/>
            <pc:sldMk cId="2148857522" sldId="2147375112"/>
            <ac:cxnSpMk id="78" creationId="{92934D4C-EE85-13EC-C164-AFF871AA35B9}"/>
          </ac:cxnSpMkLst>
        </pc:cxnChg>
        <pc:cxnChg chg="add mod">
          <ac:chgData name="Ahmed Muzaffar" userId="810b0563-a878-4a3e-ba9d-2a966205813a" providerId="ADAL" clId="{B11A062C-5257-4976-A129-3CF8AF646D76}" dt="2026-03-04T21:47:35.546" v="668" actId="1076"/>
          <ac:cxnSpMkLst>
            <pc:docMk/>
            <pc:sldMk cId="2148857522" sldId="2147375112"/>
            <ac:cxnSpMk id="83" creationId="{5E5302AE-91B2-844D-D447-0810CDAE799B}"/>
          </ac:cxnSpMkLst>
        </pc:cxnChg>
        <pc:cxnChg chg="add mod">
          <ac:chgData name="Ahmed Muzaffar" userId="810b0563-a878-4a3e-ba9d-2a966205813a" providerId="ADAL" clId="{B11A062C-5257-4976-A129-3CF8AF646D76}" dt="2026-03-04T21:49:13.905" v="673" actId="1076"/>
          <ac:cxnSpMkLst>
            <pc:docMk/>
            <pc:sldMk cId="2148857522" sldId="2147375112"/>
            <ac:cxnSpMk id="86" creationId="{6BCA41EB-88C7-214E-490A-F0C92D07AC21}"/>
          </ac:cxnSpMkLst>
        </pc:cxnChg>
        <pc:cxnChg chg="add del mod">
          <ac:chgData name="Ahmed Muzaffar" userId="810b0563-a878-4a3e-ba9d-2a966205813a" providerId="ADAL" clId="{B11A062C-5257-4976-A129-3CF8AF646D76}" dt="2026-03-04T21:53:12.482" v="716" actId="478"/>
          <ac:cxnSpMkLst>
            <pc:docMk/>
            <pc:sldMk cId="2148857522" sldId="2147375112"/>
            <ac:cxnSpMk id="94" creationId="{01C99932-439B-6F02-3D7B-8256A4CB74E6}"/>
          </ac:cxnSpMkLst>
        </pc:cxnChg>
        <pc:cxnChg chg="del mod">
          <ac:chgData name="Ahmed Muzaffar" userId="810b0563-a878-4a3e-ba9d-2a966205813a" providerId="ADAL" clId="{B11A062C-5257-4976-A129-3CF8AF646D76}" dt="2026-03-04T21:29:45.258" v="375" actId="478"/>
          <ac:cxnSpMkLst>
            <pc:docMk/>
            <pc:sldMk cId="2148857522" sldId="2147375112"/>
            <ac:cxnSpMk id="96" creationId="{E04983E0-25A6-E37C-C1EA-F9AC9B93DAAC}"/>
          </ac:cxnSpMkLst>
        </pc:cxnChg>
        <pc:cxnChg chg="add mod">
          <ac:chgData name="Ahmed Muzaffar" userId="810b0563-a878-4a3e-ba9d-2a966205813a" providerId="ADAL" clId="{B11A062C-5257-4976-A129-3CF8AF646D76}" dt="2026-03-04T21:53:31.230" v="718" actId="1076"/>
          <ac:cxnSpMkLst>
            <pc:docMk/>
            <pc:sldMk cId="2148857522" sldId="2147375112"/>
            <ac:cxnSpMk id="107" creationId="{31436856-026B-7666-FDDE-59A7B96F3291}"/>
          </ac:cxnSpMkLst>
        </pc:cxnChg>
        <pc:cxnChg chg="add del mod">
          <ac:chgData name="Ahmed Muzaffar" userId="810b0563-a878-4a3e-ba9d-2a966205813a" providerId="ADAL" clId="{B11A062C-5257-4976-A129-3CF8AF646D76}" dt="2026-03-04T22:18:15.924" v="761" actId="478"/>
          <ac:cxnSpMkLst>
            <pc:docMk/>
            <pc:sldMk cId="2148857522" sldId="2147375112"/>
            <ac:cxnSpMk id="108" creationId="{9E018FF9-877E-FC08-F004-3F8653331332}"/>
          </ac:cxnSpMkLst>
        </pc:cxnChg>
        <pc:cxnChg chg="add mod">
          <ac:chgData name="Ahmed Muzaffar" userId="810b0563-a878-4a3e-ba9d-2a966205813a" providerId="ADAL" clId="{B11A062C-5257-4976-A129-3CF8AF646D76}" dt="2026-03-04T21:55:46.915" v="728" actId="1076"/>
          <ac:cxnSpMkLst>
            <pc:docMk/>
            <pc:sldMk cId="2148857522" sldId="2147375112"/>
            <ac:cxnSpMk id="110" creationId="{2617BF17-35E5-E1D5-3453-7D3F50CF7B0D}"/>
          </ac:cxnSpMkLst>
        </pc:cxnChg>
        <pc:cxnChg chg="add del mod">
          <ac:chgData name="Ahmed Muzaffar" userId="810b0563-a878-4a3e-ba9d-2a966205813a" providerId="ADAL" clId="{B11A062C-5257-4976-A129-3CF8AF646D76}" dt="2026-03-04T21:55:28.645" v="727" actId="478"/>
          <ac:cxnSpMkLst>
            <pc:docMk/>
            <pc:sldMk cId="2148857522" sldId="2147375112"/>
            <ac:cxnSpMk id="111" creationId="{AC501900-5D93-8524-84EB-2D51B5123647}"/>
          </ac:cxnSpMkLst>
        </pc:cxnChg>
        <pc:cxnChg chg="add del mod">
          <ac:chgData name="Ahmed Muzaffar" userId="810b0563-a878-4a3e-ba9d-2a966205813a" providerId="ADAL" clId="{B11A062C-5257-4976-A129-3CF8AF646D76}" dt="2026-03-04T21:56:40.944" v="732" actId="478"/>
          <ac:cxnSpMkLst>
            <pc:docMk/>
            <pc:sldMk cId="2148857522" sldId="2147375112"/>
            <ac:cxnSpMk id="120" creationId="{9C5EACA0-ADD4-25A3-2A76-A0B7561DC364}"/>
          </ac:cxnSpMkLst>
        </pc:cxnChg>
        <pc:cxnChg chg="add mod">
          <ac:chgData name="Ahmed Muzaffar" userId="810b0563-a878-4a3e-ba9d-2a966205813a" providerId="ADAL" clId="{B11A062C-5257-4976-A129-3CF8AF646D76}" dt="2026-03-04T21:57:12.608" v="735" actId="14100"/>
          <ac:cxnSpMkLst>
            <pc:docMk/>
            <pc:sldMk cId="2148857522" sldId="2147375112"/>
            <ac:cxnSpMk id="121" creationId="{FD28800B-7882-54E7-441C-A223196F9583}"/>
          </ac:cxnSpMkLst>
        </pc:cxnChg>
        <pc:cxnChg chg="del mod">
          <ac:chgData name="Ahmed Muzaffar" userId="810b0563-a878-4a3e-ba9d-2a966205813a" providerId="ADAL" clId="{B11A062C-5257-4976-A129-3CF8AF646D76}" dt="2026-03-04T21:29:48.579" v="376" actId="478"/>
          <ac:cxnSpMkLst>
            <pc:docMk/>
            <pc:sldMk cId="2148857522" sldId="2147375112"/>
            <ac:cxnSpMk id="172" creationId="{01BC2F90-A6B7-3F38-1F1F-ECC523D4FD71}"/>
          </ac:cxnSpMkLst>
        </pc:cxnChg>
        <pc:cxnChg chg="del">
          <ac:chgData name="Ahmed Muzaffar" userId="810b0563-a878-4a3e-ba9d-2a966205813a" providerId="ADAL" clId="{B11A062C-5257-4976-A129-3CF8AF646D76}" dt="2026-03-04T21:29:45.258" v="375" actId="478"/>
          <ac:cxnSpMkLst>
            <pc:docMk/>
            <pc:sldMk cId="2148857522" sldId="2147375112"/>
            <ac:cxnSpMk id="180" creationId="{A1540B96-5E34-CC10-5B61-9ED2D66DBB03}"/>
          </ac:cxnSpMkLst>
        </pc:cxnChg>
        <pc:cxnChg chg="del mod">
          <ac:chgData name="Ahmed Muzaffar" userId="810b0563-a878-4a3e-ba9d-2a966205813a" providerId="ADAL" clId="{B11A062C-5257-4976-A129-3CF8AF646D76}" dt="2026-03-04T21:33:40.479" v="405" actId="478"/>
          <ac:cxnSpMkLst>
            <pc:docMk/>
            <pc:sldMk cId="2148857522" sldId="2147375112"/>
            <ac:cxnSpMk id="184" creationId="{31574F86-A11F-B6D2-0999-7EE9C72D27B6}"/>
          </ac:cxnSpMkLst>
        </pc:cxnChg>
        <pc:cxnChg chg="del mod">
          <ac:chgData name="Ahmed Muzaffar" userId="810b0563-a878-4a3e-ba9d-2a966205813a" providerId="ADAL" clId="{B11A062C-5257-4976-A129-3CF8AF646D76}" dt="2026-03-04T21:33:08.457" v="401" actId="478"/>
          <ac:cxnSpMkLst>
            <pc:docMk/>
            <pc:sldMk cId="2148857522" sldId="2147375112"/>
            <ac:cxnSpMk id="186" creationId="{19170FD4-C6D8-FA6B-4337-570B3FD5D809}"/>
          </ac:cxnSpMkLst>
        </pc:cxnChg>
        <pc:cxnChg chg="del mod">
          <ac:chgData name="Ahmed Muzaffar" userId="810b0563-a878-4a3e-ba9d-2a966205813a" providerId="ADAL" clId="{B11A062C-5257-4976-A129-3CF8AF646D76}" dt="2026-03-04T21:32:52.938" v="399" actId="478"/>
          <ac:cxnSpMkLst>
            <pc:docMk/>
            <pc:sldMk cId="2148857522" sldId="2147375112"/>
            <ac:cxnSpMk id="188" creationId="{46A860C3-8004-A176-FC53-352F76B24009}"/>
          </ac:cxnSpMkLst>
        </pc:cxnChg>
        <pc:cxnChg chg="del mod">
          <ac:chgData name="Ahmed Muzaffar" userId="810b0563-a878-4a3e-ba9d-2a966205813a" providerId="ADAL" clId="{B11A062C-5257-4976-A129-3CF8AF646D76}" dt="2026-03-04T21:26:54.482" v="356" actId="478"/>
          <ac:cxnSpMkLst>
            <pc:docMk/>
            <pc:sldMk cId="2148857522" sldId="2147375112"/>
            <ac:cxnSpMk id="191" creationId="{770E09BB-C1D5-57A7-1A98-9DBBE7CEFEDD}"/>
          </ac:cxnSpMkLst>
        </pc:cxnChg>
        <pc:cxnChg chg="del mod">
          <ac:chgData name="Ahmed Muzaffar" userId="810b0563-a878-4a3e-ba9d-2a966205813a" providerId="ADAL" clId="{B11A062C-5257-4976-A129-3CF8AF646D76}" dt="2026-03-04T21:52:17.828" v="705" actId="478"/>
          <ac:cxnSpMkLst>
            <pc:docMk/>
            <pc:sldMk cId="2148857522" sldId="2147375112"/>
            <ac:cxnSpMk id="193" creationId="{381002EE-9520-3C9A-42E4-23B79D698135}"/>
          </ac:cxnSpMkLst>
        </pc:cxnChg>
      </pc:sldChg>
      <pc:sldChg chg="addSp delSp modSp add mod ord">
        <pc:chgData name="Ahmed Muzaffar" userId="810b0563-a878-4a3e-ba9d-2a966205813a" providerId="ADAL" clId="{B11A062C-5257-4976-A129-3CF8AF646D76}" dt="2026-03-04T22:17:46.967" v="751" actId="478"/>
        <pc:sldMkLst>
          <pc:docMk/>
          <pc:sldMk cId="466302151" sldId="2147375113"/>
        </pc:sldMkLst>
        <pc:spChg chg="del mod">
          <ac:chgData name="Ahmed Muzaffar" userId="810b0563-a878-4a3e-ba9d-2a966205813a" providerId="ADAL" clId="{B11A062C-5257-4976-A129-3CF8AF646D76}" dt="2026-03-04T22:17:46.967" v="751" actId="478"/>
          <ac:spMkLst>
            <pc:docMk/>
            <pc:sldMk cId="466302151" sldId="2147375113"/>
            <ac:spMk id="3" creationId="{1605163A-7441-2476-9DD3-EC955309312E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4" creationId="{06649906-A809-00F9-69AE-8D1970A79DF8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9" creationId="{5CAD70F3-A0DA-90C1-A221-4FCD4A2B072D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10" creationId="{A3E2B521-C0BE-E030-17CC-ABF075B52F7E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11" creationId="{937DFEC1-0ADC-139C-5B40-8C98B78EE087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15" creationId="{A1048982-F70F-BC1E-1950-666882D7F515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17" creationId="{DC04535F-DA66-7B4C-BD25-B52C5EF21474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18" creationId="{01D4CCFC-7C53-FF3B-1231-56BA933A0936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20" creationId="{2D5C6C53-EC5F-50F5-B270-B994107DF808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27" creationId="{000FB209-6D09-1667-9356-436D0FCA94B2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28" creationId="{FDCB8F04-DC07-7A82-0801-731AFF3A9FD2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38" creationId="{AF9E9036-3023-5F94-43FA-9320F5D2790B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45" creationId="{3FEB1197-F5EA-BA53-C003-270813CAE83F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46" creationId="{0332C24A-2381-B0A7-59B8-AA753580B52F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60" creationId="{98C31B32-0929-1E98-C226-833B50C0418A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61" creationId="{3A637DC8-498B-0B7E-9925-5E6A947B2D28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65" creationId="{7440553D-EFDB-E10E-5211-436B0DAB2F2D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74" creationId="{A52B8331-FFB0-7DA8-B0BA-14DAC7B9D901}"/>
          </ac:spMkLst>
        </pc:spChg>
        <pc:spChg chg="add mod">
          <ac:chgData name="Ahmed Muzaffar" userId="810b0563-a878-4a3e-ba9d-2a966205813a" providerId="ADAL" clId="{B11A062C-5257-4976-A129-3CF8AF646D76}" dt="2026-03-04T22:16:51.048" v="739"/>
          <ac:spMkLst>
            <pc:docMk/>
            <pc:sldMk cId="466302151" sldId="2147375113"/>
            <ac:spMk id="76" creationId="{F9889A11-F235-22EC-45A0-4F87BAE61108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90" creationId="{F2C01BD1-0233-5486-B960-3030BFE4CBF0}"/>
          </ac:spMkLst>
        </pc:spChg>
        <pc:spChg chg="del">
          <ac:chgData name="Ahmed Muzaffar" userId="810b0563-a878-4a3e-ba9d-2a966205813a" providerId="ADAL" clId="{B11A062C-5257-4976-A129-3CF8AF646D76}" dt="2026-03-04T22:16:49.967" v="738" actId="478"/>
          <ac:spMkLst>
            <pc:docMk/>
            <pc:sldMk cId="466302151" sldId="2147375113"/>
            <ac:spMk id="115" creationId="{9B833AB7-AB62-FBE1-B6FA-162536A2AE29}"/>
          </ac:spMkLst>
        </pc:spChg>
        <pc:picChg chg="add mod">
          <ac:chgData name="Ahmed Muzaffar" userId="810b0563-a878-4a3e-ba9d-2a966205813a" providerId="ADAL" clId="{B11A062C-5257-4976-A129-3CF8AF646D76}" dt="2026-03-04T22:17:13.343" v="745" actId="1076"/>
          <ac:picMkLst>
            <pc:docMk/>
            <pc:sldMk cId="466302151" sldId="2147375113"/>
            <ac:picMk id="77" creationId="{A0E27E83-63E2-84B2-2F2B-5CA5B7F2463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8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02C281-C3B4-060B-8E00-87ACD5CB4A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D6384-1DCB-5C00-7A35-DF856B633C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0A79C-C7E1-4D6B-839A-8A6701C36C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95C00-AAA5-8564-5E89-9C0E46E71C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414A1-112C-6B54-501A-8110BB00EC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75A05-68F5-4168-A0AD-BA9E01D06E0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1FA4E-EB00-4ABE-F2B1-5A549B842ADD}"/>
              </a:ext>
            </a:extLst>
          </p:cNvPr>
          <p:cNvSpPr/>
          <p:nvPr/>
        </p:nvSpPr>
        <p:spPr>
          <a:xfrm rot="5400000">
            <a:off x="7712581" y="-5009810"/>
            <a:ext cx="48768" cy="11864340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137D5-C14D-B3B8-BD19-3736CF40B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2806" y="595230"/>
            <a:ext cx="342900" cy="618836"/>
          </a:xfrm>
          <a:prstGeom prst="rect">
            <a:avLst/>
          </a:prstGeom>
          <a:solidFill>
            <a:srgbClr val="652D8C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89D797-4101-22A8-81D5-916FC7A9D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961" y="595367"/>
            <a:ext cx="342900" cy="618699"/>
          </a:xfrm>
          <a:prstGeom prst="rect">
            <a:avLst/>
          </a:prstGeom>
          <a:solidFill>
            <a:srgbClr val="008C99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DDF638-7A0D-4BCC-0DF9-4E29739FC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116" y="593177"/>
            <a:ext cx="342900" cy="620889"/>
          </a:xfrm>
          <a:prstGeom prst="rect">
            <a:avLst/>
          </a:prstGeom>
          <a:solidFill>
            <a:srgbClr val="9D3293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037E0F-A15B-F205-2AB7-801F0082E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271" y="593176"/>
            <a:ext cx="336757" cy="609600"/>
          </a:xfrm>
          <a:prstGeom prst="rect">
            <a:avLst/>
          </a:prstGeom>
          <a:solidFill>
            <a:srgbClr val="7C0041"/>
          </a:solidFill>
        </p:spPr>
      </p:pic>
      <p:pic>
        <p:nvPicPr>
          <p:cNvPr id="11" name="Picture 10" descr="A blue sign with white text&#10;&#10;Description automatically generated">
            <a:extLst>
              <a:ext uri="{FF2B5EF4-FFF2-40B4-BE49-F238E27FC236}">
                <a16:creationId xmlns:a16="http://schemas.microsoft.com/office/drawing/2014/main" id="{277D16A0-0F4D-C5E9-4255-7A475E3373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18" y="410296"/>
            <a:ext cx="1502483" cy="9753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5DDC847-6AEF-1EFF-4771-C58247CECC2C}"/>
              </a:ext>
            </a:extLst>
          </p:cNvPr>
          <p:cNvSpPr txBox="1">
            <a:spLocks/>
          </p:cNvSpPr>
          <p:nvPr/>
        </p:nvSpPr>
        <p:spPr>
          <a:xfrm>
            <a:off x="0" y="1873301"/>
            <a:ext cx="15773400" cy="1213408"/>
          </a:xfrm>
          <a:prstGeom prst="rect">
            <a:avLst/>
          </a:prstGeom>
        </p:spPr>
        <p:txBody>
          <a:bodyPr/>
          <a:lstStyle>
            <a:lvl1pPr algn="l" defTabSz="15773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59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>
                <a:solidFill>
                  <a:srgbClr val="003867"/>
                </a:solidFill>
                <a:latin typeface="Montserrat Bold" panose="00000800000000000000"/>
              </a:rPr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12148795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94791-A2DC-44F6-9808-2A6E03D0C53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25" y="1143000"/>
            <a:ext cx="4730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C4F2E-422F-4750-A5AB-8C0E6CD0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064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444D-ADB8-6B5A-C9F6-D9124D77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980AD-0207-61E2-6CA4-FB3EA4B68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0E708-B4FD-8CF4-3AD4-A6D6CAA17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B5CAB-7B30-ED5C-DE84-3E8307AF0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C4F2E-422F-4750-A5AB-8C0E6CD01A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95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7E94-1FB4-6D5C-3157-6BD3BCD6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A7A28-BA37-3BF9-EBD8-E13C24628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690AC-5757-4967-67F3-5ABADCE06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D7CE4-ED08-F257-9F54-D057697A1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C4F2E-422F-4750-A5AB-8C0E6CD01A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3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A70B-A589-6FFC-A6C2-83729DD1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EC16F-86C8-5A09-50E4-DF8C4CFD0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867B4-F2B7-93F1-1042-85F250A50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44DFA-9C8B-B7C1-8C73-2BCBAE62E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C4F2E-422F-4750-A5AB-8C0E6CD01A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32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EDDD-2071-CF52-C81E-0FF5293A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80BE3-86D0-AA13-DFF2-E18A0B69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6855B-759E-7E61-6FF8-0CEB9D36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8C1E5-8A7E-C924-1517-50AA9696175B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99878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1175-83D7-9495-54E1-4FB637020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4026" y="5403273"/>
            <a:ext cx="12489874" cy="1018309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A82DA-C26A-B159-1287-AE1A313D3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4026" y="6670963"/>
            <a:ext cx="12489874" cy="389659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D1774-6955-94F4-FC93-B3E2CF59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FF782-CA02-DA21-6A70-37C039E5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0D299-2A14-6101-4AAF-B00843D2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E7347-AFB5-A5C4-6733-5BF965B70425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415398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A830-3EC3-71AE-DC46-BBA38239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82321-9F1D-F2E4-BDCA-B4630285B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098" y="6707238"/>
            <a:ext cx="12597035" cy="53557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F691-2427-7169-7091-817F25A4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92B39-ACB6-44DB-FCDA-0DC90A9A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F9263-D560-1D02-25CB-F4A9755E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AC0E3-AF35-0E23-543B-F52CE3D5E9A0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534823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4C55-77F9-F64E-0059-DD8030CA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591" y="3626427"/>
            <a:ext cx="12248284" cy="549852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B3842-37DA-45BD-EB86-DB523395F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5591" y="9417919"/>
            <a:ext cx="12248284" cy="23134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E4B5C-6A0C-2CA2-D74A-4FFE452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C8FC1-D284-F4AF-CD96-9C08643D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94454-EFD9-2405-8F30-C591ED83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E6720-8BED-EA12-D805-D6320C75A589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60251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25A91-D7C5-C33A-937D-D9C1A75A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ED4B7-114C-0722-1AD7-94BB39FE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C014A-88B4-F387-207A-2130CEC0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A6EBF-6200-75A5-7B29-AFEFF1569F36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28415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96ECE-FF58-8ACB-3738-8A1EDE32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CDC16-D011-133E-3407-C579CD1C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766D-3C33-A06E-23D6-84952244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FAC11-BBB5-4C16-8AE8-4174947186E8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03025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17EC-7067-FE2D-CEF3-50C40F48E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8900" y="2244725"/>
            <a:ext cx="157734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027DC-FC4A-133B-5C8D-E31BF653D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900" y="7204075"/>
            <a:ext cx="157734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6EEB6-A5E4-6C86-42B6-3E9A20B2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3218160"/>
            <a:ext cx="4732337" cy="49784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4854-3F84-6868-3475-69E03F62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3218160"/>
            <a:ext cx="4732338" cy="49784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4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C923-8D0F-3572-262E-0D6784D6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8D95E-3CF9-6BF8-503C-027DF5563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DA7C-769B-F801-0DAA-1E386EE0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3208000"/>
            <a:ext cx="4732337" cy="50800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7D22B-C54F-2306-4734-CC015CA9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3208000"/>
            <a:ext cx="7099300" cy="50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85810-68D6-27F5-07DA-E187B67F9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3208000"/>
            <a:ext cx="4732338" cy="50800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1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0F91-A9CA-ADC2-6956-8EB5F8A4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3419475"/>
            <a:ext cx="18138775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8E369-F277-7F56-662A-EFE05882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100" y="9178925"/>
            <a:ext cx="18138775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155A4-35C3-A186-E401-B1964294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EB522-382A-3BD7-C079-CC8E308E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57390" y="13039090"/>
            <a:ext cx="70993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BEEAA-BEAE-AB14-12D4-A291BB46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5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A3C-E268-910B-8E55-591DEB19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BAE5-B0A4-4FA1-EFDE-13D3A17B6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6213" y="3651250"/>
            <a:ext cx="8993187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AE41A-06B7-3DD9-FF1B-6FB51824F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91800" y="3651250"/>
            <a:ext cx="8993188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A120F-C146-F11E-EE0A-55E1FAC2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3077825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0A7A8-2943-4A89-7824-6651311B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3279120"/>
            <a:ext cx="7099300" cy="4368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61C1B-8DA9-B88C-5416-506EB854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45840" y="1298575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2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3336-0E58-600D-585D-14518E67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388" y="730250"/>
            <a:ext cx="18138775" cy="26511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A1A9B-7AF7-68D1-9BF9-313ACC1D9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9388" y="3362325"/>
            <a:ext cx="8896350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8BAC9-BD27-D1CB-9EF4-596157C91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9388" y="5010150"/>
            <a:ext cx="8896350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89186-2EE2-EFE9-37E3-4AE6A1077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647363" y="3362325"/>
            <a:ext cx="8940800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34D00B-EE2F-8218-4296-7E19B4622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647363" y="5010150"/>
            <a:ext cx="8940800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2F75A-D698-F076-F6F0-B158CCF4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3218160"/>
            <a:ext cx="4732337" cy="49784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88E17-9273-E890-CBB4-7F3D94F4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3218160"/>
            <a:ext cx="7099300" cy="4978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8ABEC-EF15-990C-14B0-9AF65A63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5781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1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27F7-17CF-54A4-25F5-B1B50725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6A660-D19A-4CA6-2EAC-44846C39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9E3F2-D22A-0418-A35A-33944552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2985750"/>
            <a:ext cx="70993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C05CE-215D-31D1-C77D-6DE54704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03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824DB-97D0-0A98-928B-B12C0846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13028930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8E085-1BBC-B5AB-828E-06F5EF7E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3028930"/>
            <a:ext cx="70993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9A16B-9F48-A15B-C3A2-3DD61EC3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0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070-7A6E-5000-6CD5-99EDE35A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388" y="914400"/>
            <a:ext cx="6781800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09E2-382D-459A-BF54-04231CCBD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0" y="1974850"/>
            <a:ext cx="10647363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B6655-A550-CC2B-6C5E-B91DA3A70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9388" y="4114800"/>
            <a:ext cx="6781800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24CEE-B95B-C94F-C022-2E43530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34EC5-9967-EABD-982C-67B251C4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2985750"/>
            <a:ext cx="70993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680CC-725F-6E8F-976A-48FF1003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68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6DE9-866E-E1F3-83CA-CF457CB82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388" y="914400"/>
            <a:ext cx="6781800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F4BB62-311D-A23D-9519-BBAD793BB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940800" y="1974850"/>
            <a:ext cx="10647363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AF26B-569F-8E7E-A811-927BFF66A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9388" y="4114800"/>
            <a:ext cx="6781800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CD30C-FC1A-01A8-C734-6AB238C3C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50190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AD0B3-F518-BB6A-BB96-4B29C2DA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2985750"/>
            <a:ext cx="70993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97308-83A2-F1FB-9134-A4621349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3749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1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CBF8-260F-04A3-08B7-4D171399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03B23-3CCE-B2B7-7786-17900A812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F63F-E248-1CEF-DB48-6EF90F0502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B5D4C-FD0B-AB9E-7A15-AA906328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2885420"/>
            <a:ext cx="70993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9881E-7124-F9D8-D10C-DA13DD5B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6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41BE59-9057-9FF3-799F-5755A54C3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051088" y="730250"/>
            <a:ext cx="4533900" cy="11623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3F8B8-D970-4822-46AF-8FA7A4F00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46213" y="730250"/>
            <a:ext cx="13452475" cy="1162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9D1C0-7DF6-3105-85CD-F0AD6982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/>
          <a:lstStyle/>
          <a:p>
            <a:fld id="{AC46E304-9841-44B8-976C-0041EA4ECFA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1EDF1-6DA9-FC04-7619-F38B8D48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5950" y="13008610"/>
            <a:ext cx="70993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8D4F-7403-BA47-1144-94B51140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/>
          <a:lstStyle/>
          <a:p>
            <a:fld id="{D74843E0-2055-4C72-8E8A-3552985FB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17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7E9B-7CAD-FE00-6C6E-7C6F26E1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5680" y="5483862"/>
            <a:ext cx="12578080" cy="13785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42832-3580-D3EC-D292-DFECAF230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4480" y="7223760"/>
            <a:ext cx="10607040" cy="39928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DFA2A-C1B2-7209-94CE-92BA8C7C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A867-EEFB-4C59-8D9E-123E08D8580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1E55-1BD3-4D75-D988-4245606C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FA9AA-6C5C-50B7-A232-38444CC9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BBA7-05B2-4503-B861-699A1767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33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81AA-C123-02D8-678F-EB29DC8F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135B94-42F7-F9D7-CF1E-9A13FCE8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A867-EEFB-4C59-8D9E-123E08D8580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60820-5D39-CB2E-6B94-78413E72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6DA5F-D678-187C-32EE-E1157383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BBA7-05B2-4503-B861-699A1767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4A664E-4C8E-4AFF-B215-C1FEBDB9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A867-EEFB-4C59-8D9E-123E08D8580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EEBD2-8DD1-EB2A-4D70-5F095C96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16825-38FE-3E06-1B54-B58E7910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BBA7-05B2-4503-B861-699A17675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93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3B82-22D3-EC02-E838-2D3DEDDA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321040"/>
            <a:ext cx="21102320" cy="1380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EF8B86-7814-0576-C596-344FA9D1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57810"/>
            <a:ext cx="4732337" cy="730250"/>
          </a:xfrm>
        </p:spPr>
        <p:txBody>
          <a:bodyPr/>
          <a:lstStyle>
            <a:lvl1pPr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484779C3-6ED8-4CFB-B6EF-C05775DCAFF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1FF5B-6137-40B0-CFE0-2C9344EB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1511" y="12985750"/>
            <a:ext cx="7099300" cy="7302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4BC8D-824C-1E7E-E2FA-C15A2563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57810"/>
            <a:ext cx="4732338" cy="730250"/>
          </a:xfrm>
        </p:spPr>
        <p:txBody>
          <a:bodyPr/>
          <a:lstStyle>
            <a:lvl1pPr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F9900510-EA48-49CE-AF38-00539D915E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372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EDDD-2071-CF52-C81E-0FF5293A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80BE3-86D0-AA13-DFF2-E18A0B69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6855B-759E-7E61-6FF8-0CEB9D36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8C1E5-8A7E-C924-1517-50AA9696175B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9117034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1175-83D7-9495-54E1-4FB637020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4026" y="5403273"/>
            <a:ext cx="12489874" cy="1018309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A82DA-C26A-B159-1287-AE1A313D3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4026" y="6670963"/>
            <a:ext cx="12489874" cy="389659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D1774-6955-94F4-FC93-B3E2CF59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FF782-CA02-DA21-6A70-37C039E5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0D299-2A14-6101-4AAF-B00843D2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E7347-AFB5-A5C4-6733-5BF965B70425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523994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A830-3EC3-71AE-DC46-BBA38239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82321-9F1D-F2E4-BDCA-B4630285B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098" y="6707238"/>
            <a:ext cx="12597035" cy="53557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F691-2427-7169-7091-817F25A4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92B39-ACB6-44DB-FCDA-0DC90A9A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F9263-D560-1D02-25CB-F4A9755E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AC0E3-AF35-0E23-543B-F52CE3D5E9A0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32058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4C55-77F9-F64E-0059-DD8030CA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591" y="3626427"/>
            <a:ext cx="12248284" cy="549852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B3842-37DA-45BD-EB86-DB523395F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5591" y="9417919"/>
            <a:ext cx="12248284" cy="23134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E4B5C-6A0C-2CA2-D74A-4FFE452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C8FC1-D284-F4AF-CD96-9C08643D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94454-EFD9-2405-8F30-C591ED83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E6720-8BED-EA12-D805-D6320C75A589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40603715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25A91-D7C5-C33A-937D-D9C1A75A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ED4B7-114C-0722-1AD7-94BB39FE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C014A-88B4-F387-207A-2130CEC0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A6EBF-6200-75A5-7B29-AFEFF1569F36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63233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96ECE-FF58-8ACB-3738-8A1EDE32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CDC16-D011-133E-3407-C579CD1C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B038-DF9E-4555-9F3E-99DCA1BA6723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766D-3C33-A06E-23D6-84952244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2A89C-2CBD-4FA8-A058-68D2C634C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FAC11-BBB5-4C16-8AE8-4174947186E8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1933827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3B82-22D3-EC02-E838-2D3DEDDA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321040"/>
            <a:ext cx="21102320" cy="1380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EF8B86-7814-0576-C596-344FA9D1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12957810"/>
            <a:ext cx="4732337" cy="730250"/>
          </a:xfrm>
        </p:spPr>
        <p:txBody>
          <a:bodyPr/>
          <a:lstStyle>
            <a:lvl1pPr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484779C3-6ED8-4CFB-B6EF-C05775DCAFF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1FF5B-6137-40B0-CFE0-2C9344EB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1511" y="12985750"/>
            <a:ext cx="7099300" cy="7302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4BC8D-824C-1E7E-E2FA-C15A2563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98862" y="12957810"/>
            <a:ext cx="4732338" cy="7302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F9900510-EA48-49CE-AF38-00539D915E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1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Relationship Id="rId9" Type="http://schemas.openxmlformats.org/officeDocument/2006/relationships/image" Target="../media/image5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5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6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67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lumMod val="9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4D55D-B1E0-E5F1-D308-1C3E0890C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427" y="4562629"/>
            <a:ext cx="12471827" cy="2144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82217-1091-5047-668C-64A073A11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840EB038-DF9E-4555-9F3E-99DCA1BA6723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6E8FF-B5F9-6CBA-B7E0-3CC9C6D17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65950" y="12985750"/>
            <a:ext cx="70993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D4BF-C958-0290-51B3-B86392DAA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7662A89C-2CBD-4FA8-A058-68D2C634C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EE9FC-DE1C-0562-146B-1F5D533799AC}"/>
              </a:ext>
            </a:extLst>
          </p:cNvPr>
          <p:cNvSpPr/>
          <p:nvPr userDrawn="1"/>
        </p:nvSpPr>
        <p:spPr>
          <a:xfrm rot="10800000">
            <a:off x="7055499" y="3410806"/>
            <a:ext cx="45719" cy="7235397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FB66F8-169A-E725-6509-504C8B668910}"/>
              </a:ext>
            </a:extLst>
          </p:cNvPr>
          <p:cNvGrpSpPr/>
          <p:nvPr userDrawn="1"/>
        </p:nvGrpSpPr>
        <p:grpSpPr>
          <a:xfrm>
            <a:off x="403470" y="6922058"/>
            <a:ext cx="5901844" cy="1378539"/>
            <a:chOff x="3364384" y="6257853"/>
            <a:chExt cx="1993628" cy="46566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0F2BA9-CE5D-F803-B9AE-50819CDCA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64384" y="6259393"/>
              <a:ext cx="457200" cy="464127"/>
            </a:xfrm>
            <a:prstGeom prst="rect">
              <a:avLst/>
            </a:prstGeom>
            <a:solidFill>
              <a:srgbClr val="652D8C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2A46E5-4367-57CF-C42F-622F57F50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79257" y="6259496"/>
              <a:ext cx="457200" cy="464024"/>
            </a:xfrm>
            <a:prstGeom prst="rect">
              <a:avLst/>
            </a:prstGeom>
            <a:solidFill>
              <a:srgbClr val="008C99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1DFAF1D-A39E-DC85-7B13-61FFD81C1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94130" y="6257853"/>
              <a:ext cx="457200" cy="465667"/>
            </a:xfrm>
            <a:prstGeom prst="rect">
              <a:avLst/>
            </a:prstGeom>
            <a:solidFill>
              <a:srgbClr val="9D3293"/>
            </a:solidFill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B54CFA-4656-FFC4-E38F-0290050F4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09003" y="6257853"/>
              <a:ext cx="449009" cy="457200"/>
            </a:xfrm>
            <a:prstGeom prst="rect">
              <a:avLst/>
            </a:prstGeom>
            <a:solidFill>
              <a:srgbClr val="7C0041"/>
            </a:solidFill>
          </p:spPr>
        </p:pic>
      </p:grpSp>
      <p:pic>
        <p:nvPicPr>
          <p:cNvPr id="13" name="Picture 12" descr="A blue sign with white text&#10;&#10;Description automatically generated">
            <a:extLst>
              <a:ext uri="{FF2B5EF4-FFF2-40B4-BE49-F238E27FC236}">
                <a16:creationId xmlns:a16="http://schemas.microsoft.com/office/drawing/2014/main" id="{8747B329-5325-8D4B-5EC4-8E97939621C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70" y="4562628"/>
            <a:ext cx="5873139" cy="21446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BE7956-8812-34BA-43C9-B3E8AF77F07E}"/>
              </a:ext>
            </a:extLst>
          </p:cNvPr>
          <p:cNvSpPr txBox="1"/>
          <p:nvPr userDrawn="1"/>
        </p:nvSpPr>
        <p:spPr>
          <a:xfrm>
            <a:off x="322924" y="8300597"/>
            <a:ext cx="5873140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B1D6DC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</a:rPr>
              <a:t>Where your health matters</a:t>
            </a:r>
            <a:endParaRPr lang="en-US" sz="2400">
              <a:solidFill>
                <a:srgbClr val="B1D6DC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00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89" r:id="rId2"/>
    <p:sldLayoutId id="2147483790" r:id="rId3"/>
    <p:sldLayoutId id="2147483791" r:id="rId4"/>
    <p:sldLayoutId id="2147483795" r:id="rId5"/>
    <p:sldLayoutId id="214748379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chemeClr val="accent1"/>
          </a:solidFill>
          <a:latin typeface="Montserrat" panose="00000500000000000000" pitchFamily="2" charset="0"/>
          <a:ea typeface="+mj-ea"/>
          <a:cs typeface="Mongolian Baiti" panose="03000500000000000000" pitchFamily="66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FC46F-37C0-884D-1367-93DA3AF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195" y="307723"/>
            <a:ext cx="18138775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04742-3735-E723-5A27-82E9A5C89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6213" y="1739347"/>
            <a:ext cx="18138775" cy="914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CBFA0-E1DE-9155-D2E9-D527E2532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3232300"/>
            <a:ext cx="4732337" cy="471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AC46E304-9841-44B8-976C-0041EA4ECFAB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5CCCE-FB37-A9AE-D837-0BBB4BFF9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258638" y="13232300"/>
            <a:ext cx="4732338" cy="417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D74843E0-2055-4C72-8E8A-3552985FBE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557CE-5B63-9488-0022-08703524493F}"/>
              </a:ext>
            </a:extLst>
          </p:cNvPr>
          <p:cNvSpPr/>
          <p:nvPr userDrawn="1"/>
        </p:nvSpPr>
        <p:spPr>
          <a:xfrm rot="5400000">
            <a:off x="10425455" y="-8722698"/>
            <a:ext cx="36576" cy="19933920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2F3BDA-A10E-372F-3744-DFE99F2C0C0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8417075" y="446422"/>
            <a:ext cx="457200" cy="464127"/>
          </a:xfrm>
          <a:prstGeom prst="rect">
            <a:avLst/>
          </a:prstGeom>
          <a:solidFill>
            <a:srgbClr val="652D8C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DA6179-C7F3-2630-E98D-54D14BA7D76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8931948" y="446525"/>
            <a:ext cx="457200" cy="464024"/>
          </a:xfrm>
          <a:prstGeom prst="rect">
            <a:avLst/>
          </a:prstGeom>
          <a:solidFill>
            <a:srgbClr val="008C99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13B9E8-B493-53C5-96C6-87F09BFD122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9446821" y="444882"/>
            <a:ext cx="457200" cy="465667"/>
          </a:xfrm>
          <a:prstGeom prst="rect">
            <a:avLst/>
          </a:prstGeom>
          <a:solidFill>
            <a:srgbClr val="9D3293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1BB663-2E6F-9DC2-134E-9176346579B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9961694" y="444882"/>
            <a:ext cx="449009" cy="457200"/>
          </a:xfrm>
          <a:prstGeom prst="rect">
            <a:avLst/>
          </a:prstGeom>
          <a:solidFill>
            <a:srgbClr val="7C0041"/>
          </a:solidFill>
        </p:spPr>
      </p:pic>
      <p:pic>
        <p:nvPicPr>
          <p:cNvPr id="12" name="Picture 11" descr="A blue sign with white text&#10;&#10;Description automatically generated">
            <a:extLst>
              <a:ext uri="{FF2B5EF4-FFF2-40B4-BE49-F238E27FC236}">
                <a16:creationId xmlns:a16="http://schemas.microsoft.com/office/drawing/2014/main" id="{6AAD5801-539D-F422-1E9B-3A65DFF9F3E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57" y="307722"/>
            <a:ext cx="2003310" cy="73152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9A56A3-B274-75B9-74AB-D5EF2A19A4FC}"/>
              </a:ext>
            </a:extLst>
          </p:cNvPr>
          <p:cNvSpPr/>
          <p:nvPr userDrawn="1"/>
        </p:nvSpPr>
        <p:spPr>
          <a:xfrm rot="5400000">
            <a:off x="10297665" y="5341029"/>
            <a:ext cx="36576" cy="15819120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E298A-350F-DAA7-1CD2-A309F560EA5B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36155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EF51F9C-4AE2-A94B-461F-624C4E699055}"/>
              </a:ext>
            </a:extLst>
          </p:cNvPr>
          <p:cNvSpPr/>
          <p:nvPr userDrawn="1"/>
        </p:nvSpPr>
        <p:spPr>
          <a:xfrm>
            <a:off x="6066754" y="5453599"/>
            <a:ext cx="12533947" cy="1353474"/>
          </a:xfrm>
          <a:prstGeom prst="rect">
            <a:avLst/>
          </a:prstGeom>
          <a:solidFill>
            <a:srgbClr val="0038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EB163-DAFA-F3C3-2645-929C6ED4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755" y="5479461"/>
            <a:ext cx="12533947" cy="13785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  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3B8FC-CF88-13E7-B04E-A3A236747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0160" y="7142480"/>
            <a:ext cx="11572240" cy="521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030E5-8736-0F64-78FE-71DF0434A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2985749"/>
            <a:ext cx="473233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59DFA867-EEFB-4C59-8D9E-123E08D85805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A28A2-1A3A-4BFD-21A5-C6E0C79FD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65950" y="12956538"/>
            <a:ext cx="70993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1DA2-EEC6-58BC-E0C2-30BB97963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298863" y="12985750"/>
            <a:ext cx="47323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15C8BBA7-05B2-4503-B861-699A17675BD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F57685-ECFA-E240-E8DA-4474BA60042A}"/>
              </a:ext>
            </a:extLst>
          </p:cNvPr>
          <p:cNvGrpSpPr/>
          <p:nvPr userDrawn="1"/>
        </p:nvGrpSpPr>
        <p:grpSpPr>
          <a:xfrm>
            <a:off x="0" y="5441067"/>
            <a:ext cx="5901844" cy="1378539"/>
            <a:chOff x="3364384" y="6257853"/>
            <a:chExt cx="1993628" cy="4656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A0F5B68-78B8-C260-D51F-EBB7CF64F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64384" y="6259393"/>
              <a:ext cx="457200" cy="464127"/>
            </a:xfrm>
            <a:prstGeom prst="rect">
              <a:avLst/>
            </a:prstGeom>
            <a:solidFill>
              <a:srgbClr val="652D8C"/>
            </a:solidFill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DC14B8-97C8-2D9E-F446-2F6C08E2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79257" y="6259496"/>
              <a:ext cx="457200" cy="464024"/>
            </a:xfrm>
            <a:prstGeom prst="rect">
              <a:avLst/>
            </a:prstGeom>
            <a:solidFill>
              <a:srgbClr val="008C99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6A59979-FF7D-4A28-5810-28AFF3528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94130" y="6257853"/>
              <a:ext cx="457200" cy="465667"/>
            </a:xfrm>
            <a:prstGeom prst="rect">
              <a:avLst/>
            </a:prstGeom>
            <a:solidFill>
              <a:srgbClr val="9D3293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B41795-04DF-189E-4299-F4FEFBCB0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09003" y="6257853"/>
              <a:ext cx="449009" cy="457200"/>
            </a:xfrm>
            <a:prstGeom prst="rect">
              <a:avLst/>
            </a:prstGeom>
            <a:solidFill>
              <a:srgbClr val="7C0041"/>
            </a:solidFill>
          </p:spPr>
        </p:pic>
      </p:grpSp>
      <p:pic>
        <p:nvPicPr>
          <p:cNvPr id="13" name="Picture 12" descr="A blue sign with white text&#10;&#10;Description automatically generated">
            <a:extLst>
              <a:ext uri="{FF2B5EF4-FFF2-40B4-BE49-F238E27FC236}">
                <a16:creationId xmlns:a16="http://schemas.microsoft.com/office/drawing/2014/main" id="{FA1E2AC7-4F20-6021-EB3E-FA7728DBCD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659" r="62976"/>
          <a:stretch/>
        </p:blipFill>
        <p:spPr>
          <a:xfrm>
            <a:off x="6096823" y="5441067"/>
            <a:ext cx="1230523" cy="12822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2B1B507-E0D5-280E-61F1-0084D8A35169}"/>
              </a:ext>
            </a:extLst>
          </p:cNvPr>
          <p:cNvSpPr/>
          <p:nvPr userDrawn="1"/>
        </p:nvSpPr>
        <p:spPr>
          <a:xfrm rot="5400000">
            <a:off x="10297665" y="4833029"/>
            <a:ext cx="36576" cy="15819120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852A14-A1EE-6CEC-4410-7490EE9A657D}"/>
              </a:ext>
            </a:extLst>
          </p:cNvPr>
          <p:cNvSpPr/>
          <p:nvPr userDrawn="1"/>
        </p:nvSpPr>
        <p:spPr>
          <a:xfrm rot="5400000">
            <a:off x="10297665" y="-7572331"/>
            <a:ext cx="36576" cy="15819120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69FB0-ADF2-8DA5-65BA-77085DFE6376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17230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9" r:id="rId2"/>
    <p:sldLayoutId id="2147483770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BC050-627B-7CFD-5662-D45BF9CEC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140318"/>
            <a:ext cx="21102320" cy="156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83C9B-0C8F-B998-0A9D-82D7FACBA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484779C3-6ED8-4CFB-B6EF-C05775DCAFF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099AB-ADC2-2F95-B604-8E4EE7298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298862" y="12957810"/>
            <a:ext cx="47323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F9900510-EA48-49CE-AF38-00539D915E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499B4A-0F92-393B-A037-062A962420D2}"/>
              </a:ext>
            </a:extLst>
          </p:cNvPr>
          <p:cNvSpPr/>
          <p:nvPr userDrawn="1"/>
        </p:nvSpPr>
        <p:spPr>
          <a:xfrm rot="10800000" flipH="1">
            <a:off x="7495150" y="8137000"/>
            <a:ext cx="5901844" cy="102598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EB313B3-3B31-CFC0-0C0C-72498BED87C9}"/>
              </a:ext>
            </a:extLst>
          </p:cNvPr>
          <p:cNvGrpSpPr/>
          <p:nvPr userDrawn="1"/>
        </p:nvGrpSpPr>
        <p:grpSpPr>
          <a:xfrm>
            <a:off x="7495150" y="6059930"/>
            <a:ext cx="5901844" cy="1378539"/>
            <a:chOff x="3364384" y="6257853"/>
            <a:chExt cx="1993628" cy="4656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9CEFDF-E803-1C5B-FA38-EB21EAC7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4384" y="6259393"/>
              <a:ext cx="457200" cy="464127"/>
            </a:xfrm>
            <a:prstGeom prst="rect">
              <a:avLst/>
            </a:prstGeom>
            <a:solidFill>
              <a:srgbClr val="652D8C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0FF1BA-8E14-271C-4BD0-076419390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79257" y="6259496"/>
              <a:ext cx="457200" cy="464024"/>
            </a:xfrm>
            <a:prstGeom prst="rect">
              <a:avLst/>
            </a:prstGeom>
            <a:solidFill>
              <a:srgbClr val="008C99"/>
            </a:solidFill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53233B-712F-A0F6-AFA8-53C8419AC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4130" y="6257853"/>
              <a:ext cx="457200" cy="465667"/>
            </a:xfrm>
            <a:prstGeom prst="rect">
              <a:avLst/>
            </a:prstGeom>
            <a:solidFill>
              <a:srgbClr val="9D3293"/>
            </a:solidFill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59174D8-BA35-DB25-0CBD-A6A57A6F9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09003" y="6257853"/>
              <a:ext cx="449009" cy="457200"/>
            </a:xfrm>
            <a:prstGeom prst="rect">
              <a:avLst/>
            </a:prstGeom>
            <a:solidFill>
              <a:srgbClr val="7C0041"/>
            </a:solidFill>
          </p:spPr>
        </p:pic>
      </p:grpSp>
      <p:pic>
        <p:nvPicPr>
          <p:cNvPr id="14" name="Picture 13" descr="A blue sign with white text&#10;&#10;Description automatically generated">
            <a:extLst>
              <a:ext uri="{FF2B5EF4-FFF2-40B4-BE49-F238E27FC236}">
                <a16:creationId xmlns:a16="http://schemas.microsoft.com/office/drawing/2014/main" id="{46D82D55-8D05-A94B-02E1-190E4CFC56D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0" y="3700500"/>
            <a:ext cx="5873139" cy="21446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247495-604F-D2E6-08FE-7F0EBE4EDFCF}"/>
              </a:ext>
            </a:extLst>
          </p:cNvPr>
          <p:cNvSpPr txBox="1"/>
          <p:nvPr userDrawn="1"/>
        </p:nvSpPr>
        <p:spPr>
          <a:xfrm>
            <a:off x="7414604" y="7438469"/>
            <a:ext cx="5873140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B1D6DC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</a:rPr>
              <a:t>Where your health matters</a:t>
            </a:r>
            <a:endParaRPr lang="en-US" sz="2400">
              <a:solidFill>
                <a:srgbClr val="B1D6DC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E65E4-BAD7-C0EC-D44E-F0ABDD9A5C2F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63534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accent5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67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lumMod val="9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4D55D-B1E0-E5F1-D308-1C3E0890C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427" y="4562629"/>
            <a:ext cx="12471827" cy="2144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82217-1091-5047-668C-64A073A11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840EB038-DF9E-4555-9F3E-99DCA1BA6723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6E8FF-B5F9-6CBA-B7E0-3CC9C6D17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65950" y="12985750"/>
            <a:ext cx="70993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D4BF-C958-0290-51B3-B86392DAA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298862" y="12985750"/>
            <a:ext cx="47323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7662A89C-2CBD-4FA8-A058-68D2C634CA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EE9FC-DE1C-0562-146B-1F5D533799AC}"/>
              </a:ext>
            </a:extLst>
          </p:cNvPr>
          <p:cNvSpPr/>
          <p:nvPr userDrawn="1"/>
        </p:nvSpPr>
        <p:spPr>
          <a:xfrm rot="10800000">
            <a:off x="7055499" y="3410806"/>
            <a:ext cx="45719" cy="7235397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FB66F8-169A-E725-6509-504C8B668910}"/>
              </a:ext>
            </a:extLst>
          </p:cNvPr>
          <p:cNvGrpSpPr/>
          <p:nvPr userDrawn="1"/>
        </p:nvGrpSpPr>
        <p:grpSpPr>
          <a:xfrm>
            <a:off x="403470" y="6922058"/>
            <a:ext cx="5901844" cy="1378539"/>
            <a:chOff x="3364384" y="6257853"/>
            <a:chExt cx="1993628" cy="46566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20F2BA9-CE5D-F803-B9AE-50819CDCA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64384" y="6259393"/>
              <a:ext cx="457200" cy="464127"/>
            </a:xfrm>
            <a:prstGeom prst="rect">
              <a:avLst/>
            </a:prstGeom>
            <a:solidFill>
              <a:srgbClr val="652D8C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2A46E5-4367-57CF-C42F-622F57F50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79257" y="6259496"/>
              <a:ext cx="457200" cy="464024"/>
            </a:xfrm>
            <a:prstGeom prst="rect">
              <a:avLst/>
            </a:prstGeom>
            <a:solidFill>
              <a:srgbClr val="008C99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1DFAF1D-A39E-DC85-7B13-61FFD81C1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94130" y="6257853"/>
              <a:ext cx="457200" cy="465667"/>
            </a:xfrm>
            <a:prstGeom prst="rect">
              <a:avLst/>
            </a:prstGeom>
            <a:solidFill>
              <a:srgbClr val="9D3293"/>
            </a:solidFill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B54CFA-4656-FFC4-E38F-0290050F4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09003" y="6257853"/>
              <a:ext cx="449009" cy="457200"/>
            </a:xfrm>
            <a:prstGeom prst="rect">
              <a:avLst/>
            </a:prstGeom>
            <a:solidFill>
              <a:srgbClr val="7C0041"/>
            </a:solidFill>
          </p:spPr>
        </p:pic>
      </p:grpSp>
      <p:pic>
        <p:nvPicPr>
          <p:cNvPr id="13" name="Picture 12" descr="A blue sign with white text&#10;&#10;Description automatically generated">
            <a:extLst>
              <a:ext uri="{FF2B5EF4-FFF2-40B4-BE49-F238E27FC236}">
                <a16:creationId xmlns:a16="http://schemas.microsoft.com/office/drawing/2014/main" id="{8747B329-5325-8D4B-5EC4-8E97939621C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70" y="4562628"/>
            <a:ext cx="5873139" cy="21446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BE7956-8812-34BA-43C9-B3E8AF77F07E}"/>
              </a:ext>
            </a:extLst>
          </p:cNvPr>
          <p:cNvSpPr txBox="1"/>
          <p:nvPr userDrawn="1"/>
        </p:nvSpPr>
        <p:spPr>
          <a:xfrm>
            <a:off x="322924" y="8300597"/>
            <a:ext cx="5873140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B1D6DC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</a:rPr>
              <a:t>Where your health matters</a:t>
            </a:r>
            <a:endParaRPr lang="en-US" sz="2400" dirty="0">
              <a:solidFill>
                <a:srgbClr val="B1D6DC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Slide Number Placeholder 19">
            <a:extLst>
              <a:ext uri="{FF2B5EF4-FFF2-40B4-BE49-F238E27FC236}">
                <a16:creationId xmlns:a16="http://schemas.microsoft.com/office/drawing/2014/main" id="{367C0A2C-0352-3359-D025-5427DA3A3663}"/>
              </a:ext>
            </a:extLst>
          </p:cNvPr>
          <p:cNvSpPr txBox="1">
            <a:spLocks/>
          </p:cNvSpPr>
          <p:nvPr userDrawn="1"/>
        </p:nvSpPr>
        <p:spPr>
          <a:xfrm>
            <a:off x="19280962" y="12497432"/>
            <a:ext cx="1466696" cy="116122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6600" b="1" kern="1200">
                <a:solidFill>
                  <a:schemeClr val="accent4"/>
                </a:solidFill>
                <a:latin typeface="Segoe UI (Body)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2BF20C-9AB3-4AB3-A234-164D2BE242E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58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chemeClr val="accent1"/>
          </a:solidFill>
          <a:latin typeface="Montserrat" panose="00000500000000000000" pitchFamily="2" charset="0"/>
          <a:ea typeface="+mj-ea"/>
          <a:cs typeface="Mongolian Baiti" panose="03000500000000000000" pitchFamily="66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BC050-627B-7CFD-5662-D45BF9CEC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140318"/>
            <a:ext cx="21102320" cy="156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83C9B-0C8F-B998-0A9D-82D7FACBA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2985750"/>
            <a:ext cx="473233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484779C3-6ED8-4CFB-B6EF-C05775DCAFF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499B4A-0F92-393B-A037-062A962420D2}"/>
              </a:ext>
            </a:extLst>
          </p:cNvPr>
          <p:cNvSpPr/>
          <p:nvPr userDrawn="1"/>
        </p:nvSpPr>
        <p:spPr>
          <a:xfrm rot="10800000" flipH="1">
            <a:off x="7495150" y="8137000"/>
            <a:ext cx="5901844" cy="102598"/>
          </a:xfrm>
          <a:prstGeom prst="rect">
            <a:avLst/>
          </a:prstGeom>
          <a:solidFill>
            <a:srgbClr val="003867"/>
          </a:solidFill>
          <a:ln>
            <a:solidFill>
              <a:srgbClr val="0038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05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EB313B3-3B31-CFC0-0C0C-72498BED87C9}"/>
              </a:ext>
            </a:extLst>
          </p:cNvPr>
          <p:cNvGrpSpPr/>
          <p:nvPr userDrawn="1"/>
        </p:nvGrpSpPr>
        <p:grpSpPr>
          <a:xfrm>
            <a:off x="7495150" y="6059930"/>
            <a:ext cx="5901844" cy="1378539"/>
            <a:chOff x="3364384" y="6257853"/>
            <a:chExt cx="1993628" cy="4656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9CEFDF-E803-1C5B-FA38-EB21EAC7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4384" y="6259393"/>
              <a:ext cx="457200" cy="464127"/>
            </a:xfrm>
            <a:prstGeom prst="rect">
              <a:avLst/>
            </a:prstGeom>
            <a:solidFill>
              <a:srgbClr val="652D8C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0FF1BA-8E14-271C-4BD0-076419390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79257" y="6259496"/>
              <a:ext cx="457200" cy="464024"/>
            </a:xfrm>
            <a:prstGeom prst="rect">
              <a:avLst/>
            </a:prstGeom>
            <a:solidFill>
              <a:srgbClr val="008C99"/>
            </a:solidFill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53233B-712F-A0F6-AFA8-53C8419AC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4130" y="6257853"/>
              <a:ext cx="457200" cy="465667"/>
            </a:xfrm>
            <a:prstGeom prst="rect">
              <a:avLst/>
            </a:prstGeom>
            <a:solidFill>
              <a:srgbClr val="9D3293"/>
            </a:solidFill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59174D8-BA35-DB25-0CBD-A6A57A6F9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09003" y="6257853"/>
              <a:ext cx="449009" cy="457200"/>
            </a:xfrm>
            <a:prstGeom prst="rect">
              <a:avLst/>
            </a:prstGeom>
            <a:solidFill>
              <a:srgbClr val="7C0041"/>
            </a:solidFill>
          </p:spPr>
        </p:pic>
      </p:grpSp>
      <p:pic>
        <p:nvPicPr>
          <p:cNvPr id="14" name="Picture 13" descr="A blue sign with white text&#10;&#10;Description automatically generated">
            <a:extLst>
              <a:ext uri="{FF2B5EF4-FFF2-40B4-BE49-F238E27FC236}">
                <a16:creationId xmlns:a16="http://schemas.microsoft.com/office/drawing/2014/main" id="{46D82D55-8D05-A94B-02E1-190E4CFC56D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0" y="3700500"/>
            <a:ext cx="5873139" cy="21446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E65E4-BAD7-C0EC-D44E-F0ABDD9A5C2F}"/>
              </a:ext>
            </a:extLst>
          </p:cNvPr>
          <p:cNvSpPr txBox="1"/>
          <p:nvPr userDrawn="1"/>
        </p:nvSpPr>
        <p:spPr>
          <a:xfrm>
            <a:off x="8621352" y="13350875"/>
            <a:ext cx="439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Private and Confidential </a:t>
            </a: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9DE5292B-142F-98DF-49EF-C956D43F17C3}"/>
              </a:ext>
            </a:extLst>
          </p:cNvPr>
          <p:cNvSpPr txBox="1">
            <a:spLocks/>
          </p:cNvSpPr>
          <p:nvPr userDrawn="1"/>
        </p:nvSpPr>
        <p:spPr>
          <a:xfrm>
            <a:off x="19280962" y="12497432"/>
            <a:ext cx="1466696" cy="116122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6600" b="1" kern="1200">
                <a:solidFill>
                  <a:schemeClr val="accent4"/>
                </a:solidFill>
                <a:latin typeface="Segoe UI (Body)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2BF20C-9AB3-4AB3-A234-164D2BE242E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AF885-F4C7-2B4A-C591-E5EB4E54E340}"/>
              </a:ext>
            </a:extLst>
          </p:cNvPr>
          <p:cNvSpPr txBox="1"/>
          <p:nvPr userDrawn="1"/>
        </p:nvSpPr>
        <p:spPr>
          <a:xfrm>
            <a:off x="7579030" y="7415577"/>
            <a:ext cx="5873140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3867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</a:rPr>
              <a:t>Where your health matters</a:t>
            </a:r>
            <a:endParaRPr lang="en-US" sz="2400" dirty="0">
              <a:solidFill>
                <a:srgbClr val="003867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20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accent3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100C-60A3-5D65-496C-CE3B4BC1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3727" y="4886479"/>
            <a:ext cx="12471827" cy="3645706"/>
          </a:xfrm>
        </p:spPr>
        <p:txBody>
          <a:bodyPr>
            <a:normAutofit/>
          </a:bodyPr>
          <a:lstStyle/>
          <a:p>
            <a:r>
              <a:rPr lang="en-US" dirty="0"/>
              <a:t>Operations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64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5A5C-E34E-2CEE-CE5D-879D76D1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A0E27E83-63E2-84B2-2F2B-5CA5B7F24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39" y="2295331"/>
            <a:ext cx="17410922" cy="99650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630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39D0-B85F-D43E-FF06-A6FFAB33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00B72587-2ED6-1443-FF35-41A3B9D9E568}"/>
              </a:ext>
            </a:extLst>
          </p:cNvPr>
          <p:cNvSpPr/>
          <p:nvPr/>
        </p:nvSpPr>
        <p:spPr>
          <a:xfrm>
            <a:off x="10679586" y="5511863"/>
            <a:ext cx="1085292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C8A82E26-79DC-0362-D86B-3395F4870362}"/>
              </a:ext>
            </a:extLst>
          </p:cNvPr>
          <p:cNvCxnSpPr>
            <a:cxnSpLocks/>
            <a:stCxn id="44" idx="2"/>
            <a:endCxn id="165" idx="0"/>
          </p:cNvCxnSpPr>
          <p:nvPr/>
        </p:nvCxnSpPr>
        <p:spPr>
          <a:xfrm rot="5400000">
            <a:off x="9652598" y="4782996"/>
            <a:ext cx="811829" cy="744361"/>
          </a:xfrm>
          <a:prstGeom prst="bentConnector3">
            <a:avLst>
              <a:gd name="adj1" fmla="val 53952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9507373-BF73-0916-E348-5028B8BCB8F1}"/>
              </a:ext>
            </a:extLst>
          </p:cNvPr>
          <p:cNvSpPr/>
          <p:nvPr/>
        </p:nvSpPr>
        <p:spPr>
          <a:xfrm>
            <a:off x="2408338" y="5491362"/>
            <a:ext cx="1085292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FB7EB50-7673-864B-F464-90B91B2B278E}"/>
              </a:ext>
            </a:extLst>
          </p:cNvPr>
          <p:cNvSpPr/>
          <p:nvPr/>
        </p:nvSpPr>
        <p:spPr>
          <a:xfrm>
            <a:off x="3913647" y="5515520"/>
            <a:ext cx="1085292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376085F-2FCF-6F33-3DA5-75FB5D6CD224}"/>
              </a:ext>
            </a:extLst>
          </p:cNvPr>
          <p:cNvSpPr/>
          <p:nvPr/>
        </p:nvSpPr>
        <p:spPr>
          <a:xfrm>
            <a:off x="8319267" y="1474841"/>
            <a:ext cx="4204678" cy="1249680"/>
          </a:xfrm>
          <a:prstGeom prst="roundRect">
            <a:avLst>
              <a:gd name="adj" fmla="val 6655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EBB4F-20B2-8B3E-E2B3-AAB44942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Operations Structure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7A3DDA-136F-EC54-B29E-9376BF4A59FC}"/>
              </a:ext>
            </a:extLst>
          </p:cNvPr>
          <p:cNvSpPr txBox="1"/>
          <p:nvPr/>
        </p:nvSpPr>
        <p:spPr>
          <a:xfrm>
            <a:off x="8476062" y="2198209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 of Operations 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671F164-CB08-D5FC-9779-09CD0AD1A0C9}"/>
              </a:ext>
            </a:extLst>
          </p:cNvPr>
          <p:cNvCxnSpPr>
            <a:cxnSpLocks/>
            <a:stCxn id="22" idx="0"/>
            <a:endCxn id="34" idx="2"/>
          </p:cNvCxnSpPr>
          <p:nvPr/>
        </p:nvCxnSpPr>
        <p:spPr>
          <a:xfrm rot="5400000" flipH="1" flipV="1">
            <a:off x="6330375" y="-671949"/>
            <a:ext cx="694761" cy="748770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2AE9524-EE9E-191E-7336-2FF8FACC8A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667998" y="-578217"/>
            <a:ext cx="766869" cy="725965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D26A7-C13E-D17E-C04F-A935318A5763}"/>
              </a:ext>
            </a:extLst>
          </p:cNvPr>
          <p:cNvCxnSpPr>
            <a:cxnSpLocks/>
          </p:cNvCxnSpPr>
          <p:nvPr/>
        </p:nvCxnSpPr>
        <p:spPr>
          <a:xfrm>
            <a:off x="10421607" y="2724521"/>
            <a:ext cx="1353" cy="6947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A4177C-3A3D-1E07-A361-5CB454490AAC}"/>
              </a:ext>
            </a:extLst>
          </p:cNvPr>
          <p:cNvSpPr/>
          <p:nvPr/>
        </p:nvSpPr>
        <p:spPr>
          <a:xfrm>
            <a:off x="8319267" y="1453238"/>
            <a:ext cx="4204678" cy="648574"/>
          </a:xfrm>
          <a:prstGeom prst="roundRect">
            <a:avLst>
              <a:gd name="adj" fmla="val 12529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68EA9-E268-D2F2-3B05-50BEC020A2E4}"/>
              </a:ext>
            </a:extLst>
          </p:cNvPr>
          <p:cNvSpPr txBox="1"/>
          <p:nvPr/>
        </p:nvSpPr>
        <p:spPr>
          <a:xfrm>
            <a:off x="8458359" y="1566099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Haytham El Sini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99A96F6-1FC2-FE8B-134B-87071B136410}"/>
              </a:ext>
            </a:extLst>
          </p:cNvPr>
          <p:cNvSpPr/>
          <p:nvPr/>
        </p:nvSpPr>
        <p:spPr>
          <a:xfrm>
            <a:off x="1009429" y="3419282"/>
            <a:ext cx="3848949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30D11C-D97C-6E02-CCBE-19C8306DF2F2}"/>
              </a:ext>
            </a:extLst>
          </p:cNvPr>
          <p:cNvSpPr txBox="1"/>
          <p:nvPr/>
        </p:nvSpPr>
        <p:spPr>
          <a:xfrm>
            <a:off x="967290" y="3481290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Shahad Hassubah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9990514-D001-732B-7AB3-BF383EEC6FEC}"/>
              </a:ext>
            </a:extLst>
          </p:cNvPr>
          <p:cNvSpPr/>
          <p:nvPr/>
        </p:nvSpPr>
        <p:spPr>
          <a:xfrm>
            <a:off x="1343202" y="4066243"/>
            <a:ext cx="3215087" cy="683019"/>
          </a:xfrm>
          <a:prstGeom prst="roundRect">
            <a:avLst>
              <a:gd name="adj" fmla="val 12529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D6C6D3-2A29-6BC2-38E0-86996FDBF88F}"/>
              </a:ext>
            </a:extLst>
          </p:cNvPr>
          <p:cNvSpPr txBox="1"/>
          <p:nvPr/>
        </p:nvSpPr>
        <p:spPr>
          <a:xfrm>
            <a:off x="1343203" y="4084359"/>
            <a:ext cx="3215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 Experience &amp; Operations Sr. Manager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4AC0DD2-C2CD-AEE5-4707-9B04F335FE44}"/>
              </a:ext>
            </a:extLst>
          </p:cNvPr>
          <p:cNvSpPr/>
          <p:nvPr/>
        </p:nvSpPr>
        <p:spPr>
          <a:xfrm>
            <a:off x="8532991" y="3419282"/>
            <a:ext cx="3848949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B04393-F4AE-4E80-83BB-3A6F3E25FB3F}"/>
              </a:ext>
            </a:extLst>
          </p:cNvPr>
          <p:cNvSpPr txBox="1"/>
          <p:nvPr/>
        </p:nvSpPr>
        <p:spPr>
          <a:xfrm>
            <a:off x="8490852" y="3481290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Albaraa Kinani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C1A42AE-2B67-4307-8B64-91F4307A4BA1}"/>
              </a:ext>
            </a:extLst>
          </p:cNvPr>
          <p:cNvSpPr/>
          <p:nvPr/>
        </p:nvSpPr>
        <p:spPr>
          <a:xfrm>
            <a:off x="8963558" y="4066243"/>
            <a:ext cx="2934268" cy="683019"/>
          </a:xfrm>
          <a:prstGeom prst="roundRect">
            <a:avLst>
              <a:gd name="adj" fmla="val 12529"/>
            </a:avLst>
          </a:prstGeom>
          <a:solidFill>
            <a:schemeClr val="accent4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B7B03F-E6DC-B85C-5DAC-C57520D4991A}"/>
              </a:ext>
            </a:extLst>
          </p:cNvPr>
          <p:cNvSpPr txBox="1"/>
          <p:nvPr/>
        </p:nvSpPr>
        <p:spPr>
          <a:xfrm>
            <a:off x="9161230" y="4084359"/>
            <a:ext cx="2499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 Access &amp; PX Sr. Manager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97C0D25-6AA3-D2E9-4891-32E617920C93}"/>
              </a:ext>
            </a:extLst>
          </p:cNvPr>
          <p:cNvSpPr/>
          <p:nvPr/>
        </p:nvSpPr>
        <p:spPr>
          <a:xfrm>
            <a:off x="15572581" y="3429382"/>
            <a:ext cx="3848949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6CD6EA-6181-B417-62E9-D0D17F4FFF24}"/>
              </a:ext>
            </a:extLst>
          </p:cNvPr>
          <p:cNvSpPr txBox="1"/>
          <p:nvPr/>
        </p:nvSpPr>
        <p:spPr>
          <a:xfrm>
            <a:off x="15530442" y="3491390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Dr. Wail Ahmed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86A3EB2-391B-337F-749C-039C8417E58F}"/>
              </a:ext>
            </a:extLst>
          </p:cNvPr>
          <p:cNvSpPr/>
          <p:nvPr/>
        </p:nvSpPr>
        <p:spPr>
          <a:xfrm>
            <a:off x="15843982" y="4076343"/>
            <a:ext cx="3207082" cy="683019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34B5AE-556D-EAB8-B74F-1FBA87744C46}"/>
              </a:ext>
            </a:extLst>
          </p:cNvPr>
          <p:cNvSpPr txBox="1"/>
          <p:nvPr/>
        </p:nvSpPr>
        <p:spPr>
          <a:xfrm>
            <a:off x="16152014" y="4094459"/>
            <a:ext cx="2706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Operations Sr. Manager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DF16BF2-7595-A3D3-DE8B-4B35E249EC5C}"/>
              </a:ext>
            </a:extLst>
          </p:cNvPr>
          <p:cNvSpPr/>
          <p:nvPr/>
        </p:nvSpPr>
        <p:spPr>
          <a:xfrm>
            <a:off x="7844604" y="8719701"/>
            <a:ext cx="3362825" cy="766141"/>
          </a:xfrm>
          <a:prstGeom prst="roundRect">
            <a:avLst>
              <a:gd name="adj" fmla="val 12529"/>
            </a:avLst>
          </a:prstGeom>
          <a:solidFill>
            <a:schemeClr val="accent4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B64D41-FC0F-33EB-27C6-69AE2B2FFBD9}"/>
              </a:ext>
            </a:extLst>
          </p:cNvPr>
          <p:cNvSpPr txBox="1"/>
          <p:nvPr/>
        </p:nvSpPr>
        <p:spPr>
          <a:xfrm>
            <a:off x="7881308" y="8763571"/>
            <a:ext cx="3296313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Ismail Alsarmi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Acting Patient Experience Manager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00D0745-0232-B478-BA06-E1F180E18783}"/>
              </a:ext>
            </a:extLst>
          </p:cNvPr>
          <p:cNvSpPr/>
          <p:nvPr/>
        </p:nvSpPr>
        <p:spPr>
          <a:xfrm>
            <a:off x="9927190" y="9851333"/>
            <a:ext cx="1085292" cy="1047346"/>
          </a:xfrm>
          <a:prstGeom prst="roundRect">
            <a:avLst>
              <a:gd name="adj" fmla="val 6655"/>
            </a:avLst>
          </a:prstGeom>
          <a:solidFill>
            <a:srgbClr val="FBEFF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27AA71A-B3A7-9837-C851-CD3725CAD7CB}"/>
              </a:ext>
            </a:extLst>
          </p:cNvPr>
          <p:cNvSpPr txBox="1"/>
          <p:nvPr/>
        </p:nvSpPr>
        <p:spPr>
          <a:xfrm>
            <a:off x="9956662" y="9991475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16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PXOs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15BE6B4-6CFF-BAE5-5E2E-7D2F3DECE0D7}"/>
              </a:ext>
            </a:extLst>
          </p:cNvPr>
          <p:cNvSpPr/>
          <p:nvPr/>
        </p:nvSpPr>
        <p:spPr>
          <a:xfrm>
            <a:off x="8079987" y="9851333"/>
            <a:ext cx="1085292" cy="1047346"/>
          </a:xfrm>
          <a:prstGeom prst="roundRect">
            <a:avLst>
              <a:gd name="adj" fmla="val 6655"/>
            </a:avLst>
          </a:prstGeom>
          <a:solidFill>
            <a:srgbClr val="FBEFF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C841F94-5170-FFBA-9593-7F3D5912916D}"/>
              </a:ext>
            </a:extLst>
          </p:cNvPr>
          <p:cNvSpPr txBox="1"/>
          <p:nvPr/>
        </p:nvSpPr>
        <p:spPr>
          <a:xfrm>
            <a:off x="8109459" y="9991475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FMs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0AF7B04D-B30D-79A9-75F5-0DB08D6FE695}"/>
              </a:ext>
            </a:extLst>
          </p:cNvPr>
          <p:cNvCxnSpPr>
            <a:cxnSpLocks/>
            <a:stCxn id="55" idx="2"/>
            <a:endCxn id="91" idx="0"/>
          </p:cNvCxnSpPr>
          <p:nvPr/>
        </p:nvCxnSpPr>
        <p:spPr>
          <a:xfrm rot="5400000">
            <a:off x="8891580" y="9216895"/>
            <a:ext cx="365491" cy="903384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E4810E82-80A8-1712-E93D-C6DCD391D3C3}"/>
              </a:ext>
            </a:extLst>
          </p:cNvPr>
          <p:cNvCxnSpPr>
            <a:cxnSpLocks/>
            <a:stCxn id="55" idx="2"/>
            <a:endCxn id="87" idx="0"/>
          </p:cNvCxnSpPr>
          <p:nvPr/>
        </p:nvCxnSpPr>
        <p:spPr>
          <a:xfrm rot="16200000" flipH="1">
            <a:off x="9815181" y="9196677"/>
            <a:ext cx="365491" cy="943819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C9710DB8-35A3-B8F5-DD7F-7E846C3A908A}"/>
              </a:ext>
            </a:extLst>
          </p:cNvPr>
          <p:cNvSpPr/>
          <p:nvPr/>
        </p:nvSpPr>
        <p:spPr>
          <a:xfrm>
            <a:off x="1077532" y="8716703"/>
            <a:ext cx="3215087" cy="793975"/>
          </a:xfrm>
          <a:prstGeom prst="roundRect">
            <a:avLst>
              <a:gd name="adj" fmla="val 12529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CAA820B-606B-D0F9-9AD6-7FF0EFE48B7B}"/>
              </a:ext>
            </a:extLst>
          </p:cNvPr>
          <p:cNvSpPr txBox="1"/>
          <p:nvPr/>
        </p:nvSpPr>
        <p:spPr>
          <a:xfrm>
            <a:off x="1064380" y="8760573"/>
            <a:ext cx="3296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Ahmed Muzaffar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 Experience Manager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4699E4EA-73CF-32E6-ACBC-1A4829A27757}"/>
              </a:ext>
            </a:extLst>
          </p:cNvPr>
          <p:cNvSpPr/>
          <p:nvPr/>
        </p:nvSpPr>
        <p:spPr>
          <a:xfrm>
            <a:off x="3020245" y="9876170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0E7D97B-0502-FD49-7798-5DFE7821FC3E}"/>
              </a:ext>
            </a:extLst>
          </p:cNvPr>
          <p:cNvSpPr txBox="1"/>
          <p:nvPr/>
        </p:nvSpPr>
        <p:spPr>
          <a:xfrm>
            <a:off x="3049717" y="10016312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35</a:t>
            </a:r>
            <a:endParaRPr lang="en-US" b="1" dirty="0">
              <a:solidFill>
                <a:srgbClr val="003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PXOs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FCFB52D-1DBB-B24B-BEB9-F5EAF2E95AD8}"/>
              </a:ext>
            </a:extLst>
          </p:cNvPr>
          <p:cNvSpPr/>
          <p:nvPr/>
        </p:nvSpPr>
        <p:spPr>
          <a:xfrm>
            <a:off x="1173042" y="9876170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B7D9C8B-26DF-6EE0-BAC9-BADDBBE0CE39}"/>
              </a:ext>
            </a:extLst>
          </p:cNvPr>
          <p:cNvSpPr txBox="1"/>
          <p:nvPr/>
        </p:nvSpPr>
        <p:spPr>
          <a:xfrm>
            <a:off x="1202514" y="10016312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</a:t>
            </a:r>
            <a:endParaRPr lang="en-US" b="1" dirty="0">
              <a:solidFill>
                <a:srgbClr val="003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FMs</a:t>
            </a:r>
          </a:p>
        </p:txBody>
      </p: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A09D81C2-E5C2-333A-F3C3-AD795F8E5E97}"/>
              </a:ext>
            </a:extLst>
          </p:cNvPr>
          <p:cNvCxnSpPr>
            <a:stCxn id="114" idx="2"/>
            <a:endCxn id="118" idx="0"/>
          </p:cNvCxnSpPr>
          <p:nvPr/>
        </p:nvCxnSpPr>
        <p:spPr>
          <a:xfrm rot="5400000">
            <a:off x="2017636" y="9208730"/>
            <a:ext cx="365492" cy="969388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400692B5-5D21-FC12-8676-08AD49623E60}"/>
              </a:ext>
            </a:extLst>
          </p:cNvPr>
          <p:cNvCxnSpPr>
            <a:stCxn id="114" idx="2"/>
            <a:endCxn id="116" idx="0"/>
          </p:cNvCxnSpPr>
          <p:nvPr/>
        </p:nvCxnSpPr>
        <p:spPr>
          <a:xfrm rot="16200000" flipH="1">
            <a:off x="2941237" y="9254516"/>
            <a:ext cx="365492" cy="877815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0DD16EF-62B0-AA4C-1E67-2C9ACD5F7A4C}"/>
              </a:ext>
            </a:extLst>
          </p:cNvPr>
          <p:cNvSpPr/>
          <p:nvPr/>
        </p:nvSpPr>
        <p:spPr>
          <a:xfrm>
            <a:off x="14148034" y="6184432"/>
            <a:ext cx="3204678" cy="766141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1AD9450-DC8A-0337-C9E5-37ECE9503588}"/>
              </a:ext>
            </a:extLst>
          </p:cNvPr>
          <p:cNvSpPr txBox="1"/>
          <p:nvPr/>
        </p:nvSpPr>
        <p:spPr>
          <a:xfrm>
            <a:off x="14019974" y="6280213"/>
            <a:ext cx="353496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Ahmed Malaka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Pre-employment Supervisor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99EAD2-287B-0E2D-275E-9A311757EF5C}"/>
              </a:ext>
            </a:extLst>
          </p:cNvPr>
          <p:cNvSpPr/>
          <p:nvPr/>
        </p:nvSpPr>
        <p:spPr>
          <a:xfrm>
            <a:off x="3919431" y="7003545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D970E-56ED-1328-D212-9658D719A6CA}"/>
              </a:ext>
            </a:extLst>
          </p:cNvPr>
          <p:cNvSpPr txBox="1"/>
          <p:nvPr/>
        </p:nvSpPr>
        <p:spPr>
          <a:xfrm>
            <a:off x="3932955" y="7143687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lang="en-US" b="1" dirty="0">
              <a:solidFill>
                <a:srgbClr val="003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PXOs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D53D6A-580C-DF03-BB21-789B8F73CFF2}"/>
              </a:ext>
            </a:extLst>
          </p:cNvPr>
          <p:cNvSpPr txBox="1"/>
          <p:nvPr/>
        </p:nvSpPr>
        <p:spPr>
          <a:xfrm>
            <a:off x="2378216" y="5571131"/>
            <a:ext cx="10842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J3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25C70F8-BC70-066D-5E10-4E2CE3961792}"/>
              </a:ext>
            </a:extLst>
          </p:cNvPr>
          <p:cNvSpPr/>
          <p:nvPr/>
        </p:nvSpPr>
        <p:spPr>
          <a:xfrm>
            <a:off x="11426204" y="7000707"/>
            <a:ext cx="1085292" cy="1047346"/>
          </a:xfrm>
          <a:prstGeom prst="roundRect">
            <a:avLst>
              <a:gd name="adj" fmla="val 6655"/>
            </a:avLst>
          </a:prstGeom>
          <a:solidFill>
            <a:srgbClr val="FBEFF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A7CAD9-7DE3-4AAB-CDB4-668EF518D46B}"/>
              </a:ext>
            </a:extLst>
          </p:cNvPr>
          <p:cNvSpPr txBox="1"/>
          <p:nvPr/>
        </p:nvSpPr>
        <p:spPr>
          <a:xfrm>
            <a:off x="11455676" y="7140849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PXOs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46B4EC6-67C3-AAAA-64D8-7F6AB2CA3D73}"/>
              </a:ext>
            </a:extLst>
          </p:cNvPr>
          <p:cNvSpPr/>
          <p:nvPr/>
        </p:nvSpPr>
        <p:spPr>
          <a:xfrm>
            <a:off x="10136940" y="7000707"/>
            <a:ext cx="1085292" cy="1047346"/>
          </a:xfrm>
          <a:prstGeom prst="roundRect">
            <a:avLst>
              <a:gd name="adj" fmla="val 6655"/>
            </a:avLst>
          </a:prstGeom>
          <a:solidFill>
            <a:srgbClr val="FBEFF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12CBDE-60C6-E38C-DB56-1CBAE9FC233B}"/>
              </a:ext>
            </a:extLst>
          </p:cNvPr>
          <p:cNvSpPr txBox="1"/>
          <p:nvPr/>
        </p:nvSpPr>
        <p:spPr>
          <a:xfrm>
            <a:off x="10166412" y="7140849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FM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4FFC1DA5-5DF6-25D3-0BF9-7CD2E854547F}"/>
              </a:ext>
            </a:extLst>
          </p:cNvPr>
          <p:cNvCxnSpPr>
            <a:cxnSpLocks/>
            <a:stCxn id="166" idx="2"/>
            <a:endCxn id="47" idx="0"/>
          </p:cNvCxnSpPr>
          <p:nvPr/>
        </p:nvCxnSpPr>
        <p:spPr>
          <a:xfrm rot="5400000">
            <a:off x="10730160" y="6508635"/>
            <a:ext cx="441498" cy="542646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80DD0AF-E4CE-6BBB-207B-B11FF675CF67}"/>
              </a:ext>
            </a:extLst>
          </p:cNvPr>
          <p:cNvSpPr/>
          <p:nvPr/>
        </p:nvSpPr>
        <p:spPr>
          <a:xfrm>
            <a:off x="14299782" y="5451120"/>
            <a:ext cx="2909219" cy="459417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C81CC6-0271-069E-3BA0-17B1EDC6E9F3}"/>
              </a:ext>
            </a:extLst>
          </p:cNvPr>
          <p:cNvSpPr txBox="1"/>
          <p:nvPr/>
        </p:nvSpPr>
        <p:spPr>
          <a:xfrm>
            <a:off x="14461279" y="5448873"/>
            <a:ext cx="2909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Check Up Unit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C3D3BDC-4D26-0219-9373-57C7843B2559}"/>
              </a:ext>
            </a:extLst>
          </p:cNvPr>
          <p:cNvSpPr/>
          <p:nvPr/>
        </p:nvSpPr>
        <p:spPr>
          <a:xfrm>
            <a:off x="15243127" y="7236773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32B139-03D5-6755-41DA-C26C270CFD47}"/>
              </a:ext>
            </a:extLst>
          </p:cNvPr>
          <p:cNvSpPr txBox="1"/>
          <p:nvPr/>
        </p:nvSpPr>
        <p:spPr>
          <a:xfrm>
            <a:off x="15272599" y="7376915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PXOs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D9D478A4-0D72-3AAB-5511-FCD5365378A8}"/>
              </a:ext>
            </a:extLst>
          </p:cNvPr>
          <p:cNvCxnSpPr>
            <a:cxnSpLocks/>
            <a:endCxn id="65" idx="0"/>
          </p:cNvCxnSpPr>
          <p:nvPr/>
        </p:nvCxnSpPr>
        <p:spPr>
          <a:xfrm rot="16200000" flipH="1">
            <a:off x="15624838" y="7075837"/>
            <a:ext cx="320061" cy="181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C5D9744-F907-3A7E-FA17-D4284EA738B0}"/>
              </a:ext>
            </a:extLst>
          </p:cNvPr>
          <p:cNvSpPr/>
          <p:nvPr/>
        </p:nvSpPr>
        <p:spPr>
          <a:xfrm>
            <a:off x="17564485" y="5482403"/>
            <a:ext cx="3126208" cy="459417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FACF97C-A618-07FC-2412-0AE20D721A29}"/>
              </a:ext>
            </a:extLst>
          </p:cNvPr>
          <p:cNvSpPr txBox="1"/>
          <p:nvPr/>
        </p:nvSpPr>
        <p:spPr>
          <a:xfrm>
            <a:off x="17225034" y="5507582"/>
            <a:ext cx="3215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Patient 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8EFE068-965D-78FF-685C-7C1985CB0EF0}"/>
              </a:ext>
            </a:extLst>
          </p:cNvPr>
          <p:cNvSpPr/>
          <p:nvPr/>
        </p:nvSpPr>
        <p:spPr>
          <a:xfrm>
            <a:off x="18543957" y="7131890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schemeClr val="accent6">
                  <a:lumMod val="75000"/>
                </a:schemeClr>
              </a:solidFill>
              <a:latin typeface="Segoe U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54256D-8382-7150-DB96-ECA61DAE88AC}"/>
              </a:ext>
            </a:extLst>
          </p:cNvPr>
          <p:cNvSpPr txBox="1"/>
          <p:nvPr/>
        </p:nvSpPr>
        <p:spPr>
          <a:xfrm>
            <a:off x="18573429" y="7272032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Coords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BC3E488-9ADD-2CC2-50D4-FE636EDE154D}"/>
              </a:ext>
            </a:extLst>
          </p:cNvPr>
          <p:cNvSpPr/>
          <p:nvPr/>
        </p:nvSpPr>
        <p:spPr>
          <a:xfrm>
            <a:off x="2414299" y="7000707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93DA48-267E-EC26-1598-B7A1967D313E}"/>
              </a:ext>
            </a:extLst>
          </p:cNvPr>
          <p:cNvSpPr txBox="1"/>
          <p:nvPr/>
        </p:nvSpPr>
        <p:spPr>
          <a:xfrm>
            <a:off x="2427823" y="7140849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lang="en-US" b="1" dirty="0">
              <a:solidFill>
                <a:srgbClr val="003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rgbClr val="003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PXOs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738A651-AD06-377C-839B-FEDA29775340}"/>
              </a:ext>
            </a:extLst>
          </p:cNvPr>
          <p:cNvSpPr txBox="1"/>
          <p:nvPr/>
        </p:nvSpPr>
        <p:spPr>
          <a:xfrm>
            <a:off x="3884175" y="5562950"/>
            <a:ext cx="1180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J4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369D60C-8999-9EA4-28DC-768FF5ECE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0703" y="6080267"/>
            <a:ext cx="643910" cy="64391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C7473F3-1D29-E644-51A5-38B5AED45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413" y="6159686"/>
            <a:ext cx="458880" cy="45888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1C4EA989-6B7F-A2FB-4038-5EF71FECA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54146" y="5244967"/>
            <a:ext cx="646331" cy="64633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1688B1D2-0839-4A25-0E82-ECABFECBA3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12864" y="5106257"/>
            <a:ext cx="615553" cy="615553"/>
          </a:xfrm>
          <a:prstGeom prst="rect">
            <a:avLst/>
          </a:prstGeom>
        </p:spPr>
      </p:pic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506FC9F-764D-CED7-F447-502882FED187}"/>
              </a:ext>
            </a:extLst>
          </p:cNvPr>
          <p:cNvSpPr/>
          <p:nvPr/>
        </p:nvSpPr>
        <p:spPr>
          <a:xfrm>
            <a:off x="977727" y="5538558"/>
            <a:ext cx="1085292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99A709E-2FC6-50DF-1B12-0C1997A01C5E}"/>
              </a:ext>
            </a:extLst>
          </p:cNvPr>
          <p:cNvSpPr txBox="1"/>
          <p:nvPr/>
        </p:nvSpPr>
        <p:spPr>
          <a:xfrm>
            <a:off x="931855" y="5555090"/>
            <a:ext cx="10842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J1</a:t>
            </a:r>
          </a:p>
        </p:txBody>
      </p: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82EEB0FE-84DF-F239-D1CC-5CEB7EE90FA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5435" y="7649367"/>
            <a:ext cx="2129239" cy="231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B64FB234-4E3C-8AC4-0860-351365A2B8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093" y="6217633"/>
            <a:ext cx="461665" cy="461665"/>
          </a:xfrm>
          <a:prstGeom prst="rect">
            <a:avLst/>
          </a:prstGeom>
        </p:spPr>
      </p:pic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229C5557-4962-56B7-3156-D794FB6363F3}"/>
              </a:ext>
            </a:extLst>
          </p:cNvPr>
          <p:cNvSpPr/>
          <p:nvPr/>
        </p:nvSpPr>
        <p:spPr>
          <a:xfrm>
            <a:off x="9125581" y="5513661"/>
            <a:ext cx="1085292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46A4F47-746E-D591-967A-162F3D08FA50}"/>
              </a:ext>
            </a:extLst>
          </p:cNvPr>
          <p:cNvSpPr txBox="1"/>
          <p:nvPr/>
        </p:nvSpPr>
        <p:spPr>
          <a:xfrm>
            <a:off x="9096109" y="5561091"/>
            <a:ext cx="1180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J2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2326C118-40D4-7B09-6327-D1766DEDF6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8348" y="6123354"/>
            <a:ext cx="486056" cy="486056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9850A167-6922-0929-E839-0721B1CF0E60}"/>
              </a:ext>
            </a:extLst>
          </p:cNvPr>
          <p:cNvSpPr txBox="1"/>
          <p:nvPr/>
        </p:nvSpPr>
        <p:spPr>
          <a:xfrm>
            <a:off x="10596346" y="5543454"/>
            <a:ext cx="11804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PR1</a:t>
            </a:r>
          </a:p>
        </p:txBody>
      </p: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11B3E1C5-C512-69B6-A31D-07C707CFA923}"/>
              </a:ext>
            </a:extLst>
          </p:cNvPr>
          <p:cNvCxnSpPr>
            <a:stCxn id="166" idx="2"/>
            <a:endCxn id="43" idx="0"/>
          </p:cNvCxnSpPr>
          <p:nvPr/>
        </p:nvCxnSpPr>
        <p:spPr>
          <a:xfrm rot="16200000" flipH="1">
            <a:off x="11374792" y="6406649"/>
            <a:ext cx="441498" cy="746618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6B57F899-8B3E-90A4-DCAC-4A190710E5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31334" y="7633159"/>
            <a:ext cx="2129239" cy="231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76AA1AEA-C239-F1DF-EEB1-99D419A2198D}"/>
              </a:ext>
            </a:extLst>
          </p:cNvPr>
          <p:cNvCxnSpPr>
            <a:stCxn id="26" idx="2"/>
            <a:endCxn id="100" idx="0"/>
          </p:cNvCxnSpPr>
          <p:nvPr/>
        </p:nvCxnSpPr>
        <p:spPr>
          <a:xfrm rot="16200000" flipH="1">
            <a:off x="2570529" y="5110907"/>
            <a:ext cx="760672" cy="238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CA2A08A4-D98A-7448-490A-95C30C165AF1}"/>
              </a:ext>
            </a:extLst>
          </p:cNvPr>
          <p:cNvCxnSpPr>
            <a:stCxn id="26" idx="2"/>
            <a:endCxn id="99" idx="0"/>
          </p:cNvCxnSpPr>
          <p:nvPr/>
        </p:nvCxnSpPr>
        <p:spPr>
          <a:xfrm rot="16200000" flipH="1">
            <a:off x="3311104" y="4370331"/>
            <a:ext cx="784830" cy="1505547"/>
          </a:xfrm>
          <a:prstGeom prst="bentConnector3">
            <a:avLst>
              <a:gd name="adj1" fmla="val 51585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18693BA9-C6DA-89B4-9DB8-A3CF3D73DBC9}"/>
              </a:ext>
            </a:extLst>
          </p:cNvPr>
          <p:cNvCxnSpPr>
            <a:stCxn id="26" idx="2"/>
            <a:endCxn id="144" idx="0"/>
          </p:cNvCxnSpPr>
          <p:nvPr/>
        </p:nvCxnSpPr>
        <p:spPr>
          <a:xfrm rot="5400000">
            <a:off x="1831626" y="4419438"/>
            <a:ext cx="807868" cy="1430373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: Elbow 192">
            <a:extLst>
              <a:ext uri="{FF2B5EF4-FFF2-40B4-BE49-F238E27FC236}">
                <a16:creationId xmlns:a16="http://schemas.microsoft.com/office/drawing/2014/main" id="{446E0BB1-21FC-9537-E194-F2FF9871CF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10987" y="6839001"/>
            <a:ext cx="4215849" cy="1942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C5F5AC8-47F5-F9CA-81B3-3BD26580AF89}"/>
              </a:ext>
            </a:extLst>
          </p:cNvPr>
          <p:cNvCxnSpPr>
            <a:cxnSpLocks/>
            <a:stCxn id="100" idx="2"/>
            <a:endCxn id="88" idx="0"/>
          </p:cNvCxnSpPr>
          <p:nvPr/>
        </p:nvCxnSpPr>
        <p:spPr>
          <a:xfrm>
            <a:off x="2950984" y="6538708"/>
            <a:ext cx="5961" cy="46199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3C8989F-21C5-9872-53A1-D02122C3D910}"/>
              </a:ext>
            </a:extLst>
          </p:cNvPr>
          <p:cNvCxnSpPr>
            <a:stCxn id="99" idx="2"/>
            <a:endCxn id="6" idx="0"/>
          </p:cNvCxnSpPr>
          <p:nvPr/>
        </p:nvCxnSpPr>
        <p:spPr>
          <a:xfrm>
            <a:off x="4456293" y="6562866"/>
            <a:ext cx="5784" cy="4406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82FC7DC-6394-C71C-6975-152E7E1A43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9099" y="4819057"/>
            <a:ext cx="870992" cy="69426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6" name="Picture 135">
            <a:extLst>
              <a:ext uri="{FF2B5EF4-FFF2-40B4-BE49-F238E27FC236}">
                <a16:creationId xmlns:a16="http://schemas.microsoft.com/office/drawing/2014/main" id="{4532D120-6DDC-E03C-D203-4100B4EF7C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10550107" y="6119443"/>
            <a:ext cx="581964" cy="550092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E54B2A-DC71-528E-97E2-DA7F0C2BD62F}"/>
              </a:ext>
            </a:extLst>
          </p:cNvPr>
          <p:cNvSpPr/>
          <p:nvPr/>
        </p:nvSpPr>
        <p:spPr>
          <a:xfrm>
            <a:off x="17525250" y="6169269"/>
            <a:ext cx="3204678" cy="766141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32A4E8-5116-6C94-6F9D-BAC5EDC0E8D7}"/>
              </a:ext>
            </a:extLst>
          </p:cNvPr>
          <p:cNvSpPr txBox="1"/>
          <p:nvPr/>
        </p:nvSpPr>
        <p:spPr>
          <a:xfrm>
            <a:off x="17360105" y="6246262"/>
            <a:ext cx="353496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Merih </a:t>
            </a:r>
            <a:r>
              <a:rPr lang="en-US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Bokhre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Leader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551DA34-A615-9A6E-536A-1ED7CD8744C1}"/>
              </a:ext>
            </a:extLst>
          </p:cNvPr>
          <p:cNvCxnSpPr>
            <a:cxnSpLocks/>
            <a:endCxn id="74" idx="0"/>
          </p:cNvCxnSpPr>
          <p:nvPr/>
        </p:nvCxnSpPr>
        <p:spPr>
          <a:xfrm rot="16200000" flipV="1">
            <a:off x="19046989" y="7171505"/>
            <a:ext cx="98155" cy="18926"/>
          </a:xfrm>
          <a:prstGeom prst="bentConnector3">
            <a:avLst>
              <a:gd name="adj1" fmla="val 332897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9923BDF-7C22-0664-4395-9B41E286DDFD}"/>
              </a:ext>
            </a:extLst>
          </p:cNvPr>
          <p:cNvSpPr/>
          <p:nvPr/>
        </p:nvSpPr>
        <p:spPr>
          <a:xfrm>
            <a:off x="15846465" y="8971443"/>
            <a:ext cx="2909219" cy="459417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E8A988-6F34-61B2-9CFA-B1627C22FE99}"/>
              </a:ext>
            </a:extLst>
          </p:cNvPr>
          <p:cNvSpPr txBox="1"/>
          <p:nvPr/>
        </p:nvSpPr>
        <p:spPr>
          <a:xfrm>
            <a:off x="16007962" y="8969196"/>
            <a:ext cx="2909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VIP Team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69C37C5-E870-DD18-07ED-3089FD178AA1}"/>
              </a:ext>
            </a:extLst>
          </p:cNvPr>
          <p:cNvSpPr/>
          <p:nvPr/>
        </p:nvSpPr>
        <p:spPr>
          <a:xfrm>
            <a:off x="16896191" y="9699962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BA83D6-4718-E405-5F4B-B5EF5C96CF84}"/>
              </a:ext>
            </a:extLst>
          </p:cNvPr>
          <p:cNvSpPr txBox="1"/>
          <p:nvPr/>
        </p:nvSpPr>
        <p:spPr>
          <a:xfrm>
            <a:off x="16925663" y="9840104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Coords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7626E2D9-FAEA-486B-7C31-E31E0060BD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246468" y="9535252"/>
            <a:ext cx="320061" cy="181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Office worker male with solid fill">
            <a:extLst>
              <a:ext uri="{FF2B5EF4-FFF2-40B4-BE49-F238E27FC236}">
                <a16:creationId xmlns:a16="http://schemas.microsoft.com/office/drawing/2014/main" id="{3F414CB0-6300-24BB-265F-ACE1907A84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778457" y="8836211"/>
            <a:ext cx="722558" cy="554958"/>
          </a:xfrm>
          <a:prstGeom prst="rect">
            <a:avLst/>
          </a:prstGeom>
        </p:spPr>
      </p:pic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E818008-8DD5-0501-7079-5683FD701FF3}"/>
              </a:ext>
            </a:extLst>
          </p:cNvPr>
          <p:cNvCxnSpPr/>
          <p:nvPr/>
        </p:nvCxnSpPr>
        <p:spPr>
          <a:xfrm rot="5400000">
            <a:off x="16275114" y="4405697"/>
            <a:ext cx="807868" cy="1430373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6DBEDE0D-6C85-FE14-8D9C-912C83EFECBE}"/>
              </a:ext>
            </a:extLst>
          </p:cNvPr>
          <p:cNvCxnSpPr/>
          <p:nvPr/>
        </p:nvCxnSpPr>
        <p:spPr>
          <a:xfrm rot="16200000" flipH="1">
            <a:off x="17746889" y="4370332"/>
            <a:ext cx="784830" cy="1505547"/>
          </a:xfrm>
          <a:prstGeom prst="bentConnector3">
            <a:avLst>
              <a:gd name="adj1" fmla="val 51585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4754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0F58D-4243-D8A6-93AB-99166DAF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60FD-5A6D-0A72-D60A-999ADA5F7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3727" y="4886479"/>
            <a:ext cx="12471827" cy="3645706"/>
          </a:xfrm>
        </p:spPr>
        <p:txBody>
          <a:bodyPr>
            <a:normAutofit/>
          </a:bodyPr>
          <a:lstStyle/>
          <a:p>
            <a:r>
              <a:rPr lang="en-US" dirty="0"/>
              <a:t>My Care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22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41D3B678-0556-5A10-FAF0-94980128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195" y="2369976"/>
            <a:ext cx="15803095" cy="1018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0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08FD8-8591-5BA7-12F9-9AEA081F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83B1E1B-2DB2-7B75-E075-CAC3190A89C3}"/>
              </a:ext>
            </a:extLst>
          </p:cNvPr>
          <p:cNvSpPr/>
          <p:nvPr/>
        </p:nvSpPr>
        <p:spPr>
          <a:xfrm>
            <a:off x="8319267" y="1474841"/>
            <a:ext cx="4204678" cy="1249680"/>
          </a:xfrm>
          <a:prstGeom prst="roundRect">
            <a:avLst>
              <a:gd name="adj" fmla="val 6655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46CBB0-5154-DC5E-305E-9B2AE2E0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My Care Structure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90D0C-4537-0657-B185-F2A58F307131}"/>
              </a:ext>
            </a:extLst>
          </p:cNvPr>
          <p:cNvSpPr txBox="1"/>
          <p:nvPr/>
        </p:nvSpPr>
        <p:spPr>
          <a:xfrm>
            <a:off x="8476062" y="2198209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 of Operations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A72FDF-A702-0C27-7507-8C0DCF8E17F0}"/>
              </a:ext>
            </a:extLst>
          </p:cNvPr>
          <p:cNvCxnSpPr>
            <a:cxnSpLocks/>
          </p:cNvCxnSpPr>
          <p:nvPr/>
        </p:nvCxnSpPr>
        <p:spPr>
          <a:xfrm>
            <a:off x="10421607" y="2724521"/>
            <a:ext cx="1353" cy="6947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EC5F82-BCA1-6B8A-AB79-7AFA3AA9A2B1}"/>
              </a:ext>
            </a:extLst>
          </p:cNvPr>
          <p:cNvSpPr/>
          <p:nvPr/>
        </p:nvSpPr>
        <p:spPr>
          <a:xfrm>
            <a:off x="8319267" y="1453238"/>
            <a:ext cx="4204678" cy="648574"/>
          </a:xfrm>
          <a:prstGeom prst="roundRect">
            <a:avLst>
              <a:gd name="adj" fmla="val 12529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35692-79F9-E7BE-6796-CE1991459772}"/>
              </a:ext>
            </a:extLst>
          </p:cNvPr>
          <p:cNvSpPr txBox="1"/>
          <p:nvPr/>
        </p:nvSpPr>
        <p:spPr>
          <a:xfrm>
            <a:off x="8458359" y="1566099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Haytham El Sini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48A044B-EA06-DA2F-40C0-93716F2483F7}"/>
              </a:ext>
            </a:extLst>
          </p:cNvPr>
          <p:cNvSpPr/>
          <p:nvPr/>
        </p:nvSpPr>
        <p:spPr>
          <a:xfrm>
            <a:off x="1056968" y="5476021"/>
            <a:ext cx="3848949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69A3C3-0786-F147-E55F-9884F138D1ED}"/>
              </a:ext>
            </a:extLst>
          </p:cNvPr>
          <p:cNvSpPr txBox="1"/>
          <p:nvPr/>
        </p:nvSpPr>
        <p:spPr>
          <a:xfrm>
            <a:off x="1014829" y="5538029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Wejdan </a:t>
            </a:r>
            <a:r>
              <a:rPr lang="en-US" sz="2400" b="1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Shawak</a:t>
            </a:r>
            <a:endParaRPr lang="en-US" sz="2400" b="1" dirty="0">
              <a:solidFill>
                <a:schemeClr val="accent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E07D7C1-36EE-95A0-FDBA-D3A8AA399F67}"/>
              </a:ext>
            </a:extLst>
          </p:cNvPr>
          <p:cNvSpPr/>
          <p:nvPr/>
        </p:nvSpPr>
        <p:spPr>
          <a:xfrm>
            <a:off x="1390741" y="6122982"/>
            <a:ext cx="3215087" cy="683019"/>
          </a:xfrm>
          <a:prstGeom prst="roundRect">
            <a:avLst>
              <a:gd name="adj" fmla="val 12529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FE343-8736-93C9-9D9B-D0CBED81646B}"/>
              </a:ext>
            </a:extLst>
          </p:cNvPr>
          <p:cNvSpPr txBox="1"/>
          <p:nvPr/>
        </p:nvSpPr>
        <p:spPr>
          <a:xfrm>
            <a:off x="1390742" y="6249228"/>
            <a:ext cx="3215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Quality Assurance Leader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9C5970A-5C81-BA08-7FD6-40F3DD5623C3}"/>
              </a:ext>
            </a:extLst>
          </p:cNvPr>
          <p:cNvSpPr/>
          <p:nvPr/>
        </p:nvSpPr>
        <p:spPr>
          <a:xfrm>
            <a:off x="8532991" y="3419282"/>
            <a:ext cx="3848949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662D99-03FD-8CD7-93AC-FB6B83ACDFC3}"/>
              </a:ext>
            </a:extLst>
          </p:cNvPr>
          <p:cNvSpPr txBox="1"/>
          <p:nvPr/>
        </p:nvSpPr>
        <p:spPr>
          <a:xfrm>
            <a:off x="8490852" y="3481290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Albaraa Kinani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93BBF97-5F30-B482-AEBF-B28CBB5A97B2}"/>
              </a:ext>
            </a:extLst>
          </p:cNvPr>
          <p:cNvSpPr/>
          <p:nvPr/>
        </p:nvSpPr>
        <p:spPr>
          <a:xfrm>
            <a:off x="8963558" y="4066243"/>
            <a:ext cx="2934268" cy="683019"/>
          </a:xfrm>
          <a:prstGeom prst="roundRect">
            <a:avLst>
              <a:gd name="adj" fmla="val 12529"/>
            </a:avLst>
          </a:prstGeom>
          <a:solidFill>
            <a:schemeClr val="accent4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5632B2-86FE-37DD-3D79-0970870C7BF5}"/>
              </a:ext>
            </a:extLst>
          </p:cNvPr>
          <p:cNvSpPr txBox="1"/>
          <p:nvPr/>
        </p:nvSpPr>
        <p:spPr>
          <a:xfrm>
            <a:off x="9161230" y="4084359"/>
            <a:ext cx="2499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 Access &amp; PX Sr. Manager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736D3DC-C921-25D3-C31F-0B98CAA05068}"/>
              </a:ext>
            </a:extLst>
          </p:cNvPr>
          <p:cNvSpPr/>
          <p:nvPr/>
        </p:nvSpPr>
        <p:spPr>
          <a:xfrm>
            <a:off x="15933659" y="5445652"/>
            <a:ext cx="3848949" cy="1047346"/>
          </a:xfrm>
          <a:prstGeom prst="roundRect">
            <a:avLst>
              <a:gd name="adj" fmla="val 6655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A68434-B69B-0471-5320-70C2B07D4EAC}"/>
              </a:ext>
            </a:extLst>
          </p:cNvPr>
          <p:cNvSpPr txBox="1"/>
          <p:nvPr/>
        </p:nvSpPr>
        <p:spPr>
          <a:xfrm>
            <a:off x="15891520" y="5507660"/>
            <a:ext cx="389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Nariman Alayoubi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C05B595-9345-8A9A-0E9E-A84393CEC056}"/>
              </a:ext>
            </a:extLst>
          </p:cNvPr>
          <p:cNvSpPr/>
          <p:nvPr/>
        </p:nvSpPr>
        <p:spPr>
          <a:xfrm>
            <a:off x="16205060" y="6092613"/>
            <a:ext cx="3207082" cy="683019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529081-8D06-26EB-B1D1-23DEBA3FB67F}"/>
              </a:ext>
            </a:extLst>
          </p:cNvPr>
          <p:cNvSpPr txBox="1"/>
          <p:nvPr/>
        </p:nvSpPr>
        <p:spPr>
          <a:xfrm>
            <a:off x="16513091" y="6255697"/>
            <a:ext cx="2706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 Care Manager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A1D1706-FCB6-28CE-0B83-7FE623D8FC78}"/>
              </a:ext>
            </a:extLst>
          </p:cNvPr>
          <p:cNvSpPr/>
          <p:nvPr/>
        </p:nvSpPr>
        <p:spPr>
          <a:xfrm>
            <a:off x="18869496" y="8636631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F10EF9-00C2-49BD-70E1-ACCA9CF118A1}"/>
              </a:ext>
            </a:extLst>
          </p:cNvPr>
          <p:cNvSpPr txBox="1"/>
          <p:nvPr/>
        </p:nvSpPr>
        <p:spPr>
          <a:xfrm>
            <a:off x="18898968" y="8776773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38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Coords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72A22D0-096A-591E-993B-CC2F24C76E45}"/>
              </a:ext>
            </a:extLst>
          </p:cNvPr>
          <p:cNvCxnSpPr>
            <a:cxnSpLocks/>
            <a:endCxn id="65" idx="0"/>
          </p:cNvCxnSpPr>
          <p:nvPr/>
        </p:nvCxnSpPr>
        <p:spPr>
          <a:xfrm rot="16200000" flipH="1">
            <a:off x="19251207" y="8475695"/>
            <a:ext cx="320061" cy="181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4D44F6A-B04E-EEE1-1136-C190F96417D1}"/>
              </a:ext>
            </a:extLst>
          </p:cNvPr>
          <p:cNvSpPr/>
          <p:nvPr/>
        </p:nvSpPr>
        <p:spPr>
          <a:xfrm>
            <a:off x="11062293" y="8618482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A2F6AB-D703-2095-189C-E22F44BA4C5D}"/>
              </a:ext>
            </a:extLst>
          </p:cNvPr>
          <p:cNvSpPr txBox="1"/>
          <p:nvPr/>
        </p:nvSpPr>
        <p:spPr>
          <a:xfrm>
            <a:off x="11091765" y="8758624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Coords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C889857-5DB1-9CE1-7C9F-42596EE15E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441681" y="8436052"/>
            <a:ext cx="320061" cy="181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84CBAF5-79EE-5D9F-2F33-D3C7EC2306B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66233" y="1344679"/>
            <a:ext cx="694761" cy="7487702"/>
          </a:xfrm>
          <a:prstGeom prst="bentConnector3">
            <a:avLst>
              <a:gd name="adj1" fmla="val 52686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B05F89A-B65B-FB96-9D8C-8992A49BF5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722634" y="1462761"/>
            <a:ext cx="766869" cy="7259651"/>
          </a:xfrm>
          <a:prstGeom prst="bentConnector3">
            <a:avLst>
              <a:gd name="adj1" fmla="val 52435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25A084-560D-8F48-D279-3490AB0D73DA}"/>
              </a:ext>
            </a:extLst>
          </p:cNvPr>
          <p:cNvSpPr/>
          <p:nvPr/>
        </p:nvSpPr>
        <p:spPr>
          <a:xfrm>
            <a:off x="7648308" y="7529651"/>
            <a:ext cx="3204678" cy="766141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CEA75F-E6AA-E237-3513-C55952BEF3EE}"/>
              </a:ext>
            </a:extLst>
          </p:cNvPr>
          <p:cNvSpPr txBox="1"/>
          <p:nvPr/>
        </p:nvSpPr>
        <p:spPr>
          <a:xfrm>
            <a:off x="7500236" y="7627422"/>
            <a:ext cx="353496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Sara Jalal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 Care Onboarding Leader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6D68658-909E-1626-FF88-904C0D6A45C1}"/>
              </a:ext>
            </a:extLst>
          </p:cNvPr>
          <p:cNvSpPr/>
          <p:nvPr/>
        </p:nvSpPr>
        <p:spPr>
          <a:xfrm>
            <a:off x="11006886" y="7534393"/>
            <a:ext cx="3122206" cy="766141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A38B66-6D7C-7357-7AF1-196DB672B458}"/>
              </a:ext>
            </a:extLst>
          </p:cNvPr>
          <p:cNvSpPr txBox="1"/>
          <p:nvPr/>
        </p:nvSpPr>
        <p:spPr>
          <a:xfrm>
            <a:off x="10796353" y="7609038"/>
            <a:ext cx="353496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Mahmoud Mohammed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 Care Onboarding Leader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40DAD18-71CF-16C7-0438-2C3DC844AE26}"/>
              </a:ext>
            </a:extLst>
          </p:cNvPr>
          <p:cNvSpPr/>
          <p:nvPr/>
        </p:nvSpPr>
        <p:spPr>
          <a:xfrm>
            <a:off x="14331320" y="7565592"/>
            <a:ext cx="3204678" cy="766141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376866-F037-E1A1-A43C-519E6643320E}"/>
              </a:ext>
            </a:extLst>
          </p:cNvPr>
          <p:cNvSpPr txBox="1"/>
          <p:nvPr/>
        </p:nvSpPr>
        <p:spPr>
          <a:xfrm>
            <a:off x="14203260" y="7661373"/>
            <a:ext cx="353496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Hanouf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Makki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 care Leader J2, J3 and J4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22F2933-ECF2-2F75-A033-A67B28E7571E}"/>
              </a:ext>
            </a:extLst>
          </p:cNvPr>
          <p:cNvSpPr/>
          <p:nvPr/>
        </p:nvSpPr>
        <p:spPr>
          <a:xfrm>
            <a:off x="17708536" y="7550429"/>
            <a:ext cx="3204678" cy="766141"/>
          </a:xfrm>
          <a:prstGeom prst="roundRect">
            <a:avLst>
              <a:gd name="adj" fmla="val 12529"/>
            </a:avLst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987"/>
            <a:endParaRPr lang="en-US" sz="4400" kern="0" dirty="0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45E389-D4D0-32C6-1ECB-6A0B27A93474}"/>
              </a:ext>
            </a:extLst>
          </p:cNvPr>
          <p:cNvSpPr txBox="1"/>
          <p:nvPr/>
        </p:nvSpPr>
        <p:spPr>
          <a:xfrm>
            <a:off x="17543391" y="7627422"/>
            <a:ext cx="353496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Raad Bokhari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 care Leader J1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6BCDD1C-6DAC-09C0-8C82-C37846CAE1A2}"/>
              </a:ext>
            </a:extLst>
          </p:cNvPr>
          <p:cNvSpPr/>
          <p:nvPr/>
        </p:nvSpPr>
        <p:spPr>
          <a:xfrm>
            <a:off x="15348874" y="8646735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26E3F4-7D08-525C-BC56-7B79B773BBD2}"/>
              </a:ext>
            </a:extLst>
          </p:cNvPr>
          <p:cNvSpPr txBox="1"/>
          <p:nvPr/>
        </p:nvSpPr>
        <p:spPr>
          <a:xfrm>
            <a:off x="15378346" y="8786877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22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Coords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7782F991-FCA0-90A1-509A-114663ED3105}"/>
              </a:ext>
            </a:extLst>
          </p:cNvPr>
          <p:cNvCxnSpPr>
            <a:cxnSpLocks/>
            <a:endCxn id="66" idx="0"/>
          </p:cNvCxnSpPr>
          <p:nvPr/>
        </p:nvCxnSpPr>
        <p:spPr>
          <a:xfrm rot="16200000" flipH="1">
            <a:off x="15730585" y="8485799"/>
            <a:ext cx="320061" cy="181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0028EBE-7EF3-932D-F42A-47BD3A6598EF}"/>
              </a:ext>
            </a:extLst>
          </p:cNvPr>
          <p:cNvSpPr/>
          <p:nvPr/>
        </p:nvSpPr>
        <p:spPr>
          <a:xfrm>
            <a:off x="8618584" y="8646735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D95CE5-7104-B17B-98A7-8F7DA9F5F015}"/>
              </a:ext>
            </a:extLst>
          </p:cNvPr>
          <p:cNvSpPr txBox="1"/>
          <p:nvPr/>
        </p:nvSpPr>
        <p:spPr>
          <a:xfrm>
            <a:off x="8648056" y="8786877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Coords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E5302AE-91B2-844D-D447-0810CDAE79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68861" y="8482025"/>
            <a:ext cx="320061" cy="181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DED1B8E-5194-D4F0-E07D-25604A7C46F6}"/>
              </a:ext>
            </a:extLst>
          </p:cNvPr>
          <p:cNvSpPr/>
          <p:nvPr/>
        </p:nvSpPr>
        <p:spPr>
          <a:xfrm>
            <a:off x="13031539" y="8622256"/>
            <a:ext cx="1085292" cy="1047346"/>
          </a:xfrm>
          <a:prstGeom prst="roundRect">
            <a:avLst>
              <a:gd name="adj" fmla="val 6655"/>
            </a:avLst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227B102-A0F6-3CBB-D953-EEEE86D8F951}"/>
              </a:ext>
            </a:extLst>
          </p:cNvPr>
          <p:cNvSpPr txBox="1"/>
          <p:nvPr/>
        </p:nvSpPr>
        <p:spPr>
          <a:xfrm>
            <a:off x="13061011" y="8762398"/>
            <a:ext cx="10641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Coords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6BCA41EB-88C7-214E-490A-F0C92D07AC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381816" y="8457546"/>
            <a:ext cx="320061" cy="181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31436856-026B-7666-FDDE-59A7B96F3291}"/>
              </a:ext>
            </a:extLst>
          </p:cNvPr>
          <p:cNvCxnSpPr/>
          <p:nvPr/>
        </p:nvCxnSpPr>
        <p:spPr>
          <a:xfrm rot="16200000" flipH="1">
            <a:off x="18197423" y="6404813"/>
            <a:ext cx="784830" cy="1505547"/>
          </a:xfrm>
          <a:prstGeom prst="bentConnector3">
            <a:avLst>
              <a:gd name="adj1" fmla="val 51585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2617BF17-35E5-E1D5-3453-7D3F50CF7B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758688" y="3431404"/>
            <a:ext cx="694761" cy="748770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D28800B-7882-54E7-441C-A223196F9583}"/>
              </a:ext>
            </a:extLst>
          </p:cNvPr>
          <p:cNvCxnSpPr>
            <a:cxnSpLocks/>
          </p:cNvCxnSpPr>
          <p:nvPr/>
        </p:nvCxnSpPr>
        <p:spPr>
          <a:xfrm>
            <a:off x="12658081" y="7188939"/>
            <a:ext cx="0" cy="3551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56B633D-0F68-ED73-7EC7-CA76F40280F7}"/>
              </a:ext>
            </a:extLst>
          </p:cNvPr>
          <p:cNvCxnSpPr>
            <a:cxnSpLocks/>
          </p:cNvCxnSpPr>
          <p:nvPr/>
        </p:nvCxnSpPr>
        <p:spPr>
          <a:xfrm>
            <a:off x="15889710" y="7188939"/>
            <a:ext cx="0" cy="3551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4885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NDc2MTA1ZmEtNzE4Ny00MWYwLThiMzctOGUyNGU0NGM2NGE3Ig0KfQ=="/>
  <p:tag name="GVDATA0" val="(end)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0.3|0.4|0.4|0.4|0.3|0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0.3|0.4|0.4|0.4|0.3|0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0.3|0.4|0.4|0.4|0.3|0.4"/>
</p:tagLst>
</file>

<file path=ppt/theme/theme1.xml><?xml version="1.0" encoding="utf-8"?>
<a:theme xmlns:a="http://schemas.openxmlformats.org/drawingml/2006/main" name="4_Custom Design">
  <a:themeElements>
    <a:clrScheme name="My Clinic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5B"/>
      </a:accent1>
      <a:accent2>
        <a:srgbClr val="009EE0"/>
      </a:accent2>
      <a:accent3>
        <a:srgbClr val="008385"/>
      </a:accent3>
      <a:accent4>
        <a:srgbClr val="942151"/>
      </a:accent4>
      <a:accent5>
        <a:srgbClr val="A4219B"/>
      </a:accent5>
      <a:accent6>
        <a:srgbClr val="6A2CA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My Clinic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5B"/>
      </a:accent1>
      <a:accent2>
        <a:srgbClr val="009EE0"/>
      </a:accent2>
      <a:accent3>
        <a:srgbClr val="008385"/>
      </a:accent3>
      <a:accent4>
        <a:srgbClr val="942151"/>
      </a:accent4>
      <a:accent5>
        <a:srgbClr val="A4219B"/>
      </a:accent5>
      <a:accent6>
        <a:srgbClr val="6A2CA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My Clinic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5B"/>
      </a:accent1>
      <a:accent2>
        <a:srgbClr val="009EE0"/>
      </a:accent2>
      <a:accent3>
        <a:srgbClr val="008385"/>
      </a:accent3>
      <a:accent4>
        <a:srgbClr val="942151"/>
      </a:accent4>
      <a:accent5>
        <a:srgbClr val="A4219B"/>
      </a:accent5>
      <a:accent6>
        <a:srgbClr val="6A2CA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My Clinic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5B"/>
      </a:accent1>
      <a:accent2>
        <a:srgbClr val="009EE0"/>
      </a:accent2>
      <a:accent3>
        <a:srgbClr val="008385"/>
      </a:accent3>
      <a:accent4>
        <a:srgbClr val="942151"/>
      </a:accent4>
      <a:accent5>
        <a:srgbClr val="A4219B"/>
      </a:accent5>
      <a:accent6>
        <a:srgbClr val="6A2CA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Custom Design">
  <a:themeElements>
    <a:clrScheme name="My Clinic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5B"/>
      </a:accent1>
      <a:accent2>
        <a:srgbClr val="009EE0"/>
      </a:accent2>
      <a:accent3>
        <a:srgbClr val="008385"/>
      </a:accent3>
      <a:accent4>
        <a:srgbClr val="942151"/>
      </a:accent4>
      <a:accent5>
        <a:srgbClr val="A4219B"/>
      </a:accent5>
      <a:accent6>
        <a:srgbClr val="6A2CA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Custom Design">
  <a:themeElements>
    <a:clrScheme name="My Clinic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5B"/>
      </a:accent1>
      <a:accent2>
        <a:srgbClr val="009EE0"/>
      </a:accent2>
      <a:accent3>
        <a:srgbClr val="008385"/>
      </a:accent3>
      <a:accent4>
        <a:srgbClr val="942151"/>
      </a:accent4>
      <a:accent5>
        <a:srgbClr val="A4219B"/>
      </a:accent5>
      <a:accent6>
        <a:srgbClr val="6A2CA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colours palette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055193"/>
      </a:accent1>
      <a:accent2>
        <a:srgbClr val="03345F"/>
      </a:accent2>
      <a:accent3>
        <a:srgbClr val="1D629D"/>
      </a:accent3>
      <a:accent4>
        <a:srgbClr val="4E85B2"/>
      </a:accent4>
      <a:accent5>
        <a:srgbClr val="6A2CA1"/>
      </a:accent5>
      <a:accent6>
        <a:srgbClr val="A4219B"/>
      </a:accent6>
      <a:hlink>
        <a:srgbClr val="942151"/>
      </a:hlink>
      <a:folHlink>
        <a:srgbClr val="008385"/>
      </a:folHlink>
    </a:clrScheme>
    <a:fontScheme name="Custom 5">
      <a:majorFont>
        <a:latin typeface="Montserrat Extra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92E0FCFC3A1419E5F1F446EA14BCD" ma:contentTypeVersion="15" ma:contentTypeDescription="Create a new document." ma:contentTypeScope="" ma:versionID="ae1a9390d1bb58b0fe4ab256ea420234">
  <xsd:schema xmlns:xsd="http://www.w3.org/2001/XMLSchema" xmlns:xs="http://www.w3.org/2001/XMLSchema" xmlns:p="http://schemas.microsoft.com/office/2006/metadata/properties" xmlns:ns3="8d217485-945b-4461-9c4d-225b3686c614" xmlns:ns4="2235807d-69ea-4544-bcb6-8257d7e8b4df" targetNamespace="http://schemas.microsoft.com/office/2006/metadata/properties" ma:root="true" ma:fieldsID="29348e41a2008eb3e52c565c3b05b785" ns3:_="" ns4:_="">
    <xsd:import namespace="8d217485-945b-4461-9c4d-225b3686c614"/>
    <xsd:import namespace="2235807d-69ea-4544-bcb6-8257d7e8b4d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217485-945b-4461-9c4d-225b3686c61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35807d-69ea-4544-bcb6-8257d7e8b4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35807d-69ea-4544-bcb6-8257d7e8b4d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79F69F-5155-49BF-99DB-70B21ECD16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217485-945b-4461-9c4d-225b3686c614"/>
    <ds:schemaRef ds:uri="2235807d-69ea-4544-bcb6-8257d7e8b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12E584-2867-4302-9F7D-B59E094589C0}">
  <ds:schemaRefs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2235807d-69ea-4544-bcb6-8257d7e8b4df"/>
    <ds:schemaRef ds:uri="http://schemas.microsoft.com/office/infopath/2007/PartnerControls"/>
    <ds:schemaRef ds:uri="8d217485-945b-4461-9c4d-225b3686c614"/>
    <ds:schemaRef ds:uri="http://schemas.microsoft.com/office/2006/documentManagement/types"/>
    <ds:schemaRef ds:uri="http://purl.org/dc/elements/1.1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25C780F-1E0B-4AC7-B893-90E63972B8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17205</TotalTime>
  <Words>160</Words>
  <Application>Microsoft Office PowerPoint</Application>
  <PresentationFormat>Custom</PresentationFormat>
  <Paragraphs>79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Arial</vt:lpstr>
      <vt:lpstr>Bradley Hand ITC</vt:lpstr>
      <vt:lpstr>Calibri</vt:lpstr>
      <vt:lpstr>Montserrat</vt:lpstr>
      <vt:lpstr>Montserrat Bold</vt:lpstr>
      <vt:lpstr>Poppins</vt:lpstr>
      <vt:lpstr>Segoe UI</vt:lpstr>
      <vt:lpstr>Segoe UI (Body)</vt:lpstr>
      <vt:lpstr>4_Custom Design</vt:lpstr>
      <vt:lpstr>2_Custom Design</vt:lpstr>
      <vt:lpstr>3_Custom Design</vt:lpstr>
      <vt:lpstr>1_Custom Design</vt:lpstr>
      <vt:lpstr>5_Custom Design</vt:lpstr>
      <vt:lpstr>6_Custom Design</vt:lpstr>
      <vt:lpstr>Operations </vt:lpstr>
      <vt:lpstr>PowerPoint Presentation</vt:lpstr>
      <vt:lpstr>Operations Structure </vt:lpstr>
      <vt:lpstr>My Care </vt:lpstr>
      <vt:lpstr>PowerPoint Presentation</vt:lpstr>
      <vt:lpstr>My Care Structure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Razan Redwan</dc:creator>
  <cp:lastModifiedBy>Ahmed Muzaffar</cp:lastModifiedBy>
  <cp:revision>11</cp:revision>
  <dcterms:created xsi:type="dcterms:W3CDTF">2022-07-28T07:25:17Z</dcterms:created>
  <dcterms:modified xsi:type="dcterms:W3CDTF">2026-03-04T22:18:24Z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ew0KICAiZG9jSUQiOiAiNDc2MTA1ZmEtNzE4Ny00MWYwLThiMzctOGUyNGU0NGM2NGE3Ig0KfQ==</vt:lpwstr>
  </property>
  <property fmtid="{D5CDD505-2E9C-101B-9397-08002B2CF9AE}" pid="3" name="GVData0">
    <vt:lpwstr>(end)</vt:lpwstr>
  </property>
  <property fmtid="{D5CDD505-2E9C-101B-9397-08002B2CF9AE}" pid="4" name="ContentTypeId">
    <vt:lpwstr>0x010100BE792E0FCFC3A1419E5F1F446EA14BCD</vt:lpwstr>
  </property>
</Properties>
</file>