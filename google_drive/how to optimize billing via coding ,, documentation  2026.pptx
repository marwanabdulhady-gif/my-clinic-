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82" r:id="rId4"/>
    <p:sldId id="257" r:id="rId5"/>
    <p:sldId id="265" r:id="rId6"/>
    <p:sldId id="281" r:id="rId7"/>
    <p:sldId id="280" r:id="rId8"/>
    <p:sldId id="271" r:id="rId9"/>
    <p:sldId id="272" r:id="rId10"/>
    <p:sldId id="278" r:id="rId11"/>
    <p:sldId id="273" r:id="rId12"/>
    <p:sldId id="276" r:id="rId13"/>
    <p:sldId id="274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726193-C899-432F-9E37-61C06F6BA050}" v="1" dt="2023-06-14T13:32:58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 Khafagy" userId="c5a836b0-0c01-4b74-80ff-098b3f84a5de" providerId="ADAL" clId="{FE726193-C899-432F-9E37-61C06F6BA050}"/>
    <pc:docChg chg="custSel addSld modSld sldOrd">
      <pc:chgData name="Abdullah Khafagy" userId="c5a836b0-0c01-4b74-80ff-098b3f84a5de" providerId="ADAL" clId="{FE726193-C899-432F-9E37-61C06F6BA050}" dt="2023-06-14T13:48:00.392" v="113" actId="20577"/>
      <pc:docMkLst>
        <pc:docMk/>
      </pc:docMkLst>
      <pc:sldChg chg="addSp delSp modSp mod">
        <pc:chgData name="Abdullah Khafagy" userId="c5a836b0-0c01-4b74-80ff-098b3f84a5de" providerId="ADAL" clId="{FE726193-C899-432F-9E37-61C06F6BA050}" dt="2023-06-14T13:48:00.392" v="113" actId="20577"/>
        <pc:sldMkLst>
          <pc:docMk/>
          <pc:sldMk cId="0" sldId="257"/>
        </pc:sldMkLst>
        <pc:spChg chg="add del mod">
          <ac:chgData name="Abdullah Khafagy" userId="c5a836b0-0c01-4b74-80ff-098b3f84a5de" providerId="ADAL" clId="{FE726193-C899-432F-9E37-61C06F6BA050}" dt="2023-06-14T13:47:55.365" v="108" actId="478"/>
          <ac:spMkLst>
            <pc:docMk/>
            <pc:sldMk cId="0" sldId="257"/>
            <ac:spMk id="2" creationId="{BF1C465D-755A-7CB4-821A-AE6E7E25E7A3}"/>
          </ac:spMkLst>
        </pc:spChg>
        <pc:spChg chg="mod">
          <ac:chgData name="Abdullah Khafagy" userId="c5a836b0-0c01-4b74-80ff-098b3f84a5de" providerId="ADAL" clId="{FE726193-C899-432F-9E37-61C06F6BA050}" dt="2023-06-14T13:48:00.392" v="113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 ord">
        <pc:chgData name="Abdullah Khafagy" userId="c5a836b0-0c01-4b74-80ff-098b3f84a5de" providerId="ADAL" clId="{FE726193-C899-432F-9E37-61C06F6BA050}" dt="2023-06-14T10:27:52.243" v="26"/>
        <pc:sldMkLst>
          <pc:docMk/>
          <pc:sldMk cId="0" sldId="258"/>
        </pc:sldMkLst>
        <pc:spChg chg="mod">
          <ac:chgData name="Abdullah Khafagy" userId="c5a836b0-0c01-4b74-80ff-098b3f84a5de" providerId="ADAL" clId="{FE726193-C899-432F-9E37-61C06F6BA050}" dt="2023-06-14T10:27:22.046" v="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bdullah Khafagy" userId="c5a836b0-0c01-4b74-80ff-098b3f84a5de" providerId="ADAL" clId="{FE726193-C899-432F-9E37-61C06F6BA050}" dt="2023-06-14T10:27:27.450" v="15" actId="20577"/>
        <pc:sldMkLst>
          <pc:docMk/>
          <pc:sldMk cId="3567691436" sldId="264"/>
        </pc:sldMkLst>
        <pc:spChg chg="mod">
          <ac:chgData name="Abdullah Khafagy" userId="c5a836b0-0c01-4b74-80ff-098b3f84a5de" providerId="ADAL" clId="{FE726193-C899-432F-9E37-61C06F6BA050}" dt="2023-06-14T10:27:27.450" v="15" actId="20577"/>
          <ac:spMkLst>
            <pc:docMk/>
            <pc:sldMk cId="3567691436" sldId="264"/>
            <ac:spMk id="3" creationId="{00000000-0000-0000-0000-000000000000}"/>
          </ac:spMkLst>
        </pc:spChg>
      </pc:sldChg>
      <pc:sldChg chg="add">
        <pc:chgData name="Abdullah Khafagy" userId="c5a836b0-0c01-4b74-80ff-098b3f84a5de" providerId="ADAL" clId="{FE726193-C899-432F-9E37-61C06F6BA050}" dt="2023-06-14T10:27:43.555" v="23" actId="2890"/>
        <pc:sldMkLst>
          <pc:docMk/>
          <pc:sldMk cId="2384922581" sldId="265"/>
        </pc:sldMkLst>
      </pc:sldChg>
      <pc:sldChg chg="add">
        <pc:chgData name="Abdullah Khafagy" userId="c5a836b0-0c01-4b74-80ff-098b3f84a5de" providerId="ADAL" clId="{FE726193-C899-432F-9E37-61C06F6BA050}" dt="2023-06-14T10:27:48.648" v="24" actId="2890"/>
        <pc:sldMkLst>
          <pc:docMk/>
          <pc:sldMk cId="2274783984" sldId="26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28685F-4276-4A44-893B-9CC97BCF413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E16EC0-5C39-4D92-AAEA-A489ACB2068F}">
      <dgm:prSet phldrT="[Text]"/>
      <dgm:spPr>
        <a:xfrm>
          <a:off x="4851086" y="134068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ICD10 Codes</a:t>
          </a:r>
        </a:p>
      </dgm:t>
    </dgm:pt>
    <dgm:pt modelId="{2AE6DB54-A1F5-4CD5-8FBB-3D7202382B7F}" type="parTrans" cxnId="{3BACC2DB-540A-46AD-9127-C603E23DF514}">
      <dgm:prSet/>
      <dgm:spPr/>
      <dgm:t>
        <a:bodyPr/>
        <a:lstStyle/>
        <a:p>
          <a:endParaRPr lang="en-US"/>
        </a:p>
      </dgm:t>
    </dgm:pt>
    <dgm:pt modelId="{632F5C82-E199-4C3F-86EC-9147FAC08558}" type="sibTrans" cxnId="{3BACC2DB-540A-46AD-9127-C603E23DF514}">
      <dgm:prSet/>
      <dgm:spPr/>
      <dgm:t>
        <a:bodyPr/>
        <a:lstStyle/>
        <a:p>
          <a:endParaRPr lang="en-US"/>
        </a:p>
      </dgm:t>
    </dgm:pt>
    <dgm:pt modelId="{D75B2F30-40AB-4EE8-B5DA-1750ED2AB6AE}">
      <dgm:prSet phldrT="[Text]"/>
      <dgm:spPr>
        <a:xfrm>
          <a:off x="2569619" y="1286208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Specific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 </a:t>
          </a:r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Code</a:t>
          </a:r>
        </a:p>
      </dgm:t>
    </dgm:pt>
    <dgm:pt modelId="{4E63E8D9-0150-44B9-9358-8F551D520A45}" type="parTrans" cxnId="{C315FE8E-CE2D-4C07-95E2-54A78D063DE5}">
      <dgm:prSet/>
      <dgm:spPr>
        <a:xfrm>
          <a:off x="3053566" y="792928"/>
          <a:ext cx="2281467" cy="361923"/>
        </a:xfrm>
        <a:custGeom>
          <a:avLst/>
          <a:gdLst/>
          <a:ahLst/>
          <a:cxnLst/>
          <a:rect l="0" t="0" r="0" b="0"/>
          <a:pathLst>
            <a:path>
              <a:moveTo>
                <a:pt x="2281467" y="0"/>
              </a:moveTo>
              <a:lnTo>
                <a:pt x="2281467" y="246640"/>
              </a:lnTo>
              <a:lnTo>
                <a:pt x="0" y="246640"/>
              </a:lnTo>
              <a:lnTo>
                <a:pt x="0" y="361923"/>
              </a:lnTo>
            </a:path>
          </a:pathLst>
        </a:custGeom>
        <a:noFill/>
        <a:ln w="15875" cap="rnd" cmpd="sng" algn="ctr">
          <a:solidFill>
            <a:srgbClr val="30ACEC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6CD00731-7683-41AD-8225-D252DBC2487B}" type="sibTrans" cxnId="{C315FE8E-CE2D-4C07-95E2-54A78D063DE5}">
      <dgm:prSet/>
      <dgm:spPr/>
      <dgm:t>
        <a:bodyPr/>
        <a:lstStyle/>
        <a:p>
          <a:endParaRPr lang="en-US"/>
        </a:p>
      </dgm:t>
    </dgm:pt>
    <dgm:pt modelId="{76117A05-78E3-4C5D-899A-0BC79B6A10D7}">
      <dgm:prSet phldrT="[Text]"/>
      <dgm:spPr>
        <a:xfrm>
          <a:off x="2569619" y="2438349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Primary Code</a:t>
          </a:r>
        </a:p>
      </dgm:t>
    </dgm:pt>
    <dgm:pt modelId="{76BBCD61-06BE-4419-AB2D-2A5C53ED4174}" type="parTrans" cxnId="{FCE739F5-3408-41C5-A794-6279BAF824EC}">
      <dgm:prSet/>
      <dgm:spPr>
        <a:xfrm>
          <a:off x="3007846" y="1945069"/>
          <a:ext cx="91440" cy="3619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A12BD504-BC32-40CF-B1DA-3CB2E3644733}" type="sibTrans" cxnId="{FCE739F5-3408-41C5-A794-6279BAF824EC}">
      <dgm:prSet/>
      <dgm:spPr/>
      <dgm:t>
        <a:bodyPr/>
        <a:lstStyle/>
        <a:p>
          <a:endParaRPr lang="en-US"/>
        </a:p>
      </dgm:t>
    </dgm:pt>
    <dgm:pt modelId="{8C9D43F1-0AEA-44FE-B64C-6475369EA189}">
      <dgm:prSet phldrT="[Text]"/>
      <dgm:spPr>
        <a:xfrm>
          <a:off x="7132553" y="1286208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Non-Specific Code</a:t>
          </a:r>
        </a:p>
      </dgm:t>
    </dgm:pt>
    <dgm:pt modelId="{4A4BA0BE-AE73-4326-8F7F-71075B0FD1BF}" type="parTrans" cxnId="{E6DC7151-B78C-4266-A18C-4C617B52452D}">
      <dgm:prSet/>
      <dgm:spPr>
        <a:xfrm>
          <a:off x="5335034" y="792928"/>
          <a:ext cx="2281467" cy="361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640"/>
              </a:lnTo>
              <a:lnTo>
                <a:pt x="2281467" y="246640"/>
              </a:lnTo>
              <a:lnTo>
                <a:pt x="2281467" y="361923"/>
              </a:lnTo>
            </a:path>
          </a:pathLst>
        </a:custGeom>
        <a:noFill/>
        <a:ln w="15875" cap="rnd" cmpd="sng" algn="ctr">
          <a:solidFill>
            <a:srgbClr val="30ACEC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BB9402E5-0561-49F9-8B23-C89CD8B0CC70}" type="sibTrans" cxnId="{E6DC7151-B78C-4266-A18C-4C617B52452D}">
      <dgm:prSet/>
      <dgm:spPr/>
      <dgm:t>
        <a:bodyPr/>
        <a:lstStyle/>
        <a:p>
          <a:endParaRPr lang="en-US"/>
        </a:p>
      </dgm:t>
    </dgm:pt>
    <dgm:pt modelId="{D421F83D-7695-4D9E-9E40-14ECA9E419AF}">
      <dgm:prSet phldrT="[Text]"/>
      <dgm:spPr>
        <a:xfrm>
          <a:off x="7132553" y="2438349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Secondary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 Code</a:t>
          </a:r>
        </a:p>
      </dgm:t>
    </dgm:pt>
    <dgm:pt modelId="{2A861B5E-4827-46A9-A93F-B9C01D3114C7}" type="parTrans" cxnId="{1FA9AE88-5E87-4F00-80EA-A833532C8157}">
      <dgm:prSet/>
      <dgm:spPr>
        <a:xfrm>
          <a:off x="7570781" y="1945069"/>
          <a:ext cx="91440" cy="3619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4D5C0F3C-1C01-4C88-8AF9-A29F090CE2BF}" type="sibTrans" cxnId="{1FA9AE88-5E87-4F00-80EA-A833532C8157}">
      <dgm:prSet/>
      <dgm:spPr/>
      <dgm:t>
        <a:bodyPr/>
        <a:lstStyle/>
        <a:p>
          <a:endParaRPr lang="en-US"/>
        </a:p>
      </dgm:t>
    </dgm:pt>
    <dgm:pt modelId="{08D85E38-D1AE-4070-8FF4-51966C9AEAB6}">
      <dgm:prSet/>
      <dgm:spPr>
        <a:xfrm>
          <a:off x="4090597" y="3590490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Hypertension</a:t>
          </a:r>
        </a:p>
      </dgm:t>
    </dgm:pt>
    <dgm:pt modelId="{D5468109-5976-46EF-B380-A104983C9022}" type="parTrans" cxnId="{77F38021-D79D-490D-87AB-36CB6D650FF7}">
      <dgm:prSet/>
      <dgm:spPr>
        <a:xfrm>
          <a:off x="3053566" y="3097210"/>
          <a:ext cx="1520978" cy="361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640"/>
              </a:lnTo>
              <a:lnTo>
                <a:pt x="1520978" y="246640"/>
              </a:lnTo>
              <a:lnTo>
                <a:pt x="1520978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A8C564F5-6088-4F64-9244-56555D42FF91}" type="sibTrans" cxnId="{77F38021-D79D-490D-87AB-36CB6D650FF7}">
      <dgm:prSet/>
      <dgm:spPr/>
      <dgm:t>
        <a:bodyPr/>
        <a:lstStyle/>
        <a:p>
          <a:endParaRPr lang="en-US"/>
        </a:p>
      </dgm:t>
    </dgm:pt>
    <dgm:pt modelId="{FB553B1C-3239-4941-B126-BB6B30B2442D}">
      <dgm:prSet/>
      <dgm:spPr>
        <a:xfrm>
          <a:off x="5611575" y="3590490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Fever</a:t>
          </a:r>
        </a:p>
      </dgm:t>
    </dgm:pt>
    <dgm:pt modelId="{67C242DF-D4E1-4291-8656-FA8EEA57039E}" type="parTrans" cxnId="{0C499C49-A120-4C6F-B419-9C7D6844DAA0}">
      <dgm:prSet/>
      <dgm:spPr>
        <a:xfrm>
          <a:off x="6095523" y="3097210"/>
          <a:ext cx="1520978" cy="361923"/>
        </a:xfrm>
        <a:custGeom>
          <a:avLst/>
          <a:gdLst/>
          <a:ahLst/>
          <a:cxnLst/>
          <a:rect l="0" t="0" r="0" b="0"/>
          <a:pathLst>
            <a:path>
              <a:moveTo>
                <a:pt x="1520978" y="0"/>
              </a:moveTo>
              <a:lnTo>
                <a:pt x="1520978" y="246640"/>
              </a:lnTo>
              <a:lnTo>
                <a:pt x="0" y="246640"/>
              </a:lnTo>
              <a:lnTo>
                <a:pt x="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38EFABB1-1DB6-47EB-B07B-D2616A8007D7}" type="sibTrans" cxnId="{0C499C49-A120-4C6F-B419-9C7D6844DAA0}">
      <dgm:prSet/>
      <dgm:spPr/>
      <dgm:t>
        <a:bodyPr/>
        <a:lstStyle/>
        <a:p>
          <a:endParaRPr lang="en-US"/>
        </a:p>
      </dgm:t>
    </dgm:pt>
    <dgm:pt modelId="{2E041679-D261-44C2-BD46-380F233D6083}">
      <dgm:prSet/>
      <dgm:spPr>
        <a:xfrm>
          <a:off x="2569619" y="3590490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Gastroenteritis</a:t>
          </a:r>
        </a:p>
      </dgm:t>
    </dgm:pt>
    <dgm:pt modelId="{386B22D0-0EB0-4BA9-A45B-0D4C75E26A72}" type="parTrans" cxnId="{F847F162-626E-4586-AA5D-41E57F099C63}">
      <dgm:prSet/>
      <dgm:spPr>
        <a:xfrm>
          <a:off x="3007846" y="3097210"/>
          <a:ext cx="91440" cy="3619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724D8609-1285-4125-AFCD-29060CCF1CD1}" type="sibTrans" cxnId="{F847F162-626E-4586-AA5D-41E57F099C63}">
      <dgm:prSet/>
      <dgm:spPr/>
      <dgm:t>
        <a:bodyPr/>
        <a:lstStyle/>
        <a:p>
          <a:endParaRPr lang="en-US"/>
        </a:p>
      </dgm:t>
    </dgm:pt>
    <dgm:pt modelId="{A6EA2968-AFCC-46BB-BB2C-CC69D904F488}">
      <dgm:prSet/>
      <dgm:spPr>
        <a:xfrm>
          <a:off x="7132553" y="3590490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Vomiting</a:t>
          </a:r>
        </a:p>
      </dgm:t>
    </dgm:pt>
    <dgm:pt modelId="{143520C8-6A27-4739-B167-F9BF6948792D}" type="parTrans" cxnId="{F7C4417C-63EA-4B9F-A957-947B25AC4E91}">
      <dgm:prSet/>
      <dgm:spPr>
        <a:xfrm>
          <a:off x="7570781" y="3097210"/>
          <a:ext cx="91440" cy="36192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02353B74-30A3-415F-A7F8-48E4D05B411D}" type="sibTrans" cxnId="{F7C4417C-63EA-4B9F-A957-947B25AC4E91}">
      <dgm:prSet/>
      <dgm:spPr/>
      <dgm:t>
        <a:bodyPr/>
        <a:lstStyle/>
        <a:p>
          <a:endParaRPr lang="en-US"/>
        </a:p>
      </dgm:t>
    </dgm:pt>
    <dgm:pt modelId="{2842DA8C-54D3-4724-9EBD-632B76733B62}">
      <dgm:prSet/>
      <dgm:spPr>
        <a:xfrm>
          <a:off x="1048641" y="3590490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Tonsilitis</a:t>
          </a:r>
        </a:p>
      </dgm:t>
    </dgm:pt>
    <dgm:pt modelId="{F310E409-8FD4-44AF-9FC4-5438422BD3B9}" type="parTrans" cxnId="{833BA42B-9ED3-420F-B88C-9A7D1526FBBF}">
      <dgm:prSet/>
      <dgm:spPr>
        <a:xfrm>
          <a:off x="1532588" y="3097210"/>
          <a:ext cx="1520978" cy="361923"/>
        </a:xfrm>
        <a:custGeom>
          <a:avLst/>
          <a:gdLst/>
          <a:ahLst/>
          <a:cxnLst/>
          <a:rect l="0" t="0" r="0" b="0"/>
          <a:pathLst>
            <a:path>
              <a:moveTo>
                <a:pt x="1520978" y="0"/>
              </a:moveTo>
              <a:lnTo>
                <a:pt x="1520978" y="246640"/>
              </a:lnTo>
              <a:lnTo>
                <a:pt x="0" y="246640"/>
              </a:lnTo>
              <a:lnTo>
                <a:pt x="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6990EB95-1B21-4B27-91BA-84AAF5EBC8C3}" type="sibTrans" cxnId="{833BA42B-9ED3-420F-B88C-9A7D1526FBBF}">
      <dgm:prSet/>
      <dgm:spPr/>
      <dgm:t>
        <a:bodyPr/>
        <a:lstStyle/>
        <a:p>
          <a:endParaRPr lang="en-US"/>
        </a:p>
      </dgm:t>
    </dgm:pt>
    <dgm:pt modelId="{C4262911-537A-432F-B1C2-2CC6E754098D}">
      <dgm:prSet/>
      <dgm:spPr>
        <a:xfrm>
          <a:off x="8653531" y="3590490"/>
          <a:ext cx="1244436" cy="790217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Cough</a:t>
          </a:r>
        </a:p>
      </dgm:t>
    </dgm:pt>
    <dgm:pt modelId="{76DCAD15-6C15-4389-825C-751986061477}" type="parTrans" cxnId="{4AA4AE98-7CD1-4614-AF50-E239C1C3509A}">
      <dgm:prSet/>
      <dgm:spPr>
        <a:xfrm>
          <a:off x="7616501" y="3097210"/>
          <a:ext cx="1520978" cy="361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640"/>
              </a:lnTo>
              <a:lnTo>
                <a:pt x="1520978" y="246640"/>
              </a:lnTo>
              <a:lnTo>
                <a:pt x="1520978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771D18EC-38DF-44E3-A899-9924BCC73D1E}" type="sibTrans" cxnId="{4AA4AE98-7CD1-4614-AF50-E239C1C3509A}">
      <dgm:prSet/>
      <dgm:spPr/>
      <dgm:t>
        <a:bodyPr/>
        <a:lstStyle/>
        <a:p>
          <a:endParaRPr lang="en-US"/>
        </a:p>
      </dgm:t>
    </dgm:pt>
    <dgm:pt modelId="{DFFF29E6-EAE0-4AC8-A663-45FE7DEE6CF8}" type="pres">
      <dgm:prSet presAssocID="{2228685F-4276-4A44-893B-9CC97BCF413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0409109-93EE-4637-A263-F7650D56C136}" type="pres">
      <dgm:prSet presAssocID="{29E16EC0-5C39-4D92-AAEA-A489ACB2068F}" presName="hierRoot1" presStyleCnt="0"/>
      <dgm:spPr/>
    </dgm:pt>
    <dgm:pt modelId="{F43D94B5-4BEA-46F4-89B2-B9F3D1519035}" type="pres">
      <dgm:prSet presAssocID="{29E16EC0-5C39-4D92-AAEA-A489ACB2068F}" presName="composite" presStyleCnt="0"/>
      <dgm:spPr/>
    </dgm:pt>
    <dgm:pt modelId="{2AAFF154-68B0-41E4-A75E-5988F3A356E5}" type="pres">
      <dgm:prSet presAssocID="{29E16EC0-5C39-4D92-AAEA-A489ACB2068F}" presName="background" presStyleLbl="node0" presStyleIdx="0" presStyleCnt="1"/>
      <dgm:spPr>
        <a:xfrm>
          <a:off x="4712815" y="2710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1CDA6FB1-8C25-4186-AE00-4999C974AB8E}" type="pres">
      <dgm:prSet presAssocID="{29E16EC0-5C39-4D92-AAEA-A489ACB2068F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BC5B57-76BC-4568-8E23-7CF754E0249E}" type="pres">
      <dgm:prSet presAssocID="{29E16EC0-5C39-4D92-AAEA-A489ACB2068F}" presName="hierChild2" presStyleCnt="0"/>
      <dgm:spPr/>
    </dgm:pt>
    <dgm:pt modelId="{D82132D7-6C61-4D76-B35C-56E18BDE33C0}" type="pres">
      <dgm:prSet presAssocID="{4E63E8D9-0150-44B9-9358-8F551D520A45}" presName="Name10" presStyleLbl="parChTrans1D2" presStyleIdx="0" presStyleCnt="2"/>
      <dgm:spPr/>
      <dgm:t>
        <a:bodyPr/>
        <a:lstStyle/>
        <a:p>
          <a:endParaRPr lang="en-US"/>
        </a:p>
      </dgm:t>
    </dgm:pt>
    <dgm:pt modelId="{18CF36D0-0AF2-4370-8606-4515F8560529}" type="pres">
      <dgm:prSet presAssocID="{D75B2F30-40AB-4EE8-B5DA-1750ED2AB6AE}" presName="hierRoot2" presStyleCnt="0"/>
      <dgm:spPr/>
    </dgm:pt>
    <dgm:pt modelId="{352E3B7C-B4F0-4A58-A324-3D4F721D0E07}" type="pres">
      <dgm:prSet presAssocID="{D75B2F30-40AB-4EE8-B5DA-1750ED2AB6AE}" presName="composite2" presStyleCnt="0"/>
      <dgm:spPr/>
    </dgm:pt>
    <dgm:pt modelId="{23B973F6-864F-423D-A698-154734C3EE96}" type="pres">
      <dgm:prSet presAssocID="{D75B2F30-40AB-4EE8-B5DA-1750ED2AB6AE}" presName="background2" presStyleLbl="node2" presStyleIdx="0" presStyleCnt="2"/>
      <dgm:spPr>
        <a:xfrm>
          <a:off x="2431348" y="1154851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50FFEFB6-C8B6-4C1E-8123-60732894CF20}" type="pres">
      <dgm:prSet presAssocID="{D75B2F30-40AB-4EE8-B5DA-1750ED2AB6AE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853D8A7-7D27-45D9-B0F8-B8AA94B2AA71}" type="pres">
      <dgm:prSet presAssocID="{D75B2F30-40AB-4EE8-B5DA-1750ED2AB6AE}" presName="hierChild3" presStyleCnt="0"/>
      <dgm:spPr/>
    </dgm:pt>
    <dgm:pt modelId="{FDA13F50-95DC-4D4C-B3D7-A67086D545C4}" type="pres">
      <dgm:prSet presAssocID="{76BBCD61-06BE-4419-AB2D-2A5C53ED4174}" presName="Name17" presStyleLbl="parChTrans1D3" presStyleIdx="0" presStyleCnt="2"/>
      <dgm:spPr/>
      <dgm:t>
        <a:bodyPr/>
        <a:lstStyle/>
        <a:p>
          <a:endParaRPr lang="en-US"/>
        </a:p>
      </dgm:t>
    </dgm:pt>
    <dgm:pt modelId="{9BCE1098-5104-42C1-A62F-583213C6DB70}" type="pres">
      <dgm:prSet presAssocID="{76117A05-78E3-4C5D-899A-0BC79B6A10D7}" presName="hierRoot3" presStyleCnt="0"/>
      <dgm:spPr/>
    </dgm:pt>
    <dgm:pt modelId="{36FA4D2D-3ED2-40A6-92CB-B5AEB01CB762}" type="pres">
      <dgm:prSet presAssocID="{76117A05-78E3-4C5D-899A-0BC79B6A10D7}" presName="composite3" presStyleCnt="0"/>
      <dgm:spPr/>
    </dgm:pt>
    <dgm:pt modelId="{0E41D4B5-9C9F-4DC3-9B9C-C46B3942C936}" type="pres">
      <dgm:prSet presAssocID="{76117A05-78E3-4C5D-899A-0BC79B6A10D7}" presName="background3" presStyleLbl="node3" presStyleIdx="0" presStyleCnt="2"/>
      <dgm:spPr>
        <a:xfrm>
          <a:off x="2431348" y="2306992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A9F8468D-5D61-4555-ABE2-5FBF6280137E}" type="pres">
      <dgm:prSet presAssocID="{76117A05-78E3-4C5D-899A-0BC79B6A10D7}" presName="text3" presStyleLbl="fgAcc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002B99A-ABF6-4D67-AF43-862127B3624C}" type="pres">
      <dgm:prSet presAssocID="{76117A05-78E3-4C5D-899A-0BC79B6A10D7}" presName="hierChild4" presStyleCnt="0"/>
      <dgm:spPr/>
    </dgm:pt>
    <dgm:pt modelId="{37353403-DB6E-4876-9665-46AD98EED411}" type="pres">
      <dgm:prSet presAssocID="{F310E409-8FD4-44AF-9FC4-5438422BD3B9}" presName="Name23" presStyleLbl="parChTrans1D4" presStyleIdx="0" presStyleCnt="6"/>
      <dgm:spPr/>
      <dgm:t>
        <a:bodyPr/>
        <a:lstStyle/>
        <a:p>
          <a:endParaRPr lang="en-US"/>
        </a:p>
      </dgm:t>
    </dgm:pt>
    <dgm:pt modelId="{B1638834-5D5E-452E-B742-52AEB05F994F}" type="pres">
      <dgm:prSet presAssocID="{2842DA8C-54D3-4724-9EBD-632B76733B62}" presName="hierRoot4" presStyleCnt="0"/>
      <dgm:spPr/>
    </dgm:pt>
    <dgm:pt modelId="{60561591-B07A-4F30-BD44-716872DDFC86}" type="pres">
      <dgm:prSet presAssocID="{2842DA8C-54D3-4724-9EBD-632B76733B62}" presName="composite4" presStyleCnt="0"/>
      <dgm:spPr/>
    </dgm:pt>
    <dgm:pt modelId="{5A210383-C0C1-4ACB-8E51-1FAA1E0BE6EF}" type="pres">
      <dgm:prSet presAssocID="{2842DA8C-54D3-4724-9EBD-632B76733B62}" presName="background4" presStyleLbl="node4" presStyleIdx="0" presStyleCnt="6"/>
      <dgm:spPr>
        <a:xfrm>
          <a:off x="910370" y="3459133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DF9A2C7A-6AB3-41BB-8180-64E308CB23CB}" type="pres">
      <dgm:prSet presAssocID="{2842DA8C-54D3-4724-9EBD-632B76733B62}" presName="text4" presStyleLbl="fgAcc4" presStyleIdx="0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3A920C4-3730-42F1-B216-72B5103CFE75}" type="pres">
      <dgm:prSet presAssocID="{2842DA8C-54D3-4724-9EBD-632B76733B62}" presName="hierChild5" presStyleCnt="0"/>
      <dgm:spPr/>
    </dgm:pt>
    <dgm:pt modelId="{7E517C3D-F068-4692-8C89-E6987F644200}" type="pres">
      <dgm:prSet presAssocID="{386B22D0-0EB0-4BA9-A45B-0D4C75E26A72}" presName="Name23" presStyleLbl="parChTrans1D4" presStyleIdx="1" presStyleCnt="6"/>
      <dgm:spPr/>
      <dgm:t>
        <a:bodyPr/>
        <a:lstStyle/>
        <a:p>
          <a:endParaRPr lang="en-US"/>
        </a:p>
      </dgm:t>
    </dgm:pt>
    <dgm:pt modelId="{727855BF-5328-4143-AAB1-A53E6BD1AF05}" type="pres">
      <dgm:prSet presAssocID="{2E041679-D261-44C2-BD46-380F233D6083}" presName="hierRoot4" presStyleCnt="0"/>
      <dgm:spPr/>
    </dgm:pt>
    <dgm:pt modelId="{41FCE2B1-F5CA-4599-8A0D-514CA6797BE5}" type="pres">
      <dgm:prSet presAssocID="{2E041679-D261-44C2-BD46-380F233D6083}" presName="composite4" presStyleCnt="0"/>
      <dgm:spPr/>
    </dgm:pt>
    <dgm:pt modelId="{BC92048E-850F-4863-9B84-C60F5E297A6E}" type="pres">
      <dgm:prSet presAssocID="{2E041679-D261-44C2-BD46-380F233D6083}" presName="background4" presStyleLbl="node4" presStyleIdx="1" presStyleCnt="6"/>
      <dgm:spPr>
        <a:xfrm>
          <a:off x="2431348" y="3459133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AC3B12F0-CD98-42A6-ACC0-BE99BF48F4B8}" type="pres">
      <dgm:prSet presAssocID="{2E041679-D261-44C2-BD46-380F233D6083}" presName="text4" presStyleLbl="fgAcc4" presStyleIdx="1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0BE258-C108-4B08-8889-EB0266D10EE2}" type="pres">
      <dgm:prSet presAssocID="{2E041679-D261-44C2-BD46-380F233D6083}" presName="hierChild5" presStyleCnt="0"/>
      <dgm:spPr/>
    </dgm:pt>
    <dgm:pt modelId="{109E920B-0ECE-4255-A494-388998BFCBA4}" type="pres">
      <dgm:prSet presAssocID="{D5468109-5976-46EF-B380-A104983C9022}" presName="Name23" presStyleLbl="parChTrans1D4" presStyleIdx="2" presStyleCnt="6"/>
      <dgm:spPr/>
      <dgm:t>
        <a:bodyPr/>
        <a:lstStyle/>
        <a:p>
          <a:endParaRPr lang="en-US"/>
        </a:p>
      </dgm:t>
    </dgm:pt>
    <dgm:pt modelId="{5803135F-764B-4EB7-B1AC-38692DAA24BA}" type="pres">
      <dgm:prSet presAssocID="{08D85E38-D1AE-4070-8FF4-51966C9AEAB6}" presName="hierRoot4" presStyleCnt="0"/>
      <dgm:spPr/>
    </dgm:pt>
    <dgm:pt modelId="{364381FF-5A72-4332-B1D2-006F4D196D17}" type="pres">
      <dgm:prSet presAssocID="{08D85E38-D1AE-4070-8FF4-51966C9AEAB6}" presName="composite4" presStyleCnt="0"/>
      <dgm:spPr/>
    </dgm:pt>
    <dgm:pt modelId="{908F34D6-389C-42DD-9A91-6299D8FA5E56}" type="pres">
      <dgm:prSet presAssocID="{08D85E38-D1AE-4070-8FF4-51966C9AEAB6}" presName="background4" presStyleLbl="node4" presStyleIdx="2" presStyleCnt="6"/>
      <dgm:spPr>
        <a:xfrm>
          <a:off x="3952326" y="3459133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7A9EB98C-4DEE-4263-B129-BF1468D49F42}" type="pres">
      <dgm:prSet presAssocID="{08D85E38-D1AE-4070-8FF4-51966C9AEAB6}" presName="text4" presStyleLbl="fgAcc4" presStyleIdx="2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7E4BA44-2959-4872-97A1-146C753DBC3A}" type="pres">
      <dgm:prSet presAssocID="{08D85E38-D1AE-4070-8FF4-51966C9AEAB6}" presName="hierChild5" presStyleCnt="0"/>
      <dgm:spPr/>
    </dgm:pt>
    <dgm:pt modelId="{461E37CF-DE9E-47AA-BBE1-00FDB2D12626}" type="pres">
      <dgm:prSet presAssocID="{4A4BA0BE-AE73-4326-8F7F-71075B0FD1BF}" presName="Name10" presStyleLbl="parChTrans1D2" presStyleIdx="1" presStyleCnt="2"/>
      <dgm:spPr/>
      <dgm:t>
        <a:bodyPr/>
        <a:lstStyle/>
        <a:p>
          <a:endParaRPr lang="en-US"/>
        </a:p>
      </dgm:t>
    </dgm:pt>
    <dgm:pt modelId="{B82F64F0-97A7-4B01-9466-4F25BEEF9D0C}" type="pres">
      <dgm:prSet presAssocID="{8C9D43F1-0AEA-44FE-B64C-6475369EA189}" presName="hierRoot2" presStyleCnt="0"/>
      <dgm:spPr/>
    </dgm:pt>
    <dgm:pt modelId="{F07F76B3-87F0-4B0B-86D0-93219D132D4D}" type="pres">
      <dgm:prSet presAssocID="{8C9D43F1-0AEA-44FE-B64C-6475369EA189}" presName="composite2" presStyleCnt="0"/>
      <dgm:spPr/>
    </dgm:pt>
    <dgm:pt modelId="{3C4D5451-BB2E-4627-A055-34DF4730198D}" type="pres">
      <dgm:prSet presAssocID="{8C9D43F1-0AEA-44FE-B64C-6475369EA189}" presName="background2" presStyleLbl="node2" presStyleIdx="1" presStyleCnt="2"/>
      <dgm:spPr>
        <a:xfrm>
          <a:off x="6994283" y="1154851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780F9337-28C5-4D9E-900C-22D010F7409F}" type="pres">
      <dgm:prSet presAssocID="{8C9D43F1-0AEA-44FE-B64C-6475369EA189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0E91B7-62D0-4F6F-BF91-88B49DC22C19}" type="pres">
      <dgm:prSet presAssocID="{8C9D43F1-0AEA-44FE-B64C-6475369EA189}" presName="hierChild3" presStyleCnt="0"/>
      <dgm:spPr/>
    </dgm:pt>
    <dgm:pt modelId="{60D2E853-0127-4F8A-B7DE-B1F6662B1027}" type="pres">
      <dgm:prSet presAssocID="{2A861B5E-4827-46A9-A93F-B9C01D3114C7}" presName="Name17" presStyleLbl="parChTrans1D3" presStyleIdx="1" presStyleCnt="2"/>
      <dgm:spPr/>
      <dgm:t>
        <a:bodyPr/>
        <a:lstStyle/>
        <a:p>
          <a:endParaRPr lang="en-US"/>
        </a:p>
      </dgm:t>
    </dgm:pt>
    <dgm:pt modelId="{641FA6C8-41E5-44EC-858C-94576EC8B32C}" type="pres">
      <dgm:prSet presAssocID="{D421F83D-7695-4D9E-9E40-14ECA9E419AF}" presName="hierRoot3" presStyleCnt="0"/>
      <dgm:spPr/>
    </dgm:pt>
    <dgm:pt modelId="{9D655740-AECA-425B-8CB0-E15974BBE4FC}" type="pres">
      <dgm:prSet presAssocID="{D421F83D-7695-4D9E-9E40-14ECA9E419AF}" presName="composite3" presStyleCnt="0"/>
      <dgm:spPr/>
    </dgm:pt>
    <dgm:pt modelId="{28D6A3A6-E06D-48CD-B512-99FEE4C68DB6}" type="pres">
      <dgm:prSet presAssocID="{D421F83D-7695-4D9E-9E40-14ECA9E419AF}" presName="background3" presStyleLbl="node3" presStyleIdx="1" presStyleCnt="2"/>
      <dgm:spPr>
        <a:xfrm>
          <a:off x="6994283" y="2306992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4CA8B176-4C09-40AF-B76E-9F020195B7F8}" type="pres">
      <dgm:prSet presAssocID="{D421F83D-7695-4D9E-9E40-14ECA9E419AF}" presName="text3" presStyleLbl="fgAcc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B372AB-9EEA-4541-9FC7-FADEB42AE5C2}" type="pres">
      <dgm:prSet presAssocID="{D421F83D-7695-4D9E-9E40-14ECA9E419AF}" presName="hierChild4" presStyleCnt="0"/>
      <dgm:spPr/>
    </dgm:pt>
    <dgm:pt modelId="{0C182CD9-987F-4359-B463-B02ABC997845}" type="pres">
      <dgm:prSet presAssocID="{67C242DF-D4E1-4291-8656-FA8EEA57039E}" presName="Name23" presStyleLbl="parChTrans1D4" presStyleIdx="3" presStyleCnt="6"/>
      <dgm:spPr/>
      <dgm:t>
        <a:bodyPr/>
        <a:lstStyle/>
        <a:p>
          <a:endParaRPr lang="en-US"/>
        </a:p>
      </dgm:t>
    </dgm:pt>
    <dgm:pt modelId="{F42A5FF0-25D4-4494-B574-7F6B65ACAB78}" type="pres">
      <dgm:prSet presAssocID="{FB553B1C-3239-4941-B126-BB6B30B2442D}" presName="hierRoot4" presStyleCnt="0"/>
      <dgm:spPr/>
    </dgm:pt>
    <dgm:pt modelId="{E1217217-ED7C-428F-9E36-A4D481794D3C}" type="pres">
      <dgm:prSet presAssocID="{FB553B1C-3239-4941-B126-BB6B30B2442D}" presName="composite4" presStyleCnt="0"/>
      <dgm:spPr/>
    </dgm:pt>
    <dgm:pt modelId="{40A4541F-D7C7-45F7-A519-C5B36C582CDF}" type="pres">
      <dgm:prSet presAssocID="{FB553B1C-3239-4941-B126-BB6B30B2442D}" presName="background4" presStyleLbl="node4" presStyleIdx="3" presStyleCnt="6"/>
      <dgm:spPr>
        <a:xfrm>
          <a:off x="5473304" y="3459133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7CCA58A8-F0CC-419F-8548-6E4915D76C35}" type="pres">
      <dgm:prSet presAssocID="{FB553B1C-3239-4941-B126-BB6B30B2442D}" presName="text4" presStyleLbl="fgAcc4" presStyleIdx="3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EAA06B-4DE1-4F17-8807-BABB44B9E8EC}" type="pres">
      <dgm:prSet presAssocID="{FB553B1C-3239-4941-B126-BB6B30B2442D}" presName="hierChild5" presStyleCnt="0"/>
      <dgm:spPr/>
    </dgm:pt>
    <dgm:pt modelId="{0FE8C593-17F1-413C-9F48-3B81BE58F55C}" type="pres">
      <dgm:prSet presAssocID="{143520C8-6A27-4739-B167-F9BF6948792D}" presName="Name23" presStyleLbl="parChTrans1D4" presStyleIdx="4" presStyleCnt="6"/>
      <dgm:spPr/>
      <dgm:t>
        <a:bodyPr/>
        <a:lstStyle/>
        <a:p>
          <a:endParaRPr lang="en-US"/>
        </a:p>
      </dgm:t>
    </dgm:pt>
    <dgm:pt modelId="{EF0906F1-B911-4A76-A29C-69FE8D67CC82}" type="pres">
      <dgm:prSet presAssocID="{A6EA2968-AFCC-46BB-BB2C-CC69D904F488}" presName="hierRoot4" presStyleCnt="0"/>
      <dgm:spPr/>
    </dgm:pt>
    <dgm:pt modelId="{BB608DEE-110D-4E6F-A0F5-D0FEECDC6489}" type="pres">
      <dgm:prSet presAssocID="{A6EA2968-AFCC-46BB-BB2C-CC69D904F488}" presName="composite4" presStyleCnt="0"/>
      <dgm:spPr/>
    </dgm:pt>
    <dgm:pt modelId="{B5660BF0-34F8-4F4F-9B5F-F7719FCF2AE2}" type="pres">
      <dgm:prSet presAssocID="{A6EA2968-AFCC-46BB-BB2C-CC69D904F488}" presName="background4" presStyleLbl="node4" presStyleIdx="4" presStyleCnt="6"/>
      <dgm:spPr>
        <a:xfrm>
          <a:off x="6994283" y="3459133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7B3B4AF5-62D2-4A04-8B39-759AD53FE692}" type="pres">
      <dgm:prSet presAssocID="{A6EA2968-AFCC-46BB-BB2C-CC69D904F488}" presName="text4" presStyleLbl="fgAcc4" presStyleIdx="4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8B89AF-F7A8-4D09-B0AB-539EA1AFB809}" type="pres">
      <dgm:prSet presAssocID="{A6EA2968-AFCC-46BB-BB2C-CC69D904F488}" presName="hierChild5" presStyleCnt="0"/>
      <dgm:spPr/>
    </dgm:pt>
    <dgm:pt modelId="{25386F78-485E-4953-8D11-6C326602ED5F}" type="pres">
      <dgm:prSet presAssocID="{76DCAD15-6C15-4389-825C-751986061477}" presName="Name23" presStyleLbl="parChTrans1D4" presStyleIdx="5" presStyleCnt="6"/>
      <dgm:spPr/>
      <dgm:t>
        <a:bodyPr/>
        <a:lstStyle/>
        <a:p>
          <a:endParaRPr lang="en-US"/>
        </a:p>
      </dgm:t>
    </dgm:pt>
    <dgm:pt modelId="{C82271F9-FE1E-4382-89A8-45ACFF20B0C2}" type="pres">
      <dgm:prSet presAssocID="{C4262911-537A-432F-B1C2-2CC6E754098D}" presName="hierRoot4" presStyleCnt="0"/>
      <dgm:spPr/>
    </dgm:pt>
    <dgm:pt modelId="{4D6F1AFE-21C4-434B-A106-ABBF4EA3A88B}" type="pres">
      <dgm:prSet presAssocID="{C4262911-537A-432F-B1C2-2CC6E754098D}" presName="composite4" presStyleCnt="0"/>
      <dgm:spPr/>
    </dgm:pt>
    <dgm:pt modelId="{503C6FF7-5080-4473-9417-FB8ED563BC77}" type="pres">
      <dgm:prSet presAssocID="{C4262911-537A-432F-B1C2-2CC6E754098D}" presName="background4" presStyleLbl="node4" presStyleIdx="5" presStyleCnt="6"/>
      <dgm:spPr>
        <a:xfrm>
          <a:off x="8515261" y="3459133"/>
          <a:ext cx="1244436" cy="790217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0236C26E-1B6D-471C-90C8-1536329A7F3B}" type="pres">
      <dgm:prSet presAssocID="{C4262911-537A-432F-B1C2-2CC6E754098D}" presName="text4" presStyleLbl="fgAcc4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727ED36-E06A-4FBA-90F7-D3336C0F4282}" type="pres">
      <dgm:prSet presAssocID="{C4262911-537A-432F-B1C2-2CC6E754098D}" presName="hierChild5" presStyleCnt="0"/>
      <dgm:spPr/>
    </dgm:pt>
  </dgm:ptLst>
  <dgm:cxnLst>
    <dgm:cxn modelId="{F7C4417C-63EA-4B9F-A957-947B25AC4E91}" srcId="{D421F83D-7695-4D9E-9E40-14ECA9E419AF}" destId="{A6EA2968-AFCC-46BB-BB2C-CC69D904F488}" srcOrd="1" destOrd="0" parTransId="{143520C8-6A27-4739-B167-F9BF6948792D}" sibTransId="{02353B74-30A3-415F-A7F8-48E4D05B411D}"/>
    <dgm:cxn modelId="{1F2E157B-BF25-4F03-B6D7-FE244480E585}" type="presOf" srcId="{386B22D0-0EB0-4BA9-A45B-0D4C75E26A72}" destId="{7E517C3D-F068-4692-8C89-E6987F644200}" srcOrd="0" destOrd="0" presId="urn:microsoft.com/office/officeart/2005/8/layout/hierarchy1"/>
    <dgm:cxn modelId="{AAF2F7BA-8C64-4EE7-AD1F-26A7985D0EE8}" type="presOf" srcId="{D421F83D-7695-4D9E-9E40-14ECA9E419AF}" destId="{4CA8B176-4C09-40AF-B76E-9F020195B7F8}" srcOrd="0" destOrd="0" presId="urn:microsoft.com/office/officeart/2005/8/layout/hierarchy1"/>
    <dgm:cxn modelId="{09518AD9-4474-4E3F-B73D-E209FFF308C1}" type="presOf" srcId="{143520C8-6A27-4739-B167-F9BF6948792D}" destId="{0FE8C593-17F1-413C-9F48-3B81BE58F55C}" srcOrd="0" destOrd="0" presId="urn:microsoft.com/office/officeart/2005/8/layout/hierarchy1"/>
    <dgm:cxn modelId="{D1D6647D-C6F6-4444-B538-B3006178F921}" type="presOf" srcId="{2E041679-D261-44C2-BD46-380F233D6083}" destId="{AC3B12F0-CD98-42A6-ACC0-BE99BF48F4B8}" srcOrd="0" destOrd="0" presId="urn:microsoft.com/office/officeart/2005/8/layout/hierarchy1"/>
    <dgm:cxn modelId="{4AA4AE98-7CD1-4614-AF50-E239C1C3509A}" srcId="{D421F83D-7695-4D9E-9E40-14ECA9E419AF}" destId="{C4262911-537A-432F-B1C2-2CC6E754098D}" srcOrd="2" destOrd="0" parTransId="{76DCAD15-6C15-4389-825C-751986061477}" sibTransId="{771D18EC-38DF-44E3-A899-9924BCC73D1E}"/>
    <dgm:cxn modelId="{2C5D5B7A-A6CC-430B-AB91-25408BB0497F}" type="presOf" srcId="{67C242DF-D4E1-4291-8656-FA8EEA57039E}" destId="{0C182CD9-987F-4359-B463-B02ABC997845}" srcOrd="0" destOrd="0" presId="urn:microsoft.com/office/officeart/2005/8/layout/hierarchy1"/>
    <dgm:cxn modelId="{77F38021-D79D-490D-87AB-36CB6D650FF7}" srcId="{76117A05-78E3-4C5D-899A-0BC79B6A10D7}" destId="{08D85E38-D1AE-4070-8FF4-51966C9AEAB6}" srcOrd="2" destOrd="0" parTransId="{D5468109-5976-46EF-B380-A104983C9022}" sibTransId="{A8C564F5-6088-4F64-9244-56555D42FF91}"/>
    <dgm:cxn modelId="{ED32625D-A501-47D5-B202-56C90EC8163C}" type="presOf" srcId="{08D85E38-D1AE-4070-8FF4-51966C9AEAB6}" destId="{7A9EB98C-4DEE-4263-B129-BF1468D49F42}" srcOrd="0" destOrd="0" presId="urn:microsoft.com/office/officeart/2005/8/layout/hierarchy1"/>
    <dgm:cxn modelId="{CE65A3A4-FBCA-4099-BE64-D31E00BD1EB7}" type="presOf" srcId="{D5468109-5976-46EF-B380-A104983C9022}" destId="{109E920B-0ECE-4255-A494-388998BFCBA4}" srcOrd="0" destOrd="0" presId="urn:microsoft.com/office/officeart/2005/8/layout/hierarchy1"/>
    <dgm:cxn modelId="{66923725-0CDE-47C3-AF6C-182F4C6CF1A7}" type="presOf" srcId="{76117A05-78E3-4C5D-899A-0BC79B6A10D7}" destId="{A9F8468D-5D61-4555-ABE2-5FBF6280137E}" srcOrd="0" destOrd="0" presId="urn:microsoft.com/office/officeart/2005/8/layout/hierarchy1"/>
    <dgm:cxn modelId="{1FA9AE88-5E87-4F00-80EA-A833532C8157}" srcId="{8C9D43F1-0AEA-44FE-B64C-6475369EA189}" destId="{D421F83D-7695-4D9E-9E40-14ECA9E419AF}" srcOrd="0" destOrd="0" parTransId="{2A861B5E-4827-46A9-A93F-B9C01D3114C7}" sibTransId="{4D5C0F3C-1C01-4C88-8AF9-A29F090CE2BF}"/>
    <dgm:cxn modelId="{51434FD8-AC49-4BC6-B227-C7C7CF3E2EE1}" type="presOf" srcId="{2A861B5E-4827-46A9-A93F-B9C01D3114C7}" destId="{60D2E853-0127-4F8A-B7DE-B1F6662B1027}" srcOrd="0" destOrd="0" presId="urn:microsoft.com/office/officeart/2005/8/layout/hierarchy1"/>
    <dgm:cxn modelId="{FCE739F5-3408-41C5-A794-6279BAF824EC}" srcId="{D75B2F30-40AB-4EE8-B5DA-1750ED2AB6AE}" destId="{76117A05-78E3-4C5D-899A-0BC79B6A10D7}" srcOrd="0" destOrd="0" parTransId="{76BBCD61-06BE-4419-AB2D-2A5C53ED4174}" sibTransId="{A12BD504-BC32-40CF-B1DA-3CB2E3644733}"/>
    <dgm:cxn modelId="{2310C56C-674A-4691-A21A-BDAB5F3FC332}" type="presOf" srcId="{76DCAD15-6C15-4389-825C-751986061477}" destId="{25386F78-485E-4953-8D11-6C326602ED5F}" srcOrd="0" destOrd="0" presId="urn:microsoft.com/office/officeart/2005/8/layout/hierarchy1"/>
    <dgm:cxn modelId="{7E25109E-FF34-498F-8517-1AC6E39FD65A}" type="presOf" srcId="{29E16EC0-5C39-4D92-AAEA-A489ACB2068F}" destId="{1CDA6FB1-8C25-4186-AE00-4999C974AB8E}" srcOrd="0" destOrd="0" presId="urn:microsoft.com/office/officeart/2005/8/layout/hierarchy1"/>
    <dgm:cxn modelId="{ECAD41E7-D772-4802-A6FE-AE9374A41A0B}" type="presOf" srcId="{FB553B1C-3239-4941-B126-BB6B30B2442D}" destId="{7CCA58A8-F0CC-419F-8548-6E4915D76C35}" srcOrd="0" destOrd="0" presId="urn:microsoft.com/office/officeart/2005/8/layout/hierarchy1"/>
    <dgm:cxn modelId="{768A1DE9-4711-409B-A4B0-6E2E10ADB423}" type="presOf" srcId="{8C9D43F1-0AEA-44FE-B64C-6475369EA189}" destId="{780F9337-28C5-4D9E-900C-22D010F7409F}" srcOrd="0" destOrd="0" presId="urn:microsoft.com/office/officeart/2005/8/layout/hierarchy1"/>
    <dgm:cxn modelId="{9FD53A4B-1191-4B6D-B55D-3FA0E0B6EF0E}" type="presOf" srcId="{2842DA8C-54D3-4724-9EBD-632B76733B62}" destId="{DF9A2C7A-6AB3-41BB-8180-64E308CB23CB}" srcOrd="0" destOrd="0" presId="urn:microsoft.com/office/officeart/2005/8/layout/hierarchy1"/>
    <dgm:cxn modelId="{E6DC7151-B78C-4266-A18C-4C617B52452D}" srcId="{29E16EC0-5C39-4D92-AAEA-A489ACB2068F}" destId="{8C9D43F1-0AEA-44FE-B64C-6475369EA189}" srcOrd="1" destOrd="0" parTransId="{4A4BA0BE-AE73-4326-8F7F-71075B0FD1BF}" sibTransId="{BB9402E5-0561-49F9-8B23-C89CD8B0CC70}"/>
    <dgm:cxn modelId="{3BACC2DB-540A-46AD-9127-C603E23DF514}" srcId="{2228685F-4276-4A44-893B-9CC97BCF4137}" destId="{29E16EC0-5C39-4D92-AAEA-A489ACB2068F}" srcOrd="0" destOrd="0" parTransId="{2AE6DB54-A1F5-4CD5-8FBB-3D7202382B7F}" sibTransId="{632F5C82-E199-4C3F-86EC-9147FAC08558}"/>
    <dgm:cxn modelId="{833BA42B-9ED3-420F-B88C-9A7D1526FBBF}" srcId="{76117A05-78E3-4C5D-899A-0BC79B6A10D7}" destId="{2842DA8C-54D3-4724-9EBD-632B76733B62}" srcOrd="0" destOrd="0" parTransId="{F310E409-8FD4-44AF-9FC4-5438422BD3B9}" sibTransId="{6990EB95-1B21-4B27-91BA-84AAF5EBC8C3}"/>
    <dgm:cxn modelId="{F7814FB8-8EAA-4088-BA46-53E41602A9B0}" type="presOf" srcId="{4A4BA0BE-AE73-4326-8F7F-71075B0FD1BF}" destId="{461E37CF-DE9E-47AA-BBE1-00FDB2D12626}" srcOrd="0" destOrd="0" presId="urn:microsoft.com/office/officeart/2005/8/layout/hierarchy1"/>
    <dgm:cxn modelId="{0C499C49-A120-4C6F-B419-9C7D6844DAA0}" srcId="{D421F83D-7695-4D9E-9E40-14ECA9E419AF}" destId="{FB553B1C-3239-4941-B126-BB6B30B2442D}" srcOrd="0" destOrd="0" parTransId="{67C242DF-D4E1-4291-8656-FA8EEA57039E}" sibTransId="{38EFABB1-1DB6-47EB-B07B-D2616A8007D7}"/>
    <dgm:cxn modelId="{49BECA99-812B-4360-A183-30691DD4D4E6}" type="presOf" srcId="{F310E409-8FD4-44AF-9FC4-5438422BD3B9}" destId="{37353403-DB6E-4876-9665-46AD98EED411}" srcOrd="0" destOrd="0" presId="urn:microsoft.com/office/officeart/2005/8/layout/hierarchy1"/>
    <dgm:cxn modelId="{463FCD6A-BE4A-4960-BD6E-A382689AD322}" type="presOf" srcId="{2228685F-4276-4A44-893B-9CC97BCF4137}" destId="{DFFF29E6-EAE0-4AC8-A663-45FE7DEE6CF8}" srcOrd="0" destOrd="0" presId="urn:microsoft.com/office/officeart/2005/8/layout/hierarchy1"/>
    <dgm:cxn modelId="{EEC2AB76-D580-4542-877C-A8ABBC826516}" type="presOf" srcId="{D75B2F30-40AB-4EE8-B5DA-1750ED2AB6AE}" destId="{50FFEFB6-C8B6-4C1E-8123-60732894CF20}" srcOrd="0" destOrd="0" presId="urn:microsoft.com/office/officeart/2005/8/layout/hierarchy1"/>
    <dgm:cxn modelId="{812DA14F-3EA7-495B-A0EA-D52107390DB7}" type="presOf" srcId="{C4262911-537A-432F-B1C2-2CC6E754098D}" destId="{0236C26E-1B6D-471C-90C8-1536329A7F3B}" srcOrd="0" destOrd="0" presId="urn:microsoft.com/office/officeart/2005/8/layout/hierarchy1"/>
    <dgm:cxn modelId="{C315FE8E-CE2D-4C07-95E2-54A78D063DE5}" srcId="{29E16EC0-5C39-4D92-AAEA-A489ACB2068F}" destId="{D75B2F30-40AB-4EE8-B5DA-1750ED2AB6AE}" srcOrd="0" destOrd="0" parTransId="{4E63E8D9-0150-44B9-9358-8F551D520A45}" sibTransId="{6CD00731-7683-41AD-8225-D252DBC2487B}"/>
    <dgm:cxn modelId="{DF09EB46-67AF-46FB-9EDC-450B11ABBA2D}" type="presOf" srcId="{4E63E8D9-0150-44B9-9358-8F551D520A45}" destId="{D82132D7-6C61-4D76-B35C-56E18BDE33C0}" srcOrd="0" destOrd="0" presId="urn:microsoft.com/office/officeart/2005/8/layout/hierarchy1"/>
    <dgm:cxn modelId="{FEF33189-D5B2-4E44-9537-DCA6BC801995}" type="presOf" srcId="{A6EA2968-AFCC-46BB-BB2C-CC69D904F488}" destId="{7B3B4AF5-62D2-4A04-8B39-759AD53FE692}" srcOrd="0" destOrd="0" presId="urn:microsoft.com/office/officeart/2005/8/layout/hierarchy1"/>
    <dgm:cxn modelId="{04F1BB07-910E-46EE-8F6B-28B3C2FD280D}" type="presOf" srcId="{76BBCD61-06BE-4419-AB2D-2A5C53ED4174}" destId="{FDA13F50-95DC-4D4C-B3D7-A67086D545C4}" srcOrd="0" destOrd="0" presId="urn:microsoft.com/office/officeart/2005/8/layout/hierarchy1"/>
    <dgm:cxn modelId="{F847F162-626E-4586-AA5D-41E57F099C63}" srcId="{76117A05-78E3-4C5D-899A-0BC79B6A10D7}" destId="{2E041679-D261-44C2-BD46-380F233D6083}" srcOrd="1" destOrd="0" parTransId="{386B22D0-0EB0-4BA9-A45B-0D4C75E26A72}" sibTransId="{724D8609-1285-4125-AFCD-29060CCF1CD1}"/>
    <dgm:cxn modelId="{62DCDC2D-6275-445D-8F94-14B357CB0118}" type="presParOf" srcId="{DFFF29E6-EAE0-4AC8-A663-45FE7DEE6CF8}" destId="{90409109-93EE-4637-A263-F7650D56C136}" srcOrd="0" destOrd="0" presId="urn:microsoft.com/office/officeart/2005/8/layout/hierarchy1"/>
    <dgm:cxn modelId="{70E19A8B-F797-4F09-A6D2-0630612CEA6E}" type="presParOf" srcId="{90409109-93EE-4637-A263-F7650D56C136}" destId="{F43D94B5-4BEA-46F4-89B2-B9F3D1519035}" srcOrd="0" destOrd="0" presId="urn:microsoft.com/office/officeart/2005/8/layout/hierarchy1"/>
    <dgm:cxn modelId="{AD14B25B-A579-4A5B-ADA3-928E1117F312}" type="presParOf" srcId="{F43D94B5-4BEA-46F4-89B2-B9F3D1519035}" destId="{2AAFF154-68B0-41E4-A75E-5988F3A356E5}" srcOrd="0" destOrd="0" presId="urn:microsoft.com/office/officeart/2005/8/layout/hierarchy1"/>
    <dgm:cxn modelId="{9C7C3DA4-E068-4D3A-90D1-0F7D92E61BA7}" type="presParOf" srcId="{F43D94B5-4BEA-46F4-89B2-B9F3D1519035}" destId="{1CDA6FB1-8C25-4186-AE00-4999C974AB8E}" srcOrd="1" destOrd="0" presId="urn:microsoft.com/office/officeart/2005/8/layout/hierarchy1"/>
    <dgm:cxn modelId="{E5F7F4BB-B2F9-4149-BAA0-15D4B8EB5E8D}" type="presParOf" srcId="{90409109-93EE-4637-A263-F7650D56C136}" destId="{0FBC5B57-76BC-4568-8E23-7CF754E0249E}" srcOrd="1" destOrd="0" presId="urn:microsoft.com/office/officeart/2005/8/layout/hierarchy1"/>
    <dgm:cxn modelId="{10B9E9FB-1F2D-4646-B93D-71A8BFA7B4CA}" type="presParOf" srcId="{0FBC5B57-76BC-4568-8E23-7CF754E0249E}" destId="{D82132D7-6C61-4D76-B35C-56E18BDE33C0}" srcOrd="0" destOrd="0" presId="urn:microsoft.com/office/officeart/2005/8/layout/hierarchy1"/>
    <dgm:cxn modelId="{FFAD6AC0-4BCC-4E64-A285-96EF5E4489E7}" type="presParOf" srcId="{0FBC5B57-76BC-4568-8E23-7CF754E0249E}" destId="{18CF36D0-0AF2-4370-8606-4515F8560529}" srcOrd="1" destOrd="0" presId="urn:microsoft.com/office/officeart/2005/8/layout/hierarchy1"/>
    <dgm:cxn modelId="{0DE125D3-1961-4FD2-BA9F-27392D23CAE3}" type="presParOf" srcId="{18CF36D0-0AF2-4370-8606-4515F8560529}" destId="{352E3B7C-B4F0-4A58-A324-3D4F721D0E07}" srcOrd="0" destOrd="0" presId="urn:microsoft.com/office/officeart/2005/8/layout/hierarchy1"/>
    <dgm:cxn modelId="{1F4FFEA7-AF9C-4631-8DBF-2DB80193D53B}" type="presParOf" srcId="{352E3B7C-B4F0-4A58-A324-3D4F721D0E07}" destId="{23B973F6-864F-423D-A698-154734C3EE96}" srcOrd="0" destOrd="0" presId="urn:microsoft.com/office/officeart/2005/8/layout/hierarchy1"/>
    <dgm:cxn modelId="{EB8E106C-3D2D-4187-9D3D-31517A76C3D6}" type="presParOf" srcId="{352E3B7C-B4F0-4A58-A324-3D4F721D0E07}" destId="{50FFEFB6-C8B6-4C1E-8123-60732894CF20}" srcOrd="1" destOrd="0" presId="urn:microsoft.com/office/officeart/2005/8/layout/hierarchy1"/>
    <dgm:cxn modelId="{FE7DE85A-8BA4-4BDA-98D7-E5F6C5D4F951}" type="presParOf" srcId="{18CF36D0-0AF2-4370-8606-4515F8560529}" destId="{4853D8A7-7D27-45D9-B0F8-B8AA94B2AA71}" srcOrd="1" destOrd="0" presId="urn:microsoft.com/office/officeart/2005/8/layout/hierarchy1"/>
    <dgm:cxn modelId="{22B2FBF8-AF91-4D36-B27B-F65B61212C14}" type="presParOf" srcId="{4853D8A7-7D27-45D9-B0F8-B8AA94B2AA71}" destId="{FDA13F50-95DC-4D4C-B3D7-A67086D545C4}" srcOrd="0" destOrd="0" presId="urn:microsoft.com/office/officeart/2005/8/layout/hierarchy1"/>
    <dgm:cxn modelId="{024AF28A-8D77-4BD7-9DBA-5EF69E8A75C6}" type="presParOf" srcId="{4853D8A7-7D27-45D9-B0F8-B8AA94B2AA71}" destId="{9BCE1098-5104-42C1-A62F-583213C6DB70}" srcOrd="1" destOrd="0" presId="urn:microsoft.com/office/officeart/2005/8/layout/hierarchy1"/>
    <dgm:cxn modelId="{3E44B3F9-D7D5-4381-B0BF-500791930127}" type="presParOf" srcId="{9BCE1098-5104-42C1-A62F-583213C6DB70}" destId="{36FA4D2D-3ED2-40A6-92CB-B5AEB01CB762}" srcOrd="0" destOrd="0" presId="urn:microsoft.com/office/officeart/2005/8/layout/hierarchy1"/>
    <dgm:cxn modelId="{31393D9B-8C0E-401C-AE76-DBA485A33FFA}" type="presParOf" srcId="{36FA4D2D-3ED2-40A6-92CB-B5AEB01CB762}" destId="{0E41D4B5-9C9F-4DC3-9B9C-C46B3942C936}" srcOrd="0" destOrd="0" presId="urn:microsoft.com/office/officeart/2005/8/layout/hierarchy1"/>
    <dgm:cxn modelId="{A67ADA3A-154C-4755-9D4D-A0F507D9E01D}" type="presParOf" srcId="{36FA4D2D-3ED2-40A6-92CB-B5AEB01CB762}" destId="{A9F8468D-5D61-4555-ABE2-5FBF6280137E}" srcOrd="1" destOrd="0" presId="urn:microsoft.com/office/officeart/2005/8/layout/hierarchy1"/>
    <dgm:cxn modelId="{4EC3ACC3-BA18-453F-BC69-FB0BBC237AB7}" type="presParOf" srcId="{9BCE1098-5104-42C1-A62F-583213C6DB70}" destId="{7002B99A-ABF6-4D67-AF43-862127B3624C}" srcOrd="1" destOrd="0" presId="urn:microsoft.com/office/officeart/2005/8/layout/hierarchy1"/>
    <dgm:cxn modelId="{B3839F8F-386F-4690-93BE-36D199186B97}" type="presParOf" srcId="{7002B99A-ABF6-4D67-AF43-862127B3624C}" destId="{37353403-DB6E-4876-9665-46AD98EED411}" srcOrd="0" destOrd="0" presId="urn:microsoft.com/office/officeart/2005/8/layout/hierarchy1"/>
    <dgm:cxn modelId="{C9806172-ED3D-4992-86F6-0EAB92B5D3A0}" type="presParOf" srcId="{7002B99A-ABF6-4D67-AF43-862127B3624C}" destId="{B1638834-5D5E-452E-B742-52AEB05F994F}" srcOrd="1" destOrd="0" presId="urn:microsoft.com/office/officeart/2005/8/layout/hierarchy1"/>
    <dgm:cxn modelId="{2A383A59-FD01-4F9D-9810-AA04F18D55FD}" type="presParOf" srcId="{B1638834-5D5E-452E-B742-52AEB05F994F}" destId="{60561591-B07A-4F30-BD44-716872DDFC86}" srcOrd="0" destOrd="0" presId="urn:microsoft.com/office/officeart/2005/8/layout/hierarchy1"/>
    <dgm:cxn modelId="{A3249335-C04F-4B09-A46A-54EF87AB12DD}" type="presParOf" srcId="{60561591-B07A-4F30-BD44-716872DDFC86}" destId="{5A210383-C0C1-4ACB-8E51-1FAA1E0BE6EF}" srcOrd="0" destOrd="0" presId="urn:microsoft.com/office/officeart/2005/8/layout/hierarchy1"/>
    <dgm:cxn modelId="{9D372ED6-760F-434A-AA39-FC206A2A80A7}" type="presParOf" srcId="{60561591-B07A-4F30-BD44-716872DDFC86}" destId="{DF9A2C7A-6AB3-41BB-8180-64E308CB23CB}" srcOrd="1" destOrd="0" presId="urn:microsoft.com/office/officeart/2005/8/layout/hierarchy1"/>
    <dgm:cxn modelId="{B5D376AD-000C-413F-9D5B-2F082859E476}" type="presParOf" srcId="{B1638834-5D5E-452E-B742-52AEB05F994F}" destId="{C3A920C4-3730-42F1-B216-72B5103CFE75}" srcOrd="1" destOrd="0" presId="urn:microsoft.com/office/officeart/2005/8/layout/hierarchy1"/>
    <dgm:cxn modelId="{D272FA21-660E-43EF-BED8-CE6AD74DF79C}" type="presParOf" srcId="{7002B99A-ABF6-4D67-AF43-862127B3624C}" destId="{7E517C3D-F068-4692-8C89-E6987F644200}" srcOrd="2" destOrd="0" presId="urn:microsoft.com/office/officeart/2005/8/layout/hierarchy1"/>
    <dgm:cxn modelId="{EDD907CD-653B-4E3C-8A48-C7280FD9063E}" type="presParOf" srcId="{7002B99A-ABF6-4D67-AF43-862127B3624C}" destId="{727855BF-5328-4143-AAB1-A53E6BD1AF05}" srcOrd="3" destOrd="0" presId="urn:microsoft.com/office/officeart/2005/8/layout/hierarchy1"/>
    <dgm:cxn modelId="{E10BD670-BBC7-48C2-8C04-04F624A29F2C}" type="presParOf" srcId="{727855BF-5328-4143-AAB1-A53E6BD1AF05}" destId="{41FCE2B1-F5CA-4599-8A0D-514CA6797BE5}" srcOrd="0" destOrd="0" presId="urn:microsoft.com/office/officeart/2005/8/layout/hierarchy1"/>
    <dgm:cxn modelId="{2E44E0F8-3685-4F76-B0A8-A310C2399BAF}" type="presParOf" srcId="{41FCE2B1-F5CA-4599-8A0D-514CA6797BE5}" destId="{BC92048E-850F-4863-9B84-C60F5E297A6E}" srcOrd="0" destOrd="0" presId="urn:microsoft.com/office/officeart/2005/8/layout/hierarchy1"/>
    <dgm:cxn modelId="{630A8701-8C75-46A0-9430-484F21845DEE}" type="presParOf" srcId="{41FCE2B1-F5CA-4599-8A0D-514CA6797BE5}" destId="{AC3B12F0-CD98-42A6-ACC0-BE99BF48F4B8}" srcOrd="1" destOrd="0" presId="urn:microsoft.com/office/officeart/2005/8/layout/hierarchy1"/>
    <dgm:cxn modelId="{D1D55262-D61E-41F2-AA62-470966DCD392}" type="presParOf" srcId="{727855BF-5328-4143-AAB1-A53E6BD1AF05}" destId="{460BE258-C108-4B08-8889-EB0266D10EE2}" srcOrd="1" destOrd="0" presId="urn:microsoft.com/office/officeart/2005/8/layout/hierarchy1"/>
    <dgm:cxn modelId="{F5AE31D4-1F80-4FF2-A438-F07918DD567E}" type="presParOf" srcId="{7002B99A-ABF6-4D67-AF43-862127B3624C}" destId="{109E920B-0ECE-4255-A494-388998BFCBA4}" srcOrd="4" destOrd="0" presId="urn:microsoft.com/office/officeart/2005/8/layout/hierarchy1"/>
    <dgm:cxn modelId="{04189788-C5D1-4E4A-ACC5-5E7E4AD7F122}" type="presParOf" srcId="{7002B99A-ABF6-4D67-AF43-862127B3624C}" destId="{5803135F-764B-4EB7-B1AC-38692DAA24BA}" srcOrd="5" destOrd="0" presId="urn:microsoft.com/office/officeart/2005/8/layout/hierarchy1"/>
    <dgm:cxn modelId="{4816DCDB-F088-4BB4-9212-0ADCBD97FBDA}" type="presParOf" srcId="{5803135F-764B-4EB7-B1AC-38692DAA24BA}" destId="{364381FF-5A72-4332-B1D2-006F4D196D17}" srcOrd="0" destOrd="0" presId="urn:microsoft.com/office/officeart/2005/8/layout/hierarchy1"/>
    <dgm:cxn modelId="{35B0A513-BE44-431F-AC5B-7CB3F385E16A}" type="presParOf" srcId="{364381FF-5A72-4332-B1D2-006F4D196D17}" destId="{908F34D6-389C-42DD-9A91-6299D8FA5E56}" srcOrd="0" destOrd="0" presId="urn:microsoft.com/office/officeart/2005/8/layout/hierarchy1"/>
    <dgm:cxn modelId="{5066996E-BA45-4F26-993F-4E1437BBE661}" type="presParOf" srcId="{364381FF-5A72-4332-B1D2-006F4D196D17}" destId="{7A9EB98C-4DEE-4263-B129-BF1468D49F42}" srcOrd="1" destOrd="0" presId="urn:microsoft.com/office/officeart/2005/8/layout/hierarchy1"/>
    <dgm:cxn modelId="{03F09ABA-656B-493D-83AD-C7FE357F42C1}" type="presParOf" srcId="{5803135F-764B-4EB7-B1AC-38692DAA24BA}" destId="{17E4BA44-2959-4872-97A1-146C753DBC3A}" srcOrd="1" destOrd="0" presId="urn:microsoft.com/office/officeart/2005/8/layout/hierarchy1"/>
    <dgm:cxn modelId="{9F565F92-04B6-48AA-97C6-99092DB66B65}" type="presParOf" srcId="{0FBC5B57-76BC-4568-8E23-7CF754E0249E}" destId="{461E37CF-DE9E-47AA-BBE1-00FDB2D12626}" srcOrd="2" destOrd="0" presId="urn:microsoft.com/office/officeart/2005/8/layout/hierarchy1"/>
    <dgm:cxn modelId="{7969C59B-8BF4-4FFF-A72A-28AF42BF3299}" type="presParOf" srcId="{0FBC5B57-76BC-4568-8E23-7CF754E0249E}" destId="{B82F64F0-97A7-4B01-9466-4F25BEEF9D0C}" srcOrd="3" destOrd="0" presId="urn:microsoft.com/office/officeart/2005/8/layout/hierarchy1"/>
    <dgm:cxn modelId="{E63F4C6D-BAE4-41D9-9A18-CC2A5920062D}" type="presParOf" srcId="{B82F64F0-97A7-4B01-9466-4F25BEEF9D0C}" destId="{F07F76B3-87F0-4B0B-86D0-93219D132D4D}" srcOrd="0" destOrd="0" presId="urn:microsoft.com/office/officeart/2005/8/layout/hierarchy1"/>
    <dgm:cxn modelId="{DC050D73-BC86-45B5-BDB1-5B2E34BC3512}" type="presParOf" srcId="{F07F76B3-87F0-4B0B-86D0-93219D132D4D}" destId="{3C4D5451-BB2E-4627-A055-34DF4730198D}" srcOrd="0" destOrd="0" presId="urn:microsoft.com/office/officeart/2005/8/layout/hierarchy1"/>
    <dgm:cxn modelId="{12C73475-1538-4876-B49F-23127CC6EB05}" type="presParOf" srcId="{F07F76B3-87F0-4B0B-86D0-93219D132D4D}" destId="{780F9337-28C5-4D9E-900C-22D010F7409F}" srcOrd="1" destOrd="0" presId="urn:microsoft.com/office/officeart/2005/8/layout/hierarchy1"/>
    <dgm:cxn modelId="{FDCFDDF0-A50A-4BF5-A760-1EC58E652A2E}" type="presParOf" srcId="{B82F64F0-97A7-4B01-9466-4F25BEEF9D0C}" destId="{A50E91B7-62D0-4F6F-BF91-88B49DC22C19}" srcOrd="1" destOrd="0" presId="urn:microsoft.com/office/officeart/2005/8/layout/hierarchy1"/>
    <dgm:cxn modelId="{96CE9D44-7976-4809-825D-C57CAC665C16}" type="presParOf" srcId="{A50E91B7-62D0-4F6F-BF91-88B49DC22C19}" destId="{60D2E853-0127-4F8A-B7DE-B1F6662B1027}" srcOrd="0" destOrd="0" presId="urn:microsoft.com/office/officeart/2005/8/layout/hierarchy1"/>
    <dgm:cxn modelId="{7C50874A-F461-42F2-A08D-9381E2AA8B36}" type="presParOf" srcId="{A50E91B7-62D0-4F6F-BF91-88B49DC22C19}" destId="{641FA6C8-41E5-44EC-858C-94576EC8B32C}" srcOrd="1" destOrd="0" presId="urn:microsoft.com/office/officeart/2005/8/layout/hierarchy1"/>
    <dgm:cxn modelId="{29E86B0A-7200-441C-98EB-FC370CA2F023}" type="presParOf" srcId="{641FA6C8-41E5-44EC-858C-94576EC8B32C}" destId="{9D655740-AECA-425B-8CB0-E15974BBE4FC}" srcOrd="0" destOrd="0" presId="urn:microsoft.com/office/officeart/2005/8/layout/hierarchy1"/>
    <dgm:cxn modelId="{D7821AA2-9A71-474C-9562-931DB3C7842F}" type="presParOf" srcId="{9D655740-AECA-425B-8CB0-E15974BBE4FC}" destId="{28D6A3A6-E06D-48CD-B512-99FEE4C68DB6}" srcOrd="0" destOrd="0" presId="urn:microsoft.com/office/officeart/2005/8/layout/hierarchy1"/>
    <dgm:cxn modelId="{B92995D1-CF82-477A-9383-38A3EBEBB625}" type="presParOf" srcId="{9D655740-AECA-425B-8CB0-E15974BBE4FC}" destId="{4CA8B176-4C09-40AF-B76E-9F020195B7F8}" srcOrd="1" destOrd="0" presId="urn:microsoft.com/office/officeart/2005/8/layout/hierarchy1"/>
    <dgm:cxn modelId="{F83FA170-BFAC-46AF-90A9-7D29972249C9}" type="presParOf" srcId="{641FA6C8-41E5-44EC-858C-94576EC8B32C}" destId="{A7B372AB-9EEA-4541-9FC7-FADEB42AE5C2}" srcOrd="1" destOrd="0" presId="urn:microsoft.com/office/officeart/2005/8/layout/hierarchy1"/>
    <dgm:cxn modelId="{3648F450-86C7-466A-B049-F76C1708AF46}" type="presParOf" srcId="{A7B372AB-9EEA-4541-9FC7-FADEB42AE5C2}" destId="{0C182CD9-987F-4359-B463-B02ABC997845}" srcOrd="0" destOrd="0" presId="urn:microsoft.com/office/officeart/2005/8/layout/hierarchy1"/>
    <dgm:cxn modelId="{0ACA8C35-E4D9-40BA-B544-76DD9FCEA89A}" type="presParOf" srcId="{A7B372AB-9EEA-4541-9FC7-FADEB42AE5C2}" destId="{F42A5FF0-25D4-4494-B574-7F6B65ACAB78}" srcOrd="1" destOrd="0" presId="urn:microsoft.com/office/officeart/2005/8/layout/hierarchy1"/>
    <dgm:cxn modelId="{CBA52154-4E9E-4EDF-BC6B-01ED1385EAF0}" type="presParOf" srcId="{F42A5FF0-25D4-4494-B574-7F6B65ACAB78}" destId="{E1217217-ED7C-428F-9E36-A4D481794D3C}" srcOrd="0" destOrd="0" presId="urn:microsoft.com/office/officeart/2005/8/layout/hierarchy1"/>
    <dgm:cxn modelId="{33C2D872-BA6B-42E2-AB01-3300DC05CC24}" type="presParOf" srcId="{E1217217-ED7C-428F-9E36-A4D481794D3C}" destId="{40A4541F-D7C7-45F7-A519-C5B36C582CDF}" srcOrd="0" destOrd="0" presId="urn:microsoft.com/office/officeart/2005/8/layout/hierarchy1"/>
    <dgm:cxn modelId="{699B1048-6F1B-4B67-AF5B-785A34E03998}" type="presParOf" srcId="{E1217217-ED7C-428F-9E36-A4D481794D3C}" destId="{7CCA58A8-F0CC-419F-8548-6E4915D76C35}" srcOrd="1" destOrd="0" presId="urn:microsoft.com/office/officeart/2005/8/layout/hierarchy1"/>
    <dgm:cxn modelId="{9E33C672-7FDC-4C8F-B7DD-F11950DE26B4}" type="presParOf" srcId="{F42A5FF0-25D4-4494-B574-7F6B65ACAB78}" destId="{DFEAA06B-4DE1-4F17-8807-BABB44B9E8EC}" srcOrd="1" destOrd="0" presId="urn:microsoft.com/office/officeart/2005/8/layout/hierarchy1"/>
    <dgm:cxn modelId="{DD0A7044-C60E-4AA8-9931-8433D3F377D3}" type="presParOf" srcId="{A7B372AB-9EEA-4541-9FC7-FADEB42AE5C2}" destId="{0FE8C593-17F1-413C-9F48-3B81BE58F55C}" srcOrd="2" destOrd="0" presId="urn:microsoft.com/office/officeart/2005/8/layout/hierarchy1"/>
    <dgm:cxn modelId="{A403FEAF-98CD-4DB1-8D0A-3969B7327547}" type="presParOf" srcId="{A7B372AB-9EEA-4541-9FC7-FADEB42AE5C2}" destId="{EF0906F1-B911-4A76-A29C-69FE8D67CC82}" srcOrd="3" destOrd="0" presId="urn:microsoft.com/office/officeart/2005/8/layout/hierarchy1"/>
    <dgm:cxn modelId="{B0156133-A692-41E6-A831-FBA8D2C0417C}" type="presParOf" srcId="{EF0906F1-B911-4A76-A29C-69FE8D67CC82}" destId="{BB608DEE-110D-4E6F-A0F5-D0FEECDC6489}" srcOrd="0" destOrd="0" presId="urn:microsoft.com/office/officeart/2005/8/layout/hierarchy1"/>
    <dgm:cxn modelId="{F94E5347-5AF1-4042-890F-3E3EF21F9D6F}" type="presParOf" srcId="{BB608DEE-110D-4E6F-A0F5-D0FEECDC6489}" destId="{B5660BF0-34F8-4F4F-9B5F-F7719FCF2AE2}" srcOrd="0" destOrd="0" presId="urn:microsoft.com/office/officeart/2005/8/layout/hierarchy1"/>
    <dgm:cxn modelId="{7EC83D46-567C-4DBA-9B6F-7765F1F33B9F}" type="presParOf" srcId="{BB608DEE-110D-4E6F-A0F5-D0FEECDC6489}" destId="{7B3B4AF5-62D2-4A04-8B39-759AD53FE692}" srcOrd="1" destOrd="0" presId="urn:microsoft.com/office/officeart/2005/8/layout/hierarchy1"/>
    <dgm:cxn modelId="{C62D906D-AD81-4AF1-9077-5BD9240993F6}" type="presParOf" srcId="{EF0906F1-B911-4A76-A29C-69FE8D67CC82}" destId="{978B89AF-F7A8-4D09-B0AB-539EA1AFB809}" srcOrd="1" destOrd="0" presId="urn:microsoft.com/office/officeart/2005/8/layout/hierarchy1"/>
    <dgm:cxn modelId="{9534EDA2-F60B-48A0-8D61-B69FBA6A2337}" type="presParOf" srcId="{A7B372AB-9EEA-4541-9FC7-FADEB42AE5C2}" destId="{25386F78-485E-4953-8D11-6C326602ED5F}" srcOrd="4" destOrd="0" presId="urn:microsoft.com/office/officeart/2005/8/layout/hierarchy1"/>
    <dgm:cxn modelId="{790CA741-0403-4944-AC50-3E5FB095AF8B}" type="presParOf" srcId="{A7B372AB-9EEA-4541-9FC7-FADEB42AE5C2}" destId="{C82271F9-FE1E-4382-89A8-45ACFF20B0C2}" srcOrd="5" destOrd="0" presId="urn:microsoft.com/office/officeart/2005/8/layout/hierarchy1"/>
    <dgm:cxn modelId="{C16E9626-ACA6-4E86-8DF6-34DE5FDCB529}" type="presParOf" srcId="{C82271F9-FE1E-4382-89A8-45ACFF20B0C2}" destId="{4D6F1AFE-21C4-434B-A106-ABBF4EA3A88B}" srcOrd="0" destOrd="0" presId="urn:microsoft.com/office/officeart/2005/8/layout/hierarchy1"/>
    <dgm:cxn modelId="{0973B302-F616-4BE3-892A-4A73126E3639}" type="presParOf" srcId="{4D6F1AFE-21C4-434B-A106-ABBF4EA3A88B}" destId="{503C6FF7-5080-4473-9417-FB8ED563BC77}" srcOrd="0" destOrd="0" presId="urn:microsoft.com/office/officeart/2005/8/layout/hierarchy1"/>
    <dgm:cxn modelId="{50379748-8753-4042-B1F6-5A3CBFC48318}" type="presParOf" srcId="{4D6F1AFE-21C4-434B-A106-ABBF4EA3A88B}" destId="{0236C26E-1B6D-471C-90C8-1536329A7F3B}" srcOrd="1" destOrd="0" presId="urn:microsoft.com/office/officeart/2005/8/layout/hierarchy1"/>
    <dgm:cxn modelId="{439D491A-92FE-4313-9A23-29719B7E8C18}" type="presParOf" srcId="{C82271F9-FE1E-4382-89A8-45ACFF20B0C2}" destId="{F727ED36-E06A-4FBA-90F7-D3336C0F428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86F78-485E-4953-8D11-6C326602ED5F}">
      <dsp:nvSpPr>
        <dsp:cNvPr id="0" name=""/>
        <dsp:cNvSpPr/>
      </dsp:nvSpPr>
      <dsp:spPr>
        <a:xfrm>
          <a:off x="8562107" y="3796977"/>
          <a:ext cx="1865822" cy="443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640"/>
              </a:lnTo>
              <a:lnTo>
                <a:pt x="1520978" y="246640"/>
              </a:lnTo>
              <a:lnTo>
                <a:pt x="1520978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8C593-17F1-413C-9F48-3B81BE58F55C}">
      <dsp:nvSpPr>
        <dsp:cNvPr id="0" name=""/>
        <dsp:cNvSpPr/>
      </dsp:nvSpPr>
      <dsp:spPr>
        <a:xfrm>
          <a:off x="8516387" y="3796977"/>
          <a:ext cx="91440" cy="4439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182CD9-987F-4359-B463-B02ABC997845}">
      <dsp:nvSpPr>
        <dsp:cNvPr id="0" name=""/>
        <dsp:cNvSpPr/>
      </dsp:nvSpPr>
      <dsp:spPr>
        <a:xfrm>
          <a:off x="6696285" y="3796977"/>
          <a:ext cx="1865822" cy="443980"/>
        </a:xfrm>
        <a:custGeom>
          <a:avLst/>
          <a:gdLst/>
          <a:ahLst/>
          <a:cxnLst/>
          <a:rect l="0" t="0" r="0" b="0"/>
          <a:pathLst>
            <a:path>
              <a:moveTo>
                <a:pt x="1520978" y="0"/>
              </a:moveTo>
              <a:lnTo>
                <a:pt x="1520978" y="246640"/>
              </a:lnTo>
              <a:lnTo>
                <a:pt x="0" y="246640"/>
              </a:lnTo>
              <a:lnTo>
                <a:pt x="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D2E853-0127-4F8A-B7DE-B1F6662B1027}">
      <dsp:nvSpPr>
        <dsp:cNvPr id="0" name=""/>
        <dsp:cNvSpPr/>
      </dsp:nvSpPr>
      <dsp:spPr>
        <a:xfrm>
          <a:off x="8516387" y="2383617"/>
          <a:ext cx="91440" cy="4439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1E37CF-DE9E-47AA-BBE1-00FDB2D12626}">
      <dsp:nvSpPr>
        <dsp:cNvPr id="0" name=""/>
        <dsp:cNvSpPr/>
      </dsp:nvSpPr>
      <dsp:spPr>
        <a:xfrm>
          <a:off x="5763374" y="970257"/>
          <a:ext cx="2798733" cy="443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640"/>
              </a:lnTo>
              <a:lnTo>
                <a:pt x="2281467" y="246640"/>
              </a:lnTo>
              <a:lnTo>
                <a:pt x="2281467" y="361923"/>
              </a:lnTo>
            </a:path>
          </a:pathLst>
        </a:custGeom>
        <a:noFill/>
        <a:ln w="15875" cap="rnd" cmpd="sng" algn="ctr">
          <a:solidFill>
            <a:srgbClr val="30ACEC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9E920B-0ECE-4255-A494-388998BFCBA4}">
      <dsp:nvSpPr>
        <dsp:cNvPr id="0" name=""/>
        <dsp:cNvSpPr/>
      </dsp:nvSpPr>
      <dsp:spPr>
        <a:xfrm>
          <a:off x="2964641" y="3796977"/>
          <a:ext cx="1865822" cy="4439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6640"/>
              </a:lnTo>
              <a:lnTo>
                <a:pt x="1520978" y="246640"/>
              </a:lnTo>
              <a:lnTo>
                <a:pt x="1520978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517C3D-F068-4692-8C89-E6987F644200}">
      <dsp:nvSpPr>
        <dsp:cNvPr id="0" name=""/>
        <dsp:cNvSpPr/>
      </dsp:nvSpPr>
      <dsp:spPr>
        <a:xfrm>
          <a:off x="2918921" y="3796977"/>
          <a:ext cx="91440" cy="4439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353403-DB6E-4876-9665-46AD98EED411}">
      <dsp:nvSpPr>
        <dsp:cNvPr id="0" name=""/>
        <dsp:cNvSpPr/>
      </dsp:nvSpPr>
      <dsp:spPr>
        <a:xfrm>
          <a:off x="1098819" y="3796977"/>
          <a:ext cx="1865822" cy="443980"/>
        </a:xfrm>
        <a:custGeom>
          <a:avLst/>
          <a:gdLst/>
          <a:ahLst/>
          <a:cxnLst/>
          <a:rect l="0" t="0" r="0" b="0"/>
          <a:pathLst>
            <a:path>
              <a:moveTo>
                <a:pt x="1520978" y="0"/>
              </a:moveTo>
              <a:lnTo>
                <a:pt x="1520978" y="246640"/>
              </a:lnTo>
              <a:lnTo>
                <a:pt x="0" y="246640"/>
              </a:lnTo>
              <a:lnTo>
                <a:pt x="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A13F50-95DC-4D4C-B3D7-A67086D545C4}">
      <dsp:nvSpPr>
        <dsp:cNvPr id="0" name=""/>
        <dsp:cNvSpPr/>
      </dsp:nvSpPr>
      <dsp:spPr>
        <a:xfrm>
          <a:off x="2918921" y="2383617"/>
          <a:ext cx="91440" cy="4439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923"/>
              </a:lnTo>
            </a:path>
          </a:pathLst>
        </a:custGeom>
        <a:noFill/>
        <a:ln w="15875" cap="rnd" cmpd="sng" algn="ctr">
          <a:solidFill>
            <a:srgbClr val="30ACEC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2132D7-6C61-4D76-B35C-56E18BDE33C0}">
      <dsp:nvSpPr>
        <dsp:cNvPr id="0" name=""/>
        <dsp:cNvSpPr/>
      </dsp:nvSpPr>
      <dsp:spPr>
        <a:xfrm>
          <a:off x="2964641" y="970257"/>
          <a:ext cx="2798733" cy="443980"/>
        </a:xfrm>
        <a:custGeom>
          <a:avLst/>
          <a:gdLst/>
          <a:ahLst/>
          <a:cxnLst/>
          <a:rect l="0" t="0" r="0" b="0"/>
          <a:pathLst>
            <a:path>
              <a:moveTo>
                <a:pt x="2281467" y="0"/>
              </a:moveTo>
              <a:lnTo>
                <a:pt x="2281467" y="246640"/>
              </a:lnTo>
              <a:lnTo>
                <a:pt x="0" y="246640"/>
              </a:lnTo>
              <a:lnTo>
                <a:pt x="0" y="361923"/>
              </a:lnTo>
            </a:path>
          </a:pathLst>
        </a:custGeom>
        <a:noFill/>
        <a:ln w="15875" cap="rnd" cmpd="sng" algn="ctr">
          <a:solidFill>
            <a:srgbClr val="30ACEC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AFF154-68B0-41E4-A75E-5988F3A356E5}">
      <dsp:nvSpPr>
        <dsp:cNvPr id="0" name=""/>
        <dsp:cNvSpPr/>
      </dsp:nvSpPr>
      <dsp:spPr>
        <a:xfrm>
          <a:off x="5000083" y="877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A6FB1-8C25-4186-AE00-4999C974AB8E}">
      <dsp:nvSpPr>
        <dsp:cNvPr id="0" name=""/>
        <dsp:cNvSpPr/>
      </dsp:nvSpPr>
      <dsp:spPr>
        <a:xfrm>
          <a:off x="5169703" y="162016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ICD10 Codes</a:t>
          </a:r>
        </a:p>
      </dsp:txBody>
      <dsp:txXfrm>
        <a:off x="5198095" y="190408"/>
        <a:ext cx="1469797" cy="912595"/>
      </dsp:txXfrm>
    </dsp:sp>
    <dsp:sp modelId="{23B973F6-864F-423D-A698-154734C3EE96}">
      <dsp:nvSpPr>
        <dsp:cNvPr id="0" name=""/>
        <dsp:cNvSpPr/>
      </dsp:nvSpPr>
      <dsp:spPr>
        <a:xfrm>
          <a:off x="2201350" y="141423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FEFB6-C8B6-4C1E-8123-60732894CF20}">
      <dsp:nvSpPr>
        <dsp:cNvPr id="0" name=""/>
        <dsp:cNvSpPr/>
      </dsp:nvSpPr>
      <dsp:spPr>
        <a:xfrm>
          <a:off x="2370970" y="157537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Specific</a:t>
          </a:r>
          <a:r>
            <a:rPr lang="en-US" sz="16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 </a:t>
          </a: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Code</a:t>
          </a:r>
        </a:p>
      </dsp:txBody>
      <dsp:txXfrm>
        <a:off x="2399362" y="1603769"/>
        <a:ext cx="1469797" cy="912595"/>
      </dsp:txXfrm>
    </dsp:sp>
    <dsp:sp modelId="{0E41D4B5-9C9F-4DC3-9B9C-C46B3942C936}">
      <dsp:nvSpPr>
        <dsp:cNvPr id="0" name=""/>
        <dsp:cNvSpPr/>
      </dsp:nvSpPr>
      <dsp:spPr>
        <a:xfrm>
          <a:off x="2201350" y="282759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8468D-5D61-4555-ABE2-5FBF6280137E}">
      <dsp:nvSpPr>
        <dsp:cNvPr id="0" name=""/>
        <dsp:cNvSpPr/>
      </dsp:nvSpPr>
      <dsp:spPr>
        <a:xfrm>
          <a:off x="2370970" y="298873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Primary Code</a:t>
          </a:r>
        </a:p>
      </dsp:txBody>
      <dsp:txXfrm>
        <a:off x="2399362" y="3017129"/>
        <a:ext cx="1469797" cy="912595"/>
      </dsp:txXfrm>
    </dsp:sp>
    <dsp:sp modelId="{5A210383-C0C1-4ACB-8E51-1FAA1E0BE6EF}">
      <dsp:nvSpPr>
        <dsp:cNvPr id="0" name=""/>
        <dsp:cNvSpPr/>
      </dsp:nvSpPr>
      <dsp:spPr>
        <a:xfrm>
          <a:off x="335528" y="424095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A2C7A-6AB3-41BB-8180-64E308CB23CB}">
      <dsp:nvSpPr>
        <dsp:cNvPr id="0" name=""/>
        <dsp:cNvSpPr/>
      </dsp:nvSpPr>
      <dsp:spPr>
        <a:xfrm>
          <a:off x="505148" y="440209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Tonsilitis</a:t>
          </a:r>
        </a:p>
      </dsp:txBody>
      <dsp:txXfrm>
        <a:off x="533540" y="4430489"/>
        <a:ext cx="1469797" cy="912595"/>
      </dsp:txXfrm>
    </dsp:sp>
    <dsp:sp modelId="{BC92048E-850F-4863-9B84-C60F5E297A6E}">
      <dsp:nvSpPr>
        <dsp:cNvPr id="0" name=""/>
        <dsp:cNvSpPr/>
      </dsp:nvSpPr>
      <dsp:spPr>
        <a:xfrm>
          <a:off x="2201350" y="424095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B12F0-CD98-42A6-ACC0-BE99BF48F4B8}">
      <dsp:nvSpPr>
        <dsp:cNvPr id="0" name=""/>
        <dsp:cNvSpPr/>
      </dsp:nvSpPr>
      <dsp:spPr>
        <a:xfrm>
          <a:off x="2370970" y="440209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Gastroenteritis</a:t>
          </a:r>
        </a:p>
      </dsp:txBody>
      <dsp:txXfrm>
        <a:off x="2399362" y="4430489"/>
        <a:ext cx="1469797" cy="912595"/>
      </dsp:txXfrm>
    </dsp:sp>
    <dsp:sp modelId="{908F34D6-389C-42DD-9A91-6299D8FA5E56}">
      <dsp:nvSpPr>
        <dsp:cNvPr id="0" name=""/>
        <dsp:cNvSpPr/>
      </dsp:nvSpPr>
      <dsp:spPr>
        <a:xfrm>
          <a:off x="4067172" y="424095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EB98C-4DEE-4263-B129-BF1468D49F42}">
      <dsp:nvSpPr>
        <dsp:cNvPr id="0" name=""/>
        <dsp:cNvSpPr/>
      </dsp:nvSpPr>
      <dsp:spPr>
        <a:xfrm>
          <a:off x="4236792" y="440209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Hypertension</a:t>
          </a:r>
        </a:p>
      </dsp:txBody>
      <dsp:txXfrm>
        <a:off x="4265184" y="4430489"/>
        <a:ext cx="1469797" cy="912595"/>
      </dsp:txXfrm>
    </dsp:sp>
    <dsp:sp modelId="{3C4D5451-BB2E-4627-A055-34DF4730198D}">
      <dsp:nvSpPr>
        <dsp:cNvPr id="0" name=""/>
        <dsp:cNvSpPr/>
      </dsp:nvSpPr>
      <dsp:spPr>
        <a:xfrm>
          <a:off x="7798816" y="141423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F9337-28C5-4D9E-900C-22D010F7409F}">
      <dsp:nvSpPr>
        <dsp:cNvPr id="0" name=""/>
        <dsp:cNvSpPr/>
      </dsp:nvSpPr>
      <dsp:spPr>
        <a:xfrm>
          <a:off x="7968436" y="157537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Non-Specific Code</a:t>
          </a:r>
        </a:p>
      </dsp:txBody>
      <dsp:txXfrm>
        <a:off x="7996828" y="1603769"/>
        <a:ext cx="1469797" cy="912595"/>
      </dsp:txXfrm>
    </dsp:sp>
    <dsp:sp modelId="{28D6A3A6-E06D-48CD-B512-99FEE4C68DB6}">
      <dsp:nvSpPr>
        <dsp:cNvPr id="0" name=""/>
        <dsp:cNvSpPr/>
      </dsp:nvSpPr>
      <dsp:spPr>
        <a:xfrm>
          <a:off x="7798816" y="282759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8B176-4C09-40AF-B76E-9F020195B7F8}">
      <dsp:nvSpPr>
        <dsp:cNvPr id="0" name=""/>
        <dsp:cNvSpPr/>
      </dsp:nvSpPr>
      <dsp:spPr>
        <a:xfrm>
          <a:off x="7968436" y="298873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Secondary</a:t>
          </a:r>
          <a:r>
            <a:rPr lang="en-US" sz="16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 Code</a:t>
          </a:r>
        </a:p>
      </dsp:txBody>
      <dsp:txXfrm>
        <a:off x="7996828" y="3017129"/>
        <a:ext cx="1469797" cy="912595"/>
      </dsp:txXfrm>
    </dsp:sp>
    <dsp:sp modelId="{40A4541F-D7C7-45F7-A519-C5B36C582CDF}">
      <dsp:nvSpPr>
        <dsp:cNvPr id="0" name=""/>
        <dsp:cNvSpPr/>
      </dsp:nvSpPr>
      <dsp:spPr>
        <a:xfrm>
          <a:off x="5932994" y="424095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A58A8-F0CC-419F-8548-6E4915D76C35}">
      <dsp:nvSpPr>
        <dsp:cNvPr id="0" name=""/>
        <dsp:cNvSpPr/>
      </dsp:nvSpPr>
      <dsp:spPr>
        <a:xfrm>
          <a:off x="6102614" y="440209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Fever</a:t>
          </a:r>
        </a:p>
      </dsp:txBody>
      <dsp:txXfrm>
        <a:off x="6131006" y="4430489"/>
        <a:ext cx="1469797" cy="912595"/>
      </dsp:txXfrm>
    </dsp:sp>
    <dsp:sp modelId="{B5660BF0-34F8-4F4F-9B5F-F7719FCF2AE2}">
      <dsp:nvSpPr>
        <dsp:cNvPr id="0" name=""/>
        <dsp:cNvSpPr/>
      </dsp:nvSpPr>
      <dsp:spPr>
        <a:xfrm>
          <a:off x="7798816" y="424095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B4AF5-62D2-4A04-8B39-759AD53FE692}">
      <dsp:nvSpPr>
        <dsp:cNvPr id="0" name=""/>
        <dsp:cNvSpPr/>
      </dsp:nvSpPr>
      <dsp:spPr>
        <a:xfrm>
          <a:off x="7968436" y="440209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Vomiting</a:t>
          </a:r>
        </a:p>
      </dsp:txBody>
      <dsp:txXfrm>
        <a:off x="7996828" y="4430489"/>
        <a:ext cx="1469797" cy="912595"/>
      </dsp:txXfrm>
    </dsp:sp>
    <dsp:sp modelId="{503C6FF7-5080-4473-9417-FB8ED563BC77}">
      <dsp:nvSpPr>
        <dsp:cNvPr id="0" name=""/>
        <dsp:cNvSpPr/>
      </dsp:nvSpPr>
      <dsp:spPr>
        <a:xfrm>
          <a:off x="9664638" y="4240958"/>
          <a:ext cx="1526581" cy="969379"/>
        </a:xfrm>
        <a:prstGeom prst="roundRect">
          <a:avLst>
            <a:gd name="adj" fmla="val 10000"/>
          </a:avLst>
        </a:prstGeom>
        <a:solidFill>
          <a:srgbClr val="30ACEC">
            <a:hueOff val="0"/>
            <a:satOff val="0"/>
            <a:lumOff val="0"/>
            <a:alphaOff val="0"/>
          </a:srgbClr>
        </a:solidFill>
        <a:ln w="15875" cap="rnd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6C26E-1B6D-471C-90C8-1536329A7F3B}">
      <dsp:nvSpPr>
        <dsp:cNvPr id="0" name=""/>
        <dsp:cNvSpPr/>
      </dsp:nvSpPr>
      <dsp:spPr>
        <a:xfrm>
          <a:off x="9834259" y="4402097"/>
          <a:ext cx="1526581" cy="969379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15875" cap="rnd" cmpd="sng" algn="ctr">
          <a:solidFill>
            <a:srgbClr val="30ACEC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orbel" panose="020B0503020204020204"/>
              <a:ea typeface="+mn-ea"/>
              <a:cs typeface="+mn-cs"/>
            </a:rPr>
            <a:t>Cough</a:t>
          </a:r>
        </a:p>
      </dsp:txBody>
      <dsp:txXfrm>
        <a:off x="9862651" y="4430489"/>
        <a:ext cx="1469797" cy="9125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23972-5AA4-CF14-B633-732AB21AE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42DF4-F45E-0EE7-6C85-F585BC67B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1EECB-C357-D6A6-B67D-FC32A2A8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773B-50C5-6365-3F38-E47B53F5D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CF98-C616-B19A-6086-55D286F0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3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FB30-05A9-797F-4CAD-0B4854E83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5E81B-AC93-BE17-6023-CFBA67D29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E2BC7-6220-3CA1-D32E-32F202D6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B30D0-CB02-581A-21F8-3B00A260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94BB-0A3A-F884-B492-066E1A70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8414-660F-299D-06D1-CD571615F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CED3F-B110-11CF-7B6A-517F6A829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E2486-496C-4297-3C78-F555A82C0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5C798-9B9E-1C63-D307-8BC6E008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F2D43-99D0-F4B5-889F-8F2D1328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1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84F0-D234-F764-8079-F8A96EA6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B40E9-9C92-A13B-2623-E218E0848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F373B-8146-C4A3-8B37-415AE72C6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67C21-0BA7-E564-2084-7FA9973B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39630-88A5-C2AD-88E7-84B57F9F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BEFF4-6AD1-7CAF-67F4-E6844AF8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98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9B6D-E053-0EB2-C038-6287B313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B177-1C1D-2BB7-B556-C0B61A6D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3DCC-90A8-DF1A-6BCA-6A79EEE9C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EE089-C251-DCF9-384D-64545AB93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B58E7-9C6A-3465-80C5-C339E32A1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A0C04-340F-E87A-5C8F-E06AD7A5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6EA56-6121-3202-1FA8-C187166F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BFE5E-2CB0-6982-83AB-4164484E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0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944C-2626-D4CB-9C1C-BD6CE38F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377F7-9DDC-6D06-5F95-0CAB972B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AFB60-CD84-CCDB-C0F3-B00AD7EE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01C24-EFFB-3AB2-4532-2D4F4E70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8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643CE1-6854-4427-CDA0-9CC02A496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E1DA1-3C4C-A8DC-7C43-E6466BF6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AD055-EC58-A064-3305-C799B231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EC98-8F70-665E-ACB3-275FBDF0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A56C7-1510-ECCF-80D5-3AEDB62F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F2C02-73CF-E860-7AA0-C44DCCEDC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334F7-3C26-361D-E846-3745B8D1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A8969-BD1A-8DB8-4CB4-570D63F5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4F049-4E0D-BD0D-C6D2-8ADF403F2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3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3D54-004A-2299-88F7-8ABAABAA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3B9A7-766D-8DC4-3EBE-4F8B95942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82812-B79E-72AB-D442-F13768B13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D0C4E-1C0C-0129-BFFA-E2733FBC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8AAE0-032C-35D1-5EB3-C9B32B8E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65B5B-F2A6-2046-9B7D-F76AFD83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1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74E1-FF39-EE35-65F3-DD5D8E97D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14E33-DF22-3407-8777-E31466F2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8CB75-1329-EDED-6E77-453194556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8E11A-AC3C-A011-3AD5-6EEA08ACB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7F9AD-59BA-8E06-2B07-AB3D59D6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2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A4A5EF-4964-756A-2B38-73549FDE5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99DE6-CD86-8FA9-F888-65F23774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429F9-D54D-0D5D-B9A8-4C2945EB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224EF-84B1-EF94-2DD7-09034260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8E90-E6CC-985C-E64A-73F84059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1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40454-7270-3B72-F070-056BCB5A3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04AB3-0864-E863-CD78-4AD9853AF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B714C-DB23-894E-96FB-2A450E12D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6200-DA27-4033-8FCF-A874493939D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AACBB-D461-DCB9-DDA3-74221D8BE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795BE-745E-FF0B-25CA-BB30AA2EBD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FBEA5-0FC2-40AC-93D7-AC7F06E4E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9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4063"/>
            <a:ext cx="12192000" cy="6858000"/>
          </a:xfrm>
          <a:prstGeom prst="rect">
            <a:avLst/>
          </a:prstGeom>
          <a:solidFill>
            <a:srgbClr val="0038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6997" y="2111717"/>
            <a:ext cx="9144000" cy="923330"/>
          </a:xfrm>
        </p:spPr>
        <p:txBody>
          <a:bodyPr/>
          <a:lstStyle/>
          <a:p>
            <a:r>
              <a:rPr lang="en-US" dirty="0" smtClean="0">
                <a:solidFill>
                  <a:srgbClr val="E1E3E4"/>
                </a:solidFill>
              </a:rPr>
              <a:t> </a:t>
            </a:r>
            <a:endParaRPr lang="en-US" dirty="0">
              <a:solidFill>
                <a:srgbClr val="E1E3E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097" y="3313471"/>
            <a:ext cx="10874477" cy="1325906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how to </a:t>
            </a:r>
            <a:r>
              <a:rPr lang="en-GB" sz="2800" b="1" dirty="0" smtClean="0">
                <a:solidFill>
                  <a:schemeClr val="bg1"/>
                </a:solidFill>
              </a:rPr>
              <a:t>optimize </a:t>
            </a:r>
            <a:r>
              <a:rPr lang="en-GB" sz="2800" b="1" dirty="0">
                <a:solidFill>
                  <a:schemeClr val="bg1"/>
                </a:solidFill>
              </a:rPr>
              <a:t>insurance billing via coding and documentation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087" y="523629"/>
            <a:ext cx="3913825" cy="1431445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1563188" y="5538651"/>
            <a:ext cx="9144000" cy="444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E1E3E4"/>
                </a:solidFill>
              </a:rPr>
              <a:t>August 30, 2023</a:t>
            </a:r>
            <a:endParaRPr lang="en-US" dirty="0">
              <a:solidFill>
                <a:srgbClr val="E1E3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31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ack, screenshot, art, light&#10;&#10;Description automatically generated">
            <a:extLst>
              <a:ext uri="{FF2B5EF4-FFF2-40B4-BE49-F238E27FC236}">
                <a16:creationId xmlns:a16="http://schemas.microsoft.com/office/drawing/2014/main" id="{02D7867F-9A72-8EED-CEF1-44127C3BD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99959161-B12A-FEA6-C95A-18BF59B6D2A9}"/>
              </a:ext>
            </a:extLst>
          </p:cNvPr>
          <p:cNvSpPr txBox="1">
            <a:spLocks/>
          </p:cNvSpPr>
          <p:nvPr/>
        </p:nvSpPr>
        <p:spPr>
          <a:xfrm>
            <a:off x="577516" y="3887327"/>
            <a:ext cx="3594315" cy="3230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200" b="1" i="0">
                <a:solidFill>
                  <a:srgbClr val="003867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>
              <a:lnSpc>
                <a:spcPct val="100699"/>
              </a:lnSpc>
              <a:spcBef>
                <a:spcPts val="95"/>
              </a:spcBef>
            </a:pPr>
            <a:r>
              <a:rPr lang="en-US" sz="2000" b="0" spc="-10" dirty="0" smtClean="0">
                <a:solidFill>
                  <a:srgbClr val="E1E3E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      Dr Wafaa Elshayeb </a:t>
            </a:r>
            <a:endParaRPr lang="en-US" sz="2000" b="0" dirty="0">
              <a:solidFill>
                <a:srgbClr val="E1E3E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D14DA2E-986D-15A1-32CF-1501B53D8084}"/>
              </a:ext>
            </a:extLst>
          </p:cNvPr>
          <p:cNvSpPr txBox="1"/>
          <p:nvPr/>
        </p:nvSpPr>
        <p:spPr>
          <a:xfrm>
            <a:off x="577517" y="4282177"/>
            <a:ext cx="247671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SA" dirty="0">
                <a:solidFill>
                  <a:srgbClr val="E1E3E4"/>
                </a:solidFill>
                <a:latin typeface="Arial"/>
                <a:cs typeface="Arial"/>
              </a:rPr>
              <a:t>Date</a:t>
            </a:r>
            <a:endParaRPr dirty="0">
              <a:solidFill>
                <a:srgbClr val="E1E3E4"/>
              </a:solidFill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3394" y="2223436"/>
            <a:ext cx="84606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71638" y="3149165"/>
            <a:ext cx="10096901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How </a:t>
            </a:r>
            <a:r>
              <a:rPr lang="en-GB" sz="2400" b="1" dirty="0">
                <a:solidFill>
                  <a:schemeClr val="bg1"/>
                </a:solidFill>
              </a:rPr>
              <a:t>to </a:t>
            </a:r>
            <a:r>
              <a:rPr lang="en-GB" sz="2400" b="1" dirty="0" smtClean="0">
                <a:solidFill>
                  <a:schemeClr val="bg1"/>
                </a:solidFill>
              </a:rPr>
              <a:t>optimize </a:t>
            </a:r>
            <a:r>
              <a:rPr lang="en-GB" sz="2400" b="1" dirty="0">
                <a:solidFill>
                  <a:schemeClr val="bg1"/>
                </a:solidFill>
              </a:rPr>
              <a:t>insurance billing via coding and documentation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1284" y="4248834"/>
            <a:ext cx="1963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1E3E4"/>
                </a:solidFill>
              </a:rPr>
              <a:t>August 30, 2023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4">
            <a:extLst>
              <a:ext uri="{FF2B5EF4-FFF2-40B4-BE49-F238E27FC236}">
                <a16:creationId xmlns:a16="http://schemas.microsoft.com/office/drawing/2014/main" id="{6CA7664A-E829-CB41-9A82-635A58E03FE0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396" y="380905"/>
            <a:ext cx="1250693" cy="45729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AD04-E929-5228-8C6B-C7BDF6C0EB86}"/>
              </a:ext>
            </a:extLst>
          </p:cNvPr>
          <p:cNvCxnSpPr/>
          <p:nvPr/>
        </p:nvCxnSpPr>
        <p:spPr>
          <a:xfrm>
            <a:off x="457200" y="990600"/>
            <a:ext cx="11262889" cy="0"/>
          </a:xfrm>
          <a:prstGeom prst="line">
            <a:avLst/>
          </a:prstGeom>
          <a:ln w="25400">
            <a:solidFill>
              <a:srgbClr val="0038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4FE08EF2-41AB-4701-464F-8CEC3D3C2EFA}"/>
              </a:ext>
            </a:extLst>
          </p:cNvPr>
          <p:cNvSpPr txBox="1">
            <a:spLocks/>
          </p:cNvSpPr>
          <p:nvPr/>
        </p:nvSpPr>
        <p:spPr>
          <a:xfrm>
            <a:off x="3214839" y="1665172"/>
            <a:ext cx="5850488" cy="647724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smtClean="0"/>
              <a:t>Objectives of this module:</a:t>
            </a:r>
            <a:endParaRPr lang="en-US" sz="2400" dirty="0"/>
          </a:p>
        </p:txBody>
      </p:sp>
      <p:sp>
        <p:nvSpPr>
          <p:cNvPr id="9" name="Subtitle 2"/>
          <p:cNvSpPr>
            <a:spLocks noGrp="1"/>
          </p:cNvSpPr>
          <p:nvPr>
            <p:ph type="title"/>
          </p:nvPr>
        </p:nvSpPr>
        <p:spPr>
          <a:xfrm>
            <a:off x="457200" y="288759"/>
            <a:ext cx="10896600" cy="549441"/>
          </a:xfrm>
        </p:spPr>
        <p:txBody>
          <a:bodyPr>
            <a:noAutofit/>
          </a:bodyPr>
          <a:lstStyle/>
          <a:p>
            <a:r>
              <a:rPr lang="en-US" sz="2400" b="1" dirty="0"/>
              <a:t>How to maximize insurance billing via coding &amp; </a:t>
            </a:r>
            <a:r>
              <a:rPr lang="en-US" sz="2400" b="1" dirty="0" smtClean="0"/>
              <a:t>documentation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524000" y="3903118"/>
            <a:ext cx="9144000" cy="398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</a:rPr>
              <a:t>billing via coding and documentation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886636"/>
            <a:ext cx="9275545" cy="3037915"/>
          </a:xfrm>
          <a:prstGeom prst="rect">
            <a:avLst/>
          </a:prstGeom>
          <a:solidFill>
            <a:schemeClr val="accent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To give our  medical team awareness about Health Insurance documentation in KSA according to CCHI  and how to maximize insurance billing via coding and documentation 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736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4">
            <a:extLst>
              <a:ext uri="{FF2B5EF4-FFF2-40B4-BE49-F238E27FC236}">
                <a16:creationId xmlns:a16="http://schemas.microsoft.com/office/drawing/2014/main" id="{6CA7664A-E829-CB41-9A82-635A58E03FE0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396" y="380905"/>
            <a:ext cx="1250693" cy="45729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AD04-E929-5228-8C6B-C7BDF6C0EB86}"/>
              </a:ext>
            </a:extLst>
          </p:cNvPr>
          <p:cNvCxnSpPr/>
          <p:nvPr/>
        </p:nvCxnSpPr>
        <p:spPr>
          <a:xfrm>
            <a:off x="457200" y="990600"/>
            <a:ext cx="11262889" cy="0"/>
          </a:xfrm>
          <a:prstGeom prst="line">
            <a:avLst/>
          </a:prstGeom>
          <a:ln w="25400">
            <a:solidFill>
              <a:srgbClr val="0038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5">
            <a:extLst>
              <a:ext uri="{FF2B5EF4-FFF2-40B4-BE49-F238E27FC236}">
                <a16:creationId xmlns:a16="http://schemas.microsoft.com/office/drawing/2014/main" id="{4FE08EF2-41AB-4701-464F-8CEC3D3C2EFA}"/>
              </a:ext>
            </a:extLst>
          </p:cNvPr>
          <p:cNvSpPr txBox="1">
            <a:spLocks/>
          </p:cNvSpPr>
          <p:nvPr/>
        </p:nvSpPr>
        <p:spPr>
          <a:xfrm>
            <a:off x="3136490" y="1061884"/>
            <a:ext cx="5604387" cy="432619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/>
              <a:t>Documentation strategy CDI </a:t>
            </a:r>
            <a:endParaRPr lang="en-US" sz="2400" dirty="0"/>
          </a:p>
        </p:txBody>
      </p:sp>
      <p:sp>
        <p:nvSpPr>
          <p:cNvPr id="9" name="Subtitle 2"/>
          <p:cNvSpPr>
            <a:spLocks noGrp="1"/>
          </p:cNvSpPr>
          <p:nvPr>
            <p:ph type="title"/>
          </p:nvPr>
        </p:nvSpPr>
        <p:spPr>
          <a:xfrm>
            <a:off x="457199" y="288759"/>
            <a:ext cx="10896601" cy="549441"/>
          </a:xfrm>
        </p:spPr>
        <p:txBody>
          <a:bodyPr>
            <a:noAutofit/>
          </a:bodyPr>
          <a:lstStyle/>
          <a:p>
            <a:r>
              <a:rPr lang="en-US" sz="2400" b="1" dirty="0"/>
              <a:t>How to maximize insurance billing via coding &amp; </a:t>
            </a:r>
            <a:r>
              <a:rPr lang="en-US" sz="2400" b="1" dirty="0" smtClean="0"/>
              <a:t>documentation</a:t>
            </a:r>
            <a:r>
              <a:rPr lang="en-US" dirty="0" smtClean="0">
                <a:solidFill>
                  <a:schemeClr val="accent2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524000" y="3903118"/>
            <a:ext cx="9144000" cy="398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</a:rPr>
              <a:t>billing via coding and documentation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620" y="1682545"/>
            <a:ext cx="3485534" cy="1337187"/>
          </a:xfrm>
          <a:prstGeom prst="rect">
            <a:avLst/>
          </a:prstGeom>
          <a:solidFill>
            <a:schemeClr val="accent1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lvl="0" indent="0">
              <a:buNone/>
            </a:pPr>
            <a:r>
              <a:rPr lang="en-US" sz="1800" b="1" u="sng" dirty="0" smtClean="0">
                <a:solidFill>
                  <a:schemeClr val="bg1"/>
                </a:solidFill>
              </a:rPr>
              <a:t>Medical necessity :- </a:t>
            </a:r>
          </a:p>
          <a:p>
            <a:pPr marL="0" lvl="0" indent="0">
              <a:buNone/>
            </a:pPr>
            <a:r>
              <a:rPr lang="en-US" sz="1800" b="1" dirty="0" smtClean="0">
                <a:solidFill>
                  <a:schemeClr val="bg1"/>
                </a:solidFill>
              </a:rPr>
              <a:t>Justify </a:t>
            </a:r>
            <a:r>
              <a:rPr lang="en-US" sz="1800" b="1" dirty="0">
                <a:solidFill>
                  <a:schemeClr val="bg1"/>
                </a:solidFill>
              </a:rPr>
              <a:t>all services and </a:t>
            </a:r>
            <a:r>
              <a:rPr lang="en-US" sz="1800" b="1" dirty="0" smtClean="0">
                <a:solidFill>
                  <a:schemeClr val="bg1"/>
                </a:solidFill>
              </a:rPr>
              <a:t>medications</a:t>
            </a:r>
          </a:p>
          <a:p>
            <a:pPr marL="0" lvl="0" indent="0">
              <a:buNone/>
            </a:pPr>
            <a:endParaRPr lang="en-US" sz="1800" b="1" u="sng" dirty="0" smtClean="0">
              <a:solidFill>
                <a:schemeClr val="bg1"/>
              </a:solidFill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 txBox="1">
            <a:spLocks/>
          </p:cNvSpPr>
          <p:nvPr/>
        </p:nvSpPr>
        <p:spPr>
          <a:xfrm>
            <a:off x="457199" y="1646903"/>
            <a:ext cx="3485535" cy="133718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 smtClean="0">
                <a:solidFill>
                  <a:schemeClr val="bg1"/>
                </a:solidFill>
              </a:rPr>
              <a:t>Full history :-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 smtClean="0">
                <a:solidFill>
                  <a:schemeClr val="bg1"/>
                </a:solidFill>
              </a:rPr>
              <a:t>Chief Complaint ,History of Present Illness ,Past Medical History , Focus on clinical findings 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 txBox="1">
            <a:spLocks/>
          </p:cNvSpPr>
          <p:nvPr/>
        </p:nvSpPr>
        <p:spPr>
          <a:xfrm>
            <a:off x="457200" y="3335591"/>
            <a:ext cx="3485534" cy="133718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 smtClean="0">
                <a:solidFill>
                  <a:schemeClr val="bg1"/>
                </a:solidFill>
              </a:rPr>
              <a:t>Write Specific </a:t>
            </a:r>
            <a:r>
              <a:rPr lang="en-US" sz="1800" b="1" u="sng" dirty="0">
                <a:solidFill>
                  <a:schemeClr val="bg1"/>
                </a:solidFill>
              </a:rPr>
              <a:t>ICD 10 </a:t>
            </a:r>
            <a:r>
              <a:rPr lang="en-US" sz="1800" b="1" u="sng" dirty="0" smtClean="0">
                <a:solidFill>
                  <a:schemeClr val="bg1"/>
                </a:solidFill>
              </a:rPr>
              <a:t>code 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 txBox="1">
            <a:spLocks/>
          </p:cNvSpPr>
          <p:nvPr/>
        </p:nvSpPr>
        <p:spPr>
          <a:xfrm>
            <a:off x="457200" y="5058116"/>
            <a:ext cx="3485534" cy="133718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1800" b="1" u="sng" dirty="0">
                <a:solidFill>
                  <a:schemeClr val="bg1"/>
                </a:solidFill>
              </a:rPr>
              <a:t>Provisional or 1ry </a:t>
            </a:r>
            <a:r>
              <a:rPr lang="en-US" sz="1800" b="1" u="sng" dirty="0" smtClean="0">
                <a:solidFill>
                  <a:schemeClr val="bg1"/>
                </a:solidFill>
              </a:rPr>
              <a:t>diagnosis 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</a:rPr>
              <a:t>As it is supported by clinical data radio or labs will confirm or exclude it  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 txBox="1">
            <a:spLocks/>
          </p:cNvSpPr>
          <p:nvPr/>
        </p:nvSpPr>
        <p:spPr>
          <a:xfrm>
            <a:off x="4242619" y="3335591"/>
            <a:ext cx="3485535" cy="133718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/>
              <a:t>Accurate and detailed  </a:t>
            </a:r>
            <a:r>
              <a:rPr lang="en-US" sz="1800" b="1" u="sng" dirty="0">
                <a:solidFill>
                  <a:schemeClr val="bg1"/>
                </a:solidFill>
              </a:rPr>
              <a:t>management </a:t>
            </a:r>
            <a:r>
              <a:rPr lang="en-US" sz="1800" b="1" u="sng" dirty="0" smtClean="0">
                <a:solidFill>
                  <a:schemeClr val="bg1"/>
                </a:solidFill>
              </a:rPr>
              <a:t>plan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</a:rPr>
              <a:t>with </a:t>
            </a:r>
            <a:r>
              <a:rPr lang="en-US" sz="1800" b="1" dirty="0">
                <a:solidFill>
                  <a:schemeClr val="bg1"/>
                </a:solidFill>
              </a:rPr>
              <a:t>duration  and expected outcomes</a:t>
            </a:r>
            <a:endParaRPr lang="en-US" sz="1800" b="1" dirty="0" smtClean="0">
              <a:solidFill>
                <a:schemeClr val="bg1"/>
              </a:solidFill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 txBox="1">
            <a:spLocks/>
          </p:cNvSpPr>
          <p:nvPr/>
        </p:nvSpPr>
        <p:spPr>
          <a:xfrm>
            <a:off x="4242620" y="5058116"/>
            <a:ext cx="3485534" cy="133718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u="sng" dirty="0">
                <a:solidFill>
                  <a:schemeClr val="bg1"/>
                </a:solidFill>
              </a:rPr>
              <a:t>CCHI new policies </a:t>
            </a:r>
            <a:r>
              <a:rPr lang="en-US" sz="1800" b="1" u="sng" dirty="0" smtClean="0">
                <a:solidFill>
                  <a:schemeClr val="bg1"/>
                </a:solidFill>
              </a:rPr>
              <a:t>awareness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b="1" dirty="0">
                <a:solidFill>
                  <a:schemeClr val="bg1"/>
                </a:solidFill>
              </a:rPr>
              <a:t>newly added benefits </a:t>
            </a:r>
            <a:r>
              <a:rPr lang="en-US" sz="1600" b="1" dirty="0" smtClean="0">
                <a:solidFill>
                  <a:schemeClr val="bg1"/>
                </a:solidFill>
              </a:rPr>
              <a:t>, </a:t>
            </a:r>
            <a:r>
              <a:rPr lang="en-US" sz="1600" b="1" dirty="0">
                <a:solidFill>
                  <a:schemeClr val="bg1"/>
                </a:solidFill>
              </a:rPr>
              <a:t>amended benefits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marL="0" indent="0" algn="ctr">
              <a:buNone/>
            </a:pPr>
            <a:endParaRPr lang="en-US" sz="1800" b="1" u="sng" dirty="0" smtClean="0">
              <a:solidFill>
                <a:schemeClr val="bg1"/>
              </a:solidFill>
            </a:endParaRP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 txBox="1">
            <a:spLocks/>
          </p:cNvSpPr>
          <p:nvPr/>
        </p:nvSpPr>
        <p:spPr>
          <a:xfrm>
            <a:off x="8097093" y="3335591"/>
            <a:ext cx="3622995" cy="133718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 u="sng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900" b="1" u="sng" dirty="0" smtClean="0">
                <a:solidFill>
                  <a:schemeClr val="bg1"/>
                </a:solidFill>
              </a:rPr>
              <a:t>Avoid </a:t>
            </a:r>
            <a:r>
              <a:rPr lang="en-US" sz="1900" b="1" u="sng" dirty="0">
                <a:solidFill>
                  <a:schemeClr val="bg1"/>
                </a:solidFill>
              </a:rPr>
              <a:t>the uncovered </a:t>
            </a:r>
            <a:r>
              <a:rPr lang="en-US" sz="1900" b="1" u="sng" dirty="0" smtClean="0">
                <a:solidFill>
                  <a:schemeClr val="bg1"/>
                </a:solidFill>
              </a:rPr>
              <a:t>ICD10 :-</a:t>
            </a:r>
          </a:p>
          <a:p>
            <a:pPr marL="0" indent="0">
              <a:buNone/>
            </a:pPr>
            <a:r>
              <a:rPr lang="en-US" sz="1600" b="1" dirty="0" smtClean="0">
                <a:solidFill>
                  <a:schemeClr val="bg1"/>
                </a:solidFill>
              </a:rPr>
              <a:t>Obesity </a:t>
            </a:r>
            <a:r>
              <a:rPr lang="en-US" sz="1600" b="1" dirty="0">
                <a:solidFill>
                  <a:schemeClr val="bg1"/>
                </a:solidFill>
              </a:rPr>
              <a:t>E66 , L70  acne , L66 hair loss , L21 seborrheic dermatitis  ,infertility N46,N97 )                                 </a:t>
            </a:r>
            <a:endParaRPr lang="en-US" sz="1800" b="1" u="sng" dirty="0" smtClean="0">
              <a:solidFill>
                <a:schemeClr val="bg1"/>
              </a:solidFill>
            </a:endParaRPr>
          </a:p>
          <a:p>
            <a:endParaRPr lang="en-US" sz="1800" b="1" u="sng" dirty="0">
              <a:solidFill>
                <a:schemeClr val="bg1"/>
              </a:solidFill>
            </a:endParaRP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 txBox="1">
            <a:spLocks/>
          </p:cNvSpPr>
          <p:nvPr/>
        </p:nvSpPr>
        <p:spPr>
          <a:xfrm>
            <a:off x="8097093" y="1690717"/>
            <a:ext cx="3622995" cy="133718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</a:rPr>
              <a:t>Avoid Defensive </a:t>
            </a:r>
            <a:r>
              <a:rPr lang="en-US" sz="1800" b="1" u="sng" dirty="0" smtClean="0">
                <a:solidFill>
                  <a:schemeClr val="bg1"/>
                </a:solidFill>
              </a:rPr>
              <a:t>Medicine :-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</a:rPr>
              <a:t>The combined supplements 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70D19CEF-F2A5-67B4-576F-4A2976A0ED2A}"/>
              </a:ext>
            </a:extLst>
          </p:cNvPr>
          <p:cNvSpPr txBox="1">
            <a:spLocks/>
          </p:cNvSpPr>
          <p:nvPr/>
        </p:nvSpPr>
        <p:spPr>
          <a:xfrm>
            <a:off x="8062452" y="4980465"/>
            <a:ext cx="3657636" cy="133718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</a:rPr>
              <a:t>Avoid excessive </a:t>
            </a:r>
            <a:r>
              <a:rPr lang="en-US" sz="1800" b="1" u="sng" dirty="0" smtClean="0">
                <a:solidFill>
                  <a:schemeClr val="bg1"/>
                </a:solidFill>
              </a:rPr>
              <a:t>ordering </a:t>
            </a:r>
            <a:r>
              <a:rPr lang="en-US" sz="1800" b="1" dirty="0" smtClean="0">
                <a:solidFill>
                  <a:schemeClr val="bg1"/>
                </a:solidFill>
              </a:rPr>
              <a:t>:-     follow the initial work up protocols 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bg1"/>
                </a:solidFill>
              </a:rPr>
              <a:t>Cause of rejection if we didn't follow </a:t>
            </a:r>
            <a:r>
              <a:rPr lang="en-US" sz="1800" b="1" u="sng" dirty="0" smtClean="0">
                <a:solidFill>
                  <a:schemeClr val="bg1"/>
                </a:solidFill>
              </a:rPr>
              <a:t>(early as per given data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929" y="277132"/>
            <a:ext cx="101626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/>
              <a:t>How to </a:t>
            </a:r>
            <a:r>
              <a:rPr lang="en-US" sz="2800" b="1" dirty="0" smtClean="0"/>
              <a:t>optimize </a:t>
            </a:r>
            <a:r>
              <a:rPr lang="en-US" sz="2800" b="1" dirty="0"/>
              <a:t>insurance billing via coding &amp; documentation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endParaRPr sz="2800" spc="-10" dirty="0"/>
          </a:p>
        </p:txBody>
      </p:sp>
      <p:pic>
        <p:nvPicPr>
          <p:cNvPr id="18" name="object 4">
            <a:extLst>
              <a:ext uri="{FF2B5EF4-FFF2-40B4-BE49-F238E27FC236}">
                <a16:creationId xmlns:a16="http://schemas.microsoft.com/office/drawing/2014/main" id="{6CA7664A-E829-CB41-9A82-635A58E03FE0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396" y="380905"/>
            <a:ext cx="1250693" cy="45729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AD04-E929-5228-8C6B-C7BDF6C0EB86}"/>
              </a:ext>
            </a:extLst>
          </p:cNvPr>
          <p:cNvCxnSpPr/>
          <p:nvPr/>
        </p:nvCxnSpPr>
        <p:spPr>
          <a:xfrm>
            <a:off x="457200" y="990600"/>
            <a:ext cx="11262889" cy="0"/>
          </a:xfrm>
          <a:prstGeom prst="line">
            <a:avLst/>
          </a:prstGeom>
          <a:ln w="25400">
            <a:solidFill>
              <a:srgbClr val="0038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115503" y="191558"/>
            <a:ext cx="8219976" cy="443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solidFill>
                <a:schemeClr val="accent2"/>
              </a:solidFill>
            </a:endParaRP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7F1103BB-96EF-4AD6-8D2A-E12AF42EEB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2908307"/>
              </p:ext>
            </p:extLst>
          </p:nvPr>
        </p:nvGraphicFramePr>
        <p:xfrm>
          <a:off x="230588" y="1107958"/>
          <a:ext cx="11696369" cy="5372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492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929" y="277132"/>
            <a:ext cx="101626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 smtClean="0"/>
              <a:t>Example of the most common causes of in appropriate clinical data</a:t>
            </a:r>
            <a:r>
              <a:rPr lang="en-US" sz="2800" dirty="0" smtClean="0">
                <a:solidFill>
                  <a:schemeClr val="accent2"/>
                </a:solidFill>
              </a:rPr>
              <a:t> </a:t>
            </a:r>
            <a:endParaRPr sz="2800" spc="-10" dirty="0"/>
          </a:p>
        </p:txBody>
      </p:sp>
      <p:pic>
        <p:nvPicPr>
          <p:cNvPr id="18" name="object 4">
            <a:extLst>
              <a:ext uri="{FF2B5EF4-FFF2-40B4-BE49-F238E27FC236}">
                <a16:creationId xmlns:a16="http://schemas.microsoft.com/office/drawing/2014/main" id="{6CA7664A-E829-CB41-9A82-635A58E03FE0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396" y="380905"/>
            <a:ext cx="1250693" cy="45729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AD04-E929-5228-8C6B-C7BDF6C0EB86}"/>
              </a:ext>
            </a:extLst>
          </p:cNvPr>
          <p:cNvCxnSpPr/>
          <p:nvPr/>
        </p:nvCxnSpPr>
        <p:spPr>
          <a:xfrm>
            <a:off x="457200" y="990600"/>
            <a:ext cx="11262889" cy="0"/>
          </a:xfrm>
          <a:prstGeom prst="line">
            <a:avLst/>
          </a:prstGeom>
          <a:ln w="25400">
            <a:solidFill>
              <a:srgbClr val="0038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115503" y="191558"/>
            <a:ext cx="8219976" cy="443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9" y="990600"/>
            <a:ext cx="11545160" cy="569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8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4">
            <a:extLst>
              <a:ext uri="{FF2B5EF4-FFF2-40B4-BE49-F238E27FC236}">
                <a16:creationId xmlns:a16="http://schemas.microsoft.com/office/drawing/2014/main" id="{6CA7664A-E829-CB41-9A82-635A58E03FE0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396" y="95416"/>
            <a:ext cx="1576830" cy="9177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AD04-E929-5228-8C6B-C7BDF6C0EB86}"/>
              </a:ext>
            </a:extLst>
          </p:cNvPr>
          <p:cNvCxnSpPr/>
          <p:nvPr/>
        </p:nvCxnSpPr>
        <p:spPr>
          <a:xfrm>
            <a:off x="457200" y="990600"/>
            <a:ext cx="11262889" cy="0"/>
          </a:xfrm>
          <a:prstGeom prst="line">
            <a:avLst/>
          </a:prstGeom>
          <a:ln w="25400">
            <a:solidFill>
              <a:srgbClr val="0038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/>
          <p:cNvSpPr>
            <a:spLocks noGrp="1"/>
          </p:cNvSpPr>
          <p:nvPr>
            <p:ph type="title"/>
          </p:nvPr>
        </p:nvSpPr>
        <p:spPr>
          <a:xfrm>
            <a:off x="182880" y="95417"/>
            <a:ext cx="11170920" cy="742784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The most common Uncovered conditions </a:t>
            </a:r>
            <a:r>
              <a:rPr lang="en-US" sz="5400" b="1" dirty="0" smtClean="0">
                <a:solidFill>
                  <a:schemeClr val="accent2"/>
                </a:solidFill>
              </a:rPr>
              <a:t> </a:t>
            </a:r>
            <a:r>
              <a:rPr lang="en-US" sz="2800" b="1" dirty="0" smtClean="0">
                <a:solidFill>
                  <a:schemeClr val="accent2"/>
                </a:solidFill>
              </a:rPr>
              <a:t>ICD 10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524000" y="3903118"/>
            <a:ext cx="9144000" cy="3989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</a:rPr>
              <a:t>billing via coding and documentation 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562" y="990599"/>
            <a:ext cx="11974664" cy="574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6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1EF3A7-9831-0D5C-8F94-E37BADD8A5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2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212ACE-C47C-96F0-1E98-14F02E960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61"/>
          <a:stretch/>
        </p:blipFill>
        <p:spPr>
          <a:xfrm>
            <a:off x="55757" y="1281"/>
            <a:ext cx="12043316" cy="686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0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A2EB925-7C33-DB5B-B2BA-FC24966C5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5" b="-1"/>
          <a:stretch/>
        </p:blipFill>
        <p:spPr>
          <a:xfrm>
            <a:off x="0" y="1282"/>
            <a:ext cx="1219200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9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630127-B113-774B-D237-9E4C9EB0A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9"/>
          <a:stretch/>
        </p:blipFill>
        <p:spPr>
          <a:xfrm>
            <a:off x="1" y="1282"/>
            <a:ext cx="1219200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8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691BE8-335B-7F71-B5BF-AFF376B20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5" b="-1"/>
          <a:stretch/>
        </p:blipFill>
        <p:spPr>
          <a:xfrm>
            <a:off x="0" y="-188289"/>
            <a:ext cx="12192000" cy="704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7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691BE8-335B-7F71-B5BF-AFF376B20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5" b="-1"/>
          <a:stretch/>
        </p:blipFill>
        <p:spPr>
          <a:xfrm>
            <a:off x="-1" y="1280"/>
            <a:ext cx="12192001" cy="685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0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10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3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3763</TotalTime>
  <Words>269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Corbel</vt:lpstr>
      <vt:lpstr>Office Theme</vt:lpstr>
      <vt:lpstr> </vt:lpstr>
      <vt:lpstr>How to optimize insurance billing via coding and documentation </vt:lpstr>
      <vt:lpstr>How to maximize insurance billing via coding &amp; documentation </vt:lpstr>
      <vt:lpstr>How to maximize insurance billing via coding &amp; documentation </vt:lpstr>
      <vt:lpstr>How to optimize insurance billing via coding &amp; documentation </vt:lpstr>
      <vt:lpstr>Example of the most common causes of in appropriate clinical data </vt:lpstr>
      <vt:lpstr>The most common Uncovered conditions  ICD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</dc:title>
  <dc:creator>Abdullah Khafagy</dc:creator>
  <cp:lastModifiedBy>Wafaalla Elshayeb</cp:lastModifiedBy>
  <cp:revision>34</cp:revision>
  <dcterms:created xsi:type="dcterms:W3CDTF">2023-06-12T08:42:03Z</dcterms:created>
  <dcterms:modified xsi:type="dcterms:W3CDTF">2026-02-09T12:32:39Z</dcterms:modified>
</cp:coreProperties>
</file>