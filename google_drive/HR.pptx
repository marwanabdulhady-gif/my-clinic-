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82" r:id="rId2"/>
  </p:sldMasterIdLst>
  <p:notesMasterIdLst>
    <p:notesMasterId r:id="rId65"/>
  </p:notesMasterIdLst>
  <p:sldIdLst>
    <p:sldId id="256" r:id="rId3"/>
    <p:sldId id="257" r:id="rId4"/>
    <p:sldId id="258" r:id="rId5"/>
    <p:sldId id="259" r:id="rId6"/>
    <p:sldId id="260" r:id="rId7"/>
    <p:sldId id="319" r:id="rId8"/>
    <p:sldId id="261" r:id="rId9"/>
    <p:sldId id="262" r:id="rId10"/>
    <p:sldId id="265" r:id="rId11"/>
    <p:sldId id="307" r:id="rId12"/>
    <p:sldId id="267" r:id="rId13"/>
    <p:sldId id="268" r:id="rId14"/>
    <p:sldId id="269" r:id="rId15"/>
    <p:sldId id="270" r:id="rId16"/>
    <p:sldId id="329" r:id="rId17"/>
    <p:sldId id="271" r:id="rId18"/>
    <p:sldId id="306" r:id="rId19"/>
    <p:sldId id="308" r:id="rId20"/>
    <p:sldId id="321" r:id="rId21"/>
    <p:sldId id="322" r:id="rId22"/>
    <p:sldId id="323" r:id="rId23"/>
    <p:sldId id="324" r:id="rId24"/>
    <p:sldId id="325" r:id="rId25"/>
    <p:sldId id="326" r:id="rId26"/>
    <p:sldId id="327" r:id="rId27"/>
    <p:sldId id="328" r:id="rId28"/>
    <p:sldId id="276" r:id="rId29"/>
    <p:sldId id="277" r:id="rId30"/>
    <p:sldId id="320" r:id="rId31"/>
    <p:sldId id="278" r:id="rId32"/>
    <p:sldId id="279" r:id="rId33"/>
    <p:sldId id="280" r:id="rId34"/>
    <p:sldId id="281" r:id="rId35"/>
    <p:sldId id="282" r:id="rId36"/>
    <p:sldId id="283" r:id="rId37"/>
    <p:sldId id="294" r:id="rId38"/>
    <p:sldId id="284" r:id="rId39"/>
    <p:sldId id="285" r:id="rId40"/>
    <p:sldId id="286" r:id="rId41"/>
    <p:sldId id="287" r:id="rId42"/>
    <p:sldId id="288" r:id="rId43"/>
    <p:sldId id="290" r:id="rId44"/>
    <p:sldId id="289" r:id="rId45"/>
    <p:sldId id="291" r:id="rId46"/>
    <p:sldId id="292" r:id="rId47"/>
    <p:sldId id="293" r:id="rId48"/>
    <p:sldId id="295" r:id="rId49"/>
    <p:sldId id="296" r:id="rId50"/>
    <p:sldId id="297" r:id="rId51"/>
    <p:sldId id="298" r:id="rId52"/>
    <p:sldId id="317" r:id="rId53"/>
    <p:sldId id="300" r:id="rId54"/>
    <p:sldId id="301" r:id="rId55"/>
    <p:sldId id="318" r:id="rId56"/>
    <p:sldId id="302" r:id="rId57"/>
    <p:sldId id="274" r:id="rId58"/>
    <p:sldId id="273" r:id="rId59"/>
    <p:sldId id="275" r:id="rId60"/>
    <p:sldId id="303" r:id="rId61"/>
    <p:sldId id="304" r:id="rId62"/>
    <p:sldId id="309" r:id="rId63"/>
    <p:sldId id="305" r:id="rId64"/>
  </p:sldIdLst>
  <p:sldSz cx="9144000" cy="5143500" type="screen16x9"/>
  <p:notesSz cx="6858000" cy="9144000"/>
  <p:custDataLst>
    <p:tags r:id="rId66"/>
  </p:custData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8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8FB"/>
          </a:solidFill>
        </a:fill>
      </a:tcStyle>
    </a:wholeTbl>
    <a:band2H>
      <a:tcTxStyle/>
      <a:tcStyle>
        <a:tcBdr/>
        <a:fill>
          <a:solidFill>
            <a:srgbClr val="E8EDFD"/>
          </a:solidFill>
        </a:fill>
      </a:tcStyle>
    </a:band2H>
    <a:firstCol>
      <a:tcTxStyle b="on" i="off">
        <a:fontRef idx="minor">
          <a:srgbClr val="FFFFFF"/>
        </a:fontRef>
        <a:srgbClr val="FFFFFF"/>
      </a:tcTxStyle>
      <a:tcStyle>
        <a:tcBdr>
          <a:left>
            <a:ln w="12700" cap="flat">
              <a:solidFill>
                <a:srgbClr val="FFFFFF"/>
              </a:solidFill>
              <a:prstDash val="solid"/>
              <a:round/>
            </a:ln>
          </a:left>
          <a:right>
            <a:ln w="381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4285F4"/>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4285F4"/>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4285F4"/>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a:tcStyle>
        <a:tcBdr/>
        <a:fill>
          <a:solidFill>
            <a:srgbClr val="E6F0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a:tcStyle>
        <a:tcBdr/>
        <a:fill>
          <a:solidFill>
            <a:srgbClr val="EAF8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9D1E1"/>
          </a:solidFill>
        </a:fill>
      </a:tcStyle>
    </a:wholeTbl>
    <a:band2H>
      <a:tcTxStyle/>
      <a:tcStyle>
        <a:tcBdr/>
        <a:fill>
          <a:solidFill>
            <a:srgbClr val="FCE9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58" d="100"/>
          <a:sy n="158" d="100"/>
        </p:scale>
        <p:origin x="300" y="15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71"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ags" Target="tags/tag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isal Baarimah" userId="9daf5d1c-4847-4511-bc9e-65d849c6956f" providerId="ADAL" clId="{682C442E-80FE-458D-BD05-19DF70C01D29}"/>
    <pc:docChg chg="undo custSel modSld">
      <pc:chgData name="Faisal Baarimah" userId="9daf5d1c-4847-4511-bc9e-65d849c6956f" providerId="ADAL" clId="{682C442E-80FE-458D-BD05-19DF70C01D29}" dt="2026-08-11T08:17:05.595" v="50" actId="34476"/>
      <pc:docMkLst>
        <pc:docMk/>
      </pc:docMkLst>
      <pc:sldChg chg="mod modShow">
        <pc:chgData name="Faisal Baarimah" userId="9daf5d1c-4847-4511-bc9e-65d849c6956f" providerId="ADAL" clId="{682C442E-80FE-458D-BD05-19DF70C01D29}" dt="2026-08-11T08:17:05.595" v="50" actId="34476"/>
        <pc:sldMkLst>
          <pc:docMk/>
          <pc:sldMk cId="0" sldId="276"/>
        </pc:sldMkLst>
      </pc:sldChg>
      <pc:sldChg chg="mod modShow">
        <pc:chgData name="Faisal Baarimah" userId="9daf5d1c-4847-4511-bc9e-65d849c6956f" providerId="ADAL" clId="{682C442E-80FE-458D-BD05-19DF70C01D29}" dt="2026-08-11T08:16:38.826" v="44" actId="34476"/>
        <pc:sldMkLst>
          <pc:docMk/>
          <pc:sldMk cId="1112795263" sldId="307"/>
        </pc:sldMkLst>
      </pc:sldChg>
      <pc:sldChg chg="mod modShow">
        <pc:chgData name="Faisal Baarimah" userId="9daf5d1c-4847-4511-bc9e-65d849c6956f" providerId="ADAL" clId="{682C442E-80FE-458D-BD05-19DF70C01D29}" dt="2026-08-11T08:16:43.681" v="45" actId="34476"/>
        <pc:sldMkLst>
          <pc:docMk/>
          <pc:sldMk cId="1869982625" sldId="323"/>
        </pc:sldMkLst>
      </pc:sldChg>
      <pc:sldChg chg="mod modShow">
        <pc:chgData name="Faisal Baarimah" userId="9daf5d1c-4847-4511-bc9e-65d849c6956f" providerId="ADAL" clId="{682C442E-80FE-458D-BD05-19DF70C01D29}" dt="2026-08-11T08:16:46.262" v="46" actId="34476"/>
        <pc:sldMkLst>
          <pc:docMk/>
          <pc:sldMk cId="4225730168" sldId="324"/>
        </pc:sldMkLst>
      </pc:sldChg>
      <pc:sldChg chg="mod modShow">
        <pc:chgData name="Faisal Baarimah" userId="9daf5d1c-4847-4511-bc9e-65d849c6956f" providerId="ADAL" clId="{682C442E-80FE-458D-BD05-19DF70C01D29}" dt="2026-08-11T08:16:53.425" v="47" actId="34476"/>
        <pc:sldMkLst>
          <pc:docMk/>
          <pc:sldMk cId="1600705117" sldId="326"/>
        </pc:sldMkLst>
      </pc:sldChg>
      <pc:sldChg chg="mod modShow">
        <pc:chgData name="Faisal Baarimah" userId="9daf5d1c-4847-4511-bc9e-65d849c6956f" providerId="ADAL" clId="{682C442E-80FE-458D-BD05-19DF70C01D29}" dt="2026-08-11T08:16:57.924" v="48" actId="34476"/>
        <pc:sldMkLst>
          <pc:docMk/>
          <pc:sldMk cId="4005861202" sldId="327"/>
        </pc:sldMkLst>
      </pc:sldChg>
      <pc:sldChg chg="mod modShow">
        <pc:chgData name="Faisal Baarimah" userId="9daf5d1c-4847-4511-bc9e-65d849c6956f" providerId="ADAL" clId="{682C442E-80FE-458D-BD05-19DF70C01D29}" dt="2026-08-11T08:17:01.216" v="49" actId="34476"/>
        <pc:sldMkLst>
          <pc:docMk/>
          <pc:sldMk cId="2819597432" sldId="32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90" name="Shape 290"/>
          <p:cNvSpPr>
            <a:spLocks noGrp="1" noRot="1" noChangeAspect="1"/>
          </p:cNvSpPr>
          <p:nvPr>
            <p:ph type="sldImg"/>
          </p:nvPr>
        </p:nvSpPr>
        <p:spPr>
          <a:xfrm>
            <a:off x="1143000" y="685800"/>
            <a:ext cx="4572000" cy="3429000"/>
          </a:xfrm>
          <a:prstGeom prst="rect">
            <a:avLst/>
          </a:prstGeom>
        </p:spPr>
        <p:txBody>
          <a:bodyPr/>
          <a:lstStyle/>
          <a:p>
            <a:endParaRPr/>
          </a:p>
        </p:txBody>
      </p:sp>
      <p:sp>
        <p:nvSpPr>
          <p:cNvPr id="291" name="Shape 29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5731602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78970-4313-0C52-ED82-98B7DDC292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FD19F-71DF-3FD3-52FC-421F5863218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E7E10A2-D7C6-F838-2C2E-082B35F95B4E}"/>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6441507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4521466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324515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61956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TITLE_AND_BODY">
    <p:spTree>
      <p:nvGrpSpPr>
        <p:cNvPr id="1" name=""/>
        <p:cNvGrpSpPr/>
        <p:nvPr/>
      </p:nvGrpSpPr>
      <p:grpSpPr>
        <a:xfrm>
          <a:off x="0" y="0"/>
          <a:ext cx="0" cy="0"/>
          <a:chOff x="0" y="0"/>
          <a:chExt cx="0" cy="0"/>
        </a:xfrm>
      </p:grpSpPr>
      <p:sp>
        <p:nvSpPr>
          <p:cNvPr id="12" name="Google Shape;10;p52"/>
          <p:cNvSpPr>
            <a:spLocks noGrp="1"/>
          </p:cNvSpPr>
          <p:nvPr>
            <p:ph type="pic" sz="half" idx="21"/>
          </p:nvPr>
        </p:nvSpPr>
        <p:spPr>
          <a:xfrm>
            <a:off x="4571998" y="755779"/>
            <a:ext cx="5162163" cy="3631940"/>
          </a:xfrm>
          <a:prstGeom prst="rect">
            <a:avLst/>
          </a:prstGeom>
        </p:spPr>
        <p:txBody>
          <a:bodyPr lIns="91439" tIns="45719" rIns="91439" bIns="45719">
            <a:noAutofit/>
          </a:bodyPr>
          <a:lstStyle/>
          <a:p>
            <a:endParaRPr/>
          </a:p>
        </p:txBody>
      </p:sp>
      <p:sp>
        <p:nvSpPr>
          <p:cNvPr id="13" name="Slide Number"/>
          <p:cNvSpPr txBox="1">
            <a:spLocks noGrp="1"/>
          </p:cNvSpPr>
          <p:nvPr>
            <p:ph type="sldNum" sz="quarter" idx="2"/>
          </p:nvPr>
        </p:nvSpPr>
        <p:spPr>
          <a:xfrm>
            <a:off x="6216440" y="3338090"/>
            <a:ext cx="336763" cy="318346"/>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2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ITLE">
    <p:spTree>
      <p:nvGrpSpPr>
        <p:cNvPr id="1" name=""/>
        <p:cNvGrpSpPr/>
        <p:nvPr/>
      </p:nvGrpSpPr>
      <p:grpSpPr>
        <a:xfrm>
          <a:off x="0" y="0"/>
          <a:ext cx="0" cy="0"/>
          <a:chOff x="0" y="0"/>
          <a:chExt cx="0" cy="0"/>
        </a:xfrm>
      </p:grpSpPr>
      <p:sp>
        <p:nvSpPr>
          <p:cNvPr id="27" name="Title Text"/>
          <p:cNvSpPr txBox="1">
            <a:spLocks noGrp="1"/>
          </p:cNvSpPr>
          <p:nvPr>
            <p:ph type="title"/>
          </p:nvPr>
        </p:nvSpPr>
        <p:spPr>
          <a:xfrm>
            <a:off x="311708" y="744573"/>
            <a:ext cx="8520601" cy="2052604"/>
          </a:xfrm>
          <a:prstGeom prst="rect">
            <a:avLst/>
          </a:prstGeom>
        </p:spPr>
        <p:txBody>
          <a:bodyPr anchor="b"/>
          <a:lstStyle>
            <a:lvl1pPr algn="ctr">
              <a:defRPr sz="5200"/>
            </a:lvl1pPr>
          </a:lstStyle>
          <a:p>
            <a:r>
              <a:t>Title Text</a:t>
            </a:r>
          </a:p>
        </p:txBody>
      </p:sp>
      <p:sp>
        <p:nvSpPr>
          <p:cNvPr id="28" name="Body Level One…"/>
          <p:cNvSpPr txBox="1">
            <a:spLocks noGrp="1"/>
          </p:cNvSpPr>
          <p:nvPr>
            <p:ph type="body" sz="quarter" idx="1"/>
          </p:nvPr>
        </p:nvSpPr>
        <p:spPr>
          <a:xfrm>
            <a:off x="311698" y="2834125"/>
            <a:ext cx="8520604" cy="792605"/>
          </a:xfrm>
          <a:prstGeom prst="rect">
            <a:avLst/>
          </a:prstGeom>
        </p:spPr>
        <p:txBody>
          <a:bodyPr/>
          <a:lstStyle>
            <a:lvl1pPr marL="228600" indent="0" algn="ctr">
              <a:lnSpc>
                <a:spcPct val="100000"/>
              </a:lnSpc>
              <a:buClrTx/>
              <a:buSzTx/>
              <a:buFontTx/>
              <a:buNone/>
              <a:defRPr sz="2800"/>
            </a:lvl1pPr>
            <a:lvl2pPr marL="228600" indent="457200" algn="ctr">
              <a:lnSpc>
                <a:spcPct val="100000"/>
              </a:lnSpc>
              <a:buClrTx/>
              <a:buSzTx/>
              <a:buFontTx/>
              <a:buNone/>
              <a:defRPr sz="2800"/>
            </a:lvl2pPr>
            <a:lvl3pPr marL="228600" indent="914400" algn="ctr">
              <a:lnSpc>
                <a:spcPct val="100000"/>
              </a:lnSpc>
              <a:buClrTx/>
              <a:buSzTx/>
              <a:buFontTx/>
              <a:buNone/>
              <a:defRPr sz="2800"/>
            </a:lvl3pPr>
            <a:lvl4pPr marL="228600" indent="1371600" algn="ctr">
              <a:lnSpc>
                <a:spcPct val="100000"/>
              </a:lnSpc>
              <a:buClrTx/>
              <a:buSzTx/>
              <a:buFontTx/>
              <a:buNone/>
              <a:defRPr sz="2800"/>
            </a:lvl4pPr>
            <a:lvl5pPr marL="228600" indent="1828800" algn="ctr">
              <a:lnSpc>
                <a:spcPct val="100000"/>
              </a:lnSpc>
              <a:buClrTx/>
              <a:buSzTx/>
              <a:buFontTx/>
              <a:buNone/>
              <a:defRPr sz="2800"/>
            </a:lvl5pPr>
          </a:lstStyle>
          <a:p>
            <a:r>
              <a:t>Body Level One</a:t>
            </a:r>
          </a:p>
          <a:p>
            <a:pPr lvl="1"/>
            <a:r>
              <a:t>Body Level Two</a:t>
            </a:r>
          </a:p>
          <a:p>
            <a:pPr lvl="2"/>
            <a:r>
              <a:t>Body Level Three</a:t>
            </a:r>
          </a:p>
          <a:p>
            <a:pPr lvl="3"/>
            <a:r>
              <a:t>Body Level Four</a:t>
            </a:r>
          </a:p>
          <a:p>
            <a:pPr lvl="4"/>
            <a:r>
              <a:t>Body Level Five</a:t>
            </a:r>
          </a:p>
        </p:txBody>
      </p:sp>
      <p:sp>
        <p:nvSpPr>
          <p:cNvPr id="29" name="Slide Number"/>
          <p:cNvSpPr txBox="1">
            <a:spLocks noGrp="1"/>
          </p:cNvSpPr>
          <p:nvPr>
            <p:ph type="sldNum" sz="quarter" idx="2"/>
          </p:nvPr>
        </p:nvSpPr>
        <p:spPr>
          <a:xfrm>
            <a:off x="8684396" y="3430844"/>
            <a:ext cx="336764" cy="318346"/>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SECTION_HEADER">
    <p:spTree>
      <p:nvGrpSpPr>
        <p:cNvPr id="1" name=""/>
        <p:cNvGrpSpPr/>
        <p:nvPr/>
      </p:nvGrpSpPr>
      <p:grpSpPr>
        <a:xfrm>
          <a:off x="0" y="0"/>
          <a:ext cx="0" cy="0"/>
          <a:chOff x="0" y="0"/>
          <a:chExt cx="0" cy="0"/>
        </a:xfrm>
      </p:grpSpPr>
      <p:sp>
        <p:nvSpPr>
          <p:cNvPr id="36" name="Title Text"/>
          <p:cNvSpPr txBox="1">
            <a:spLocks noGrp="1"/>
          </p:cNvSpPr>
          <p:nvPr>
            <p:ph type="title"/>
          </p:nvPr>
        </p:nvSpPr>
        <p:spPr>
          <a:xfrm>
            <a:off x="311698" y="2150847"/>
            <a:ext cx="8520604" cy="841803"/>
          </a:xfrm>
          <a:prstGeom prst="rect">
            <a:avLst/>
          </a:prstGeom>
        </p:spPr>
        <p:txBody>
          <a:bodyPr anchor="ctr"/>
          <a:lstStyle>
            <a:lvl1pPr algn="ctr">
              <a:defRPr sz="3600"/>
            </a:lvl1pPr>
          </a:lstStyle>
          <a:p>
            <a:r>
              <a:t>Title Text</a:t>
            </a:r>
          </a:p>
        </p:txBody>
      </p:sp>
      <p:sp>
        <p:nvSpPr>
          <p:cNvPr id="37" name="Slide Number"/>
          <p:cNvSpPr txBox="1">
            <a:spLocks noGrp="1"/>
          </p:cNvSpPr>
          <p:nvPr>
            <p:ph type="sldNum" sz="quarter" idx="2"/>
          </p:nvPr>
        </p:nvSpPr>
        <p:spPr>
          <a:xfrm>
            <a:off x="8684396" y="3430844"/>
            <a:ext cx="336764" cy="318346"/>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ITLE_AND_BODY 2">
    <p:spTree>
      <p:nvGrpSpPr>
        <p:cNvPr id="1" name=""/>
        <p:cNvGrpSpPr/>
        <p:nvPr/>
      </p:nvGrpSpPr>
      <p:grpSpPr>
        <a:xfrm>
          <a:off x="0" y="0"/>
          <a:ext cx="0" cy="0"/>
          <a:chOff x="0" y="0"/>
          <a:chExt cx="0" cy="0"/>
        </a:xfrm>
      </p:grpSpPr>
      <p:sp>
        <p:nvSpPr>
          <p:cNvPr id="44" name="Title Text"/>
          <p:cNvSpPr txBox="1">
            <a:spLocks noGrp="1"/>
          </p:cNvSpPr>
          <p:nvPr>
            <p:ph type="title"/>
          </p:nvPr>
        </p:nvSpPr>
        <p:spPr>
          <a:xfrm>
            <a:off x="311698" y="445025"/>
            <a:ext cx="8520604" cy="572703"/>
          </a:xfrm>
          <a:prstGeom prst="rect">
            <a:avLst/>
          </a:prstGeom>
        </p:spPr>
        <p:txBody>
          <a:bodyPr/>
          <a:lstStyle/>
          <a:p>
            <a:r>
              <a:t>Title Text</a:t>
            </a:r>
          </a:p>
        </p:txBody>
      </p:sp>
      <p:sp>
        <p:nvSpPr>
          <p:cNvPr id="45" name="Body Level One…"/>
          <p:cNvSpPr txBox="1">
            <a:spLocks noGrp="1"/>
          </p:cNvSpPr>
          <p:nvPr>
            <p:ph type="body" idx="1"/>
          </p:nvPr>
        </p:nvSpPr>
        <p:spPr>
          <a:xfrm>
            <a:off x="311698" y="1152475"/>
            <a:ext cx="8520604" cy="34164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6" name="Slide Number"/>
          <p:cNvSpPr txBox="1">
            <a:spLocks noGrp="1"/>
          </p:cNvSpPr>
          <p:nvPr>
            <p:ph type="sldNum" sz="quarter" idx="2"/>
          </p:nvPr>
        </p:nvSpPr>
        <p:spPr>
          <a:xfrm>
            <a:off x="8684396" y="3430844"/>
            <a:ext cx="336764" cy="318346"/>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TITLE_AND_TWO_COLUMNS">
    <p:spTree>
      <p:nvGrpSpPr>
        <p:cNvPr id="1" name=""/>
        <p:cNvGrpSpPr/>
        <p:nvPr/>
      </p:nvGrpSpPr>
      <p:grpSpPr>
        <a:xfrm>
          <a:off x="0" y="0"/>
          <a:ext cx="0" cy="0"/>
          <a:chOff x="0" y="0"/>
          <a:chExt cx="0" cy="0"/>
        </a:xfrm>
      </p:grpSpPr>
      <p:sp>
        <p:nvSpPr>
          <p:cNvPr id="53" name="Body Level One…"/>
          <p:cNvSpPr txBox="1">
            <a:spLocks noGrp="1"/>
          </p:cNvSpPr>
          <p:nvPr>
            <p:ph type="body" sz="half" idx="1"/>
          </p:nvPr>
        </p:nvSpPr>
        <p:spPr>
          <a:xfrm>
            <a:off x="4832398" y="1152475"/>
            <a:ext cx="3999904" cy="3416400"/>
          </a:xfrm>
          <a:prstGeom prst="rect">
            <a:avLst/>
          </a:prstGeom>
        </p:spPr>
        <p:txBody>
          <a:bodyPr anchor="ctr"/>
          <a:lstStyle/>
          <a:p>
            <a:r>
              <a:t>Body Level One</a:t>
            </a:r>
          </a:p>
          <a:p>
            <a:pPr lvl="1"/>
            <a:r>
              <a:t>Body Level Two</a:t>
            </a:r>
          </a:p>
          <a:p>
            <a:pPr lvl="2"/>
            <a:r>
              <a:t>Body Level Three</a:t>
            </a:r>
          </a:p>
          <a:p>
            <a:pPr lvl="3"/>
            <a:r>
              <a:t>Body Level Four</a:t>
            </a:r>
          </a:p>
          <a:p>
            <a:pPr lvl="4"/>
            <a:r>
              <a:t>Body Level Five</a:t>
            </a:r>
          </a:p>
        </p:txBody>
      </p:sp>
      <p:sp>
        <p:nvSpPr>
          <p:cNvPr id="54" name="Title Text"/>
          <p:cNvSpPr txBox="1">
            <a:spLocks noGrp="1"/>
          </p:cNvSpPr>
          <p:nvPr>
            <p:ph type="title"/>
          </p:nvPr>
        </p:nvSpPr>
        <p:spPr>
          <a:xfrm>
            <a:off x="311698" y="445025"/>
            <a:ext cx="8520604" cy="572703"/>
          </a:xfrm>
          <a:prstGeom prst="rect">
            <a:avLst/>
          </a:prstGeom>
        </p:spPr>
        <p:txBody>
          <a:bodyPr/>
          <a:lstStyle/>
          <a:p>
            <a:r>
              <a:t>Title Text</a:t>
            </a:r>
          </a:p>
        </p:txBody>
      </p:sp>
      <p:sp>
        <p:nvSpPr>
          <p:cNvPr id="55" name="Google Shape;29;p57"/>
          <p:cNvSpPr txBox="1">
            <a:spLocks noGrp="1"/>
          </p:cNvSpPr>
          <p:nvPr>
            <p:ph type="body" sz="half" idx="21"/>
          </p:nvPr>
        </p:nvSpPr>
        <p:spPr>
          <a:xfrm>
            <a:off x="311698" y="1152475"/>
            <a:ext cx="3999904" cy="3416400"/>
          </a:xfrm>
          <a:prstGeom prst="rect">
            <a:avLst/>
          </a:prstGeom>
        </p:spPr>
        <p:txBody>
          <a:bodyPr/>
          <a:lstStyle/>
          <a:p>
            <a:endParaRPr/>
          </a:p>
        </p:txBody>
      </p:sp>
      <p:sp>
        <p:nvSpPr>
          <p:cNvPr id="56" name="Slide Number"/>
          <p:cNvSpPr txBox="1">
            <a:spLocks noGrp="1"/>
          </p:cNvSpPr>
          <p:nvPr>
            <p:ph type="sldNum" sz="quarter" idx="2"/>
          </p:nvPr>
        </p:nvSpPr>
        <p:spPr>
          <a:xfrm>
            <a:off x="8684396" y="3430844"/>
            <a:ext cx="336764" cy="318346"/>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ITLE_ONLY">
    <p:spTree>
      <p:nvGrpSpPr>
        <p:cNvPr id="1" name=""/>
        <p:cNvGrpSpPr/>
        <p:nvPr/>
      </p:nvGrpSpPr>
      <p:grpSpPr>
        <a:xfrm>
          <a:off x="0" y="0"/>
          <a:ext cx="0" cy="0"/>
          <a:chOff x="0" y="0"/>
          <a:chExt cx="0" cy="0"/>
        </a:xfrm>
      </p:grpSpPr>
      <p:sp>
        <p:nvSpPr>
          <p:cNvPr id="63" name="Title Text"/>
          <p:cNvSpPr txBox="1">
            <a:spLocks noGrp="1"/>
          </p:cNvSpPr>
          <p:nvPr>
            <p:ph type="title"/>
          </p:nvPr>
        </p:nvSpPr>
        <p:spPr>
          <a:xfrm>
            <a:off x="311698" y="445025"/>
            <a:ext cx="8520604" cy="572703"/>
          </a:xfrm>
          <a:prstGeom prst="rect">
            <a:avLst/>
          </a:prstGeom>
        </p:spPr>
        <p:txBody>
          <a:bodyPr/>
          <a:lstStyle/>
          <a:p>
            <a:r>
              <a:t>Title Text</a:t>
            </a:r>
          </a:p>
        </p:txBody>
      </p:sp>
      <p:sp>
        <p:nvSpPr>
          <p:cNvPr id="64" name="Slide Number"/>
          <p:cNvSpPr txBox="1">
            <a:spLocks noGrp="1"/>
          </p:cNvSpPr>
          <p:nvPr>
            <p:ph type="sldNum" sz="quarter" idx="2"/>
          </p:nvPr>
        </p:nvSpPr>
        <p:spPr>
          <a:xfrm>
            <a:off x="8684396" y="3430844"/>
            <a:ext cx="336764" cy="318346"/>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ONE_COLUMN_TEXT">
    <p:spTree>
      <p:nvGrpSpPr>
        <p:cNvPr id="1" name=""/>
        <p:cNvGrpSpPr/>
        <p:nvPr/>
      </p:nvGrpSpPr>
      <p:grpSpPr>
        <a:xfrm>
          <a:off x="0" y="0"/>
          <a:ext cx="0" cy="0"/>
          <a:chOff x="0" y="0"/>
          <a:chExt cx="0" cy="0"/>
        </a:xfrm>
      </p:grpSpPr>
      <p:sp>
        <p:nvSpPr>
          <p:cNvPr id="71" name="Title Text"/>
          <p:cNvSpPr txBox="1">
            <a:spLocks noGrp="1"/>
          </p:cNvSpPr>
          <p:nvPr>
            <p:ph type="title"/>
          </p:nvPr>
        </p:nvSpPr>
        <p:spPr>
          <a:xfrm>
            <a:off x="311698" y="555600"/>
            <a:ext cx="2808004" cy="755700"/>
          </a:xfrm>
          <a:prstGeom prst="rect">
            <a:avLst/>
          </a:prstGeom>
        </p:spPr>
        <p:txBody>
          <a:bodyPr anchor="b"/>
          <a:lstStyle>
            <a:lvl1pPr>
              <a:defRPr sz="2400"/>
            </a:lvl1pPr>
          </a:lstStyle>
          <a:p>
            <a:r>
              <a:t>Title Text</a:t>
            </a:r>
          </a:p>
        </p:txBody>
      </p:sp>
      <p:sp>
        <p:nvSpPr>
          <p:cNvPr id="72" name="Body Level One…"/>
          <p:cNvSpPr txBox="1">
            <a:spLocks noGrp="1"/>
          </p:cNvSpPr>
          <p:nvPr>
            <p:ph type="body" sz="quarter" idx="1"/>
          </p:nvPr>
        </p:nvSpPr>
        <p:spPr>
          <a:xfrm>
            <a:off x="311698" y="1389598"/>
            <a:ext cx="2808004" cy="3179405"/>
          </a:xfrm>
          <a:prstGeom prst="rect">
            <a:avLst/>
          </a:prstGeom>
        </p:spPr>
        <p:txBody>
          <a:bodyPr/>
          <a:lstStyle>
            <a:lvl1pPr indent="-304800">
              <a:buSzPts val="1200"/>
              <a:defRPr sz="1200"/>
            </a:lvl1pPr>
            <a:lvl2pPr indent="-304800">
              <a:buSzPts val="1200"/>
              <a:defRPr sz="1200"/>
            </a:lvl2pPr>
            <a:lvl3pPr indent="-304800">
              <a:buSzPts val="1200"/>
              <a:defRPr sz="1200"/>
            </a:lvl3pPr>
            <a:lvl4pPr indent="-304800">
              <a:buSzPts val="1200"/>
              <a:defRPr sz="1200"/>
            </a:lvl4pPr>
            <a:lvl5pPr indent="-304800">
              <a:buSzPts val="1200"/>
              <a:defRPr sz="1200"/>
            </a:lvl5pPr>
          </a:lstStyle>
          <a:p>
            <a:r>
              <a:t>Body Level One</a:t>
            </a:r>
          </a:p>
          <a:p>
            <a:pPr lvl="1"/>
            <a:r>
              <a:t>Body Level Two</a:t>
            </a:r>
          </a:p>
          <a:p>
            <a:pPr lvl="2"/>
            <a:r>
              <a:t>Body Level Three</a:t>
            </a:r>
          </a:p>
          <a:p>
            <a:pPr lvl="3"/>
            <a:r>
              <a:t>Body Level Four</a:t>
            </a:r>
          </a:p>
          <a:p>
            <a:pPr lvl="4"/>
            <a:r>
              <a:t>Body Level Five</a:t>
            </a:r>
          </a:p>
        </p:txBody>
      </p:sp>
      <p:sp>
        <p:nvSpPr>
          <p:cNvPr id="73" name="Slide Number"/>
          <p:cNvSpPr txBox="1">
            <a:spLocks noGrp="1"/>
          </p:cNvSpPr>
          <p:nvPr>
            <p:ph type="sldNum" sz="quarter" idx="2"/>
          </p:nvPr>
        </p:nvSpPr>
        <p:spPr>
          <a:xfrm>
            <a:off x="8684396" y="3430844"/>
            <a:ext cx="336764" cy="318346"/>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MAIN_POINT">
    <p:spTree>
      <p:nvGrpSpPr>
        <p:cNvPr id="1" name=""/>
        <p:cNvGrpSpPr/>
        <p:nvPr/>
      </p:nvGrpSpPr>
      <p:grpSpPr>
        <a:xfrm>
          <a:off x="0" y="0"/>
          <a:ext cx="0" cy="0"/>
          <a:chOff x="0" y="0"/>
          <a:chExt cx="0" cy="0"/>
        </a:xfrm>
      </p:grpSpPr>
      <p:sp>
        <p:nvSpPr>
          <p:cNvPr id="80" name="Title Text"/>
          <p:cNvSpPr txBox="1">
            <a:spLocks noGrp="1"/>
          </p:cNvSpPr>
          <p:nvPr>
            <p:ph type="title"/>
          </p:nvPr>
        </p:nvSpPr>
        <p:spPr>
          <a:xfrm>
            <a:off x="490250" y="450148"/>
            <a:ext cx="6367801" cy="4090805"/>
          </a:xfrm>
          <a:prstGeom prst="rect">
            <a:avLst/>
          </a:prstGeom>
        </p:spPr>
        <p:txBody>
          <a:bodyPr anchor="ctr"/>
          <a:lstStyle>
            <a:lvl1pPr>
              <a:defRPr sz="4800"/>
            </a:lvl1pPr>
          </a:lstStyle>
          <a:p>
            <a:r>
              <a:t>Title Text</a:t>
            </a:r>
          </a:p>
        </p:txBody>
      </p:sp>
      <p:sp>
        <p:nvSpPr>
          <p:cNvPr id="81" name="Slide Number"/>
          <p:cNvSpPr txBox="1">
            <a:spLocks noGrp="1"/>
          </p:cNvSpPr>
          <p:nvPr>
            <p:ph type="sldNum" sz="quarter" idx="2"/>
          </p:nvPr>
        </p:nvSpPr>
        <p:spPr>
          <a:xfrm>
            <a:off x="8684396" y="3430844"/>
            <a:ext cx="336764" cy="318346"/>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SECTION_TITLE_AND_DESCRIPTION">
    <p:spTree>
      <p:nvGrpSpPr>
        <p:cNvPr id="1" name=""/>
        <p:cNvGrpSpPr/>
        <p:nvPr/>
      </p:nvGrpSpPr>
      <p:grpSpPr>
        <a:xfrm>
          <a:off x="0" y="0"/>
          <a:ext cx="0" cy="0"/>
          <a:chOff x="0" y="0"/>
          <a:chExt cx="0" cy="0"/>
        </a:xfrm>
      </p:grpSpPr>
      <p:sp>
        <p:nvSpPr>
          <p:cNvPr id="88" name="Google Shape;42;p61"/>
          <p:cNvSpPr/>
          <p:nvPr/>
        </p:nvSpPr>
        <p:spPr>
          <a:xfrm>
            <a:off x="4572000" y="-128"/>
            <a:ext cx="4572000" cy="5143507"/>
          </a:xfrm>
          <a:prstGeom prst="rect">
            <a:avLst/>
          </a:prstGeom>
          <a:solidFill>
            <a:srgbClr val="EEEEEE"/>
          </a:solidFill>
          <a:ln w="12700">
            <a:miter lim="400000"/>
          </a:ln>
        </p:spPr>
        <p:txBody>
          <a:bodyPr lIns="0" tIns="0" rIns="0" bIns="0" anchor="ctr"/>
          <a:lstStyle/>
          <a:p>
            <a:endParaRPr/>
          </a:p>
        </p:txBody>
      </p:sp>
      <p:sp>
        <p:nvSpPr>
          <p:cNvPr id="89" name="Body Level One…"/>
          <p:cNvSpPr txBox="1">
            <a:spLocks noGrp="1"/>
          </p:cNvSpPr>
          <p:nvPr>
            <p:ph type="body" sz="half" idx="1"/>
          </p:nvPr>
        </p:nvSpPr>
        <p:spPr>
          <a:xfrm>
            <a:off x="4939500" y="724074"/>
            <a:ext cx="3837000" cy="3695102"/>
          </a:xfrm>
          <a:prstGeom prst="rect">
            <a:avLst/>
          </a:prstGeom>
        </p:spPr>
        <p:txBody>
          <a:bodyPr anchor="ctr"/>
          <a:lstStyle/>
          <a:p>
            <a:r>
              <a:t>Body Level One</a:t>
            </a:r>
          </a:p>
          <a:p>
            <a:pPr lvl="1"/>
            <a:r>
              <a:t>Body Level Two</a:t>
            </a:r>
          </a:p>
          <a:p>
            <a:pPr lvl="2"/>
            <a:r>
              <a:t>Body Level Three</a:t>
            </a:r>
          </a:p>
          <a:p>
            <a:pPr lvl="3"/>
            <a:r>
              <a:t>Body Level Four</a:t>
            </a:r>
          </a:p>
          <a:p>
            <a:pPr lvl="4"/>
            <a:r>
              <a:t>Body Level Five</a:t>
            </a:r>
          </a:p>
        </p:txBody>
      </p:sp>
      <p:sp>
        <p:nvSpPr>
          <p:cNvPr id="90" name="Title Text"/>
          <p:cNvSpPr txBox="1">
            <a:spLocks noGrp="1"/>
          </p:cNvSpPr>
          <p:nvPr>
            <p:ph type="title"/>
          </p:nvPr>
        </p:nvSpPr>
        <p:spPr>
          <a:xfrm>
            <a:off x="265500" y="1233175"/>
            <a:ext cx="4045200" cy="1482302"/>
          </a:xfrm>
          <a:prstGeom prst="rect">
            <a:avLst/>
          </a:prstGeom>
        </p:spPr>
        <p:txBody>
          <a:bodyPr anchor="b"/>
          <a:lstStyle>
            <a:lvl1pPr algn="ctr">
              <a:defRPr sz="4200"/>
            </a:lvl1pPr>
          </a:lstStyle>
          <a:p>
            <a:r>
              <a:t>Title Text</a:t>
            </a:r>
          </a:p>
        </p:txBody>
      </p:sp>
      <p:sp>
        <p:nvSpPr>
          <p:cNvPr id="91" name="Google Shape;45;p61"/>
          <p:cNvSpPr txBox="1">
            <a:spLocks noGrp="1"/>
          </p:cNvSpPr>
          <p:nvPr>
            <p:ph type="body" sz="quarter" idx="21"/>
          </p:nvPr>
        </p:nvSpPr>
        <p:spPr>
          <a:xfrm>
            <a:off x="265500" y="2803074"/>
            <a:ext cx="4045200" cy="1235104"/>
          </a:xfrm>
          <a:prstGeom prst="rect">
            <a:avLst/>
          </a:prstGeom>
        </p:spPr>
        <p:txBody>
          <a:bodyPr/>
          <a:lstStyle/>
          <a:p>
            <a:endParaRPr/>
          </a:p>
        </p:txBody>
      </p:sp>
      <p:sp>
        <p:nvSpPr>
          <p:cNvPr id="92" name="Slide Number"/>
          <p:cNvSpPr txBox="1">
            <a:spLocks noGrp="1"/>
          </p:cNvSpPr>
          <p:nvPr>
            <p:ph type="sldNum" sz="quarter" idx="2"/>
          </p:nvPr>
        </p:nvSpPr>
        <p:spPr>
          <a:xfrm>
            <a:off x="8684396" y="3430844"/>
            <a:ext cx="336764" cy="318346"/>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CAPTION_ONLY">
    <p:spTree>
      <p:nvGrpSpPr>
        <p:cNvPr id="1" name=""/>
        <p:cNvGrpSpPr/>
        <p:nvPr/>
      </p:nvGrpSpPr>
      <p:grpSpPr>
        <a:xfrm>
          <a:off x="0" y="0"/>
          <a:ext cx="0" cy="0"/>
          <a:chOff x="0" y="0"/>
          <a:chExt cx="0" cy="0"/>
        </a:xfrm>
      </p:grpSpPr>
      <p:sp>
        <p:nvSpPr>
          <p:cNvPr id="99" name="Body Level One…"/>
          <p:cNvSpPr txBox="1">
            <a:spLocks noGrp="1"/>
          </p:cNvSpPr>
          <p:nvPr>
            <p:ph type="body" sz="quarter" idx="1"/>
          </p:nvPr>
        </p:nvSpPr>
        <p:spPr>
          <a:xfrm>
            <a:off x="311698" y="4230575"/>
            <a:ext cx="5998804" cy="605105"/>
          </a:xfrm>
          <a:prstGeom prst="rect">
            <a:avLst/>
          </a:prstGeom>
        </p:spPr>
        <p:txBody>
          <a:bodyPr anchor="ctr"/>
          <a:lstStyle>
            <a:lvl1pPr marL="228600" indent="0">
              <a:lnSpc>
                <a:spcPct val="100000"/>
              </a:lnSpc>
              <a:buClrTx/>
              <a:buSzTx/>
              <a:buFontTx/>
              <a:buNone/>
            </a:lvl1pPr>
            <a:lvl2pPr>
              <a:lnSpc>
                <a:spcPct val="100000"/>
              </a:lnSpc>
              <a:buClrTx/>
              <a:buFontTx/>
            </a:lvl2pPr>
            <a:lvl3pPr>
              <a:lnSpc>
                <a:spcPct val="100000"/>
              </a:lnSpc>
              <a:buClrTx/>
              <a:buFontTx/>
            </a:lvl3pPr>
            <a:lvl4pPr>
              <a:lnSpc>
                <a:spcPct val="100000"/>
              </a:lnSpc>
              <a:buClrTx/>
              <a:buFontTx/>
            </a:lvl4pPr>
            <a:lvl5pPr>
              <a:lnSpc>
                <a:spcPct val="100000"/>
              </a:lnSpc>
              <a:buClrTx/>
              <a:buFontTx/>
            </a:lvl5pPr>
          </a:lstStyle>
          <a:p>
            <a:r>
              <a:t>Body Level One</a:t>
            </a:r>
          </a:p>
          <a:p>
            <a:pPr lvl="1"/>
            <a:r>
              <a:t>Body Level Two</a:t>
            </a:r>
          </a:p>
          <a:p>
            <a:pPr lvl="2"/>
            <a:r>
              <a:t>Body Level Three</a:t>
            </a:r>
          </a:p>
          <a:p>
            <a:pPr lvl="3"/>
            <a:r>
              <a:t>Body Level Four</a:t>
            </a:r>
          </a:p>
          <a:p>
            <a:pPr lvl="4"/>
            <a:r>
              <a:t>Body Level Five</a:t>
            </a:r>
          </a:p>
        </p:txBody>
      </p:sp>
      <p:sp>
        <p:nvSpPr>
          <p:cNvPr id="100" name="Slide Number"/>
          <p:cNvSpPr txBox="1">
            <a:spLocks noGrp="1"/>
          </p:cNvSpPr>
          <p:nvPr>
            <p:ph type="sldNum" sz="quarter" idx="2"/>
          </p:nvPr>
        </p:nvSpPr>
        <p:spPr>
          <a:xfrm>
            <a:off x="8684396" y="3430844"/>
            <a:ext cx="336764" cy="318346"/>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BIG_NUMBER">
    <p:spTree>
      <p:nvGrpSpPr>
        <p:cNvPr id="1" name=""/>
        <p:cNvGrpSpPr/>
        <p:nvPr/>
      </p:nvGrpSpPr>
      <p:grpSpPr>
        <a:xfrm>
          <a:off x="0" y="0"/>
          <a:ext cx="0" cy="0"/>
          <a:chOff x="0" y="0"/>
          <a:chExt cx="0" cy="0"/>
        </a:xfrm>
      </p:grpSpPr>
      <p:sp>
        <p:nvSpPr>
          <p:cNvPr id="107" name="Title Text"/>
          <p:cNvSpPr txBox="1">
            <a:spLocks noGrp="1"/>
          </p:cNvSpPr>
          <p:nvPr>
            <p:ph type="title"/>
          </p:nvPr>
        </p:nvSpPr>
        <p:spPr>
          <a:xfrm>
            <a:off x="311698" y="1106125"/>
            <a:ext cx="8520604" cy="1963500"/>
          </a:xfrm>
          <a:prstGeom prst="rect">
            <a:avLst/>
          </a:prstGeom>
        </p:spPr>
        <p:txBody>
          <a:bodyPr anchor="b"/>
          <a:lstStyle>
            <a:lvl1pPr algn="ctr">
              <a:defRPr sz="12000"/>
            </a:lvl1pPr>
          </a:lstStyle>
          <a:p>
            <a:r>
              <a:t>Title Text</a:t>
            </a:r>
          </a:p>
        </p:txBody>
      </p:sp>
      <p:sp>
        <p:nvSpPr>
          <p:cNvPr id="108" name="Body Level One…"/>
          <p:cNvSpPr txBox="1">
            <a:spLocks noGrp="1"/>
          </p:cNvSpPr>
          <p:nvPr>
            <p:ph type="body" sz="half" idx="1"/>
          </p:nvPr>
        </p:nvSpPr>
        <p:spPr>
          <a:xfrm>
            <a:off x="311698" y="3152225"/>
            <a:ext cx="8520604" cy="1300800"/>
          </a:xfrm>
          <a:prstGeom prst="rect">
            <a:avLst/>
          </a:prstGeom>
        </p:spPr>
        <p:txBody>
          <a:bodyPr/>
          <a:lstStyle>
            <a:lvl1pPr algn="ctr"/>
            <a:lvl2pPr algn="ctr"/>
            <a:lvl3pPr algn="ctr"/>
            <a:lvl4pPr algn="ctr"/>
            <a:lvl5pPr algn="ctr"/>
          </a:lstStyle>
          <a:p>
            <a:r>
              <a:t>Body Level One</a:t>
            </a:r>
          </a:p>
          <a:p>
            <a:pPr lvl="1"/>
            <a:r>
              <a:t>Body Level Two</a:t>
            </a:r>
          </a:p>
          <a:p>
            <a:pPr lvl="2"/>
            <a:r>
              <a:t>Body Level Three</a:t>
            </a:r>
          </a:p>
          <a:p>
            <a:pPr lvl="3"/>
            <a:r>
              <a:t>Body Level Four</a:t>
            </a:r>
          </a:p>
          <a:p>
            <a:pPr lvl="4"/>
            <a:r>
              <a:t>Body Level Five</a:t>
            </a:r>
          </a:p>
        </p:txBody>
      </p:sp>
      <p:sp>
        <p:nvSpPr>
          <p:cNvPr id="109" name="Slide Number"/>
          <p:cNvSpPr txBox="1">
            <a:spLocks noGrp="1"/>
          </p:cNvSpPr>
          <p:nvPr>
            <p:ph type="sldNum" sz="quarter" idx="2"/>
          </p:nvPr>
        </p:nvSpPr>
        <p:spPr>
          <a:xfrm>
            <a:off x="8684396" y="3430844"/>
            <a:ext cx="336764" cy="318346"/>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116" name="Slide Number"/>
          <p:cNvSpPr txBox="1">
            <a:spLocks noGrp="1"/>
          </p:cNvSpPr>
          <p:nvPr>
            <p:ph type="sldNum" sz="quarter" idx="2"/>
          </p:nvPr>
        </p:nvSpPr>
        <p:spPr>
          <a:xfrm>
            <a:off x="8684396" y="3430844"/>
            <a:ext cx="336764" cy="318346"/>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Placeholder 02">
    <p:spTree>
      <p:nvGrpSpPr>
        <p:cNvPr id="1" name=""/>
        <p:cNvGrpSpPr/>
        <p:nvPr/>
      </p:nvGrpSpPr>
      <p:grpSpPr>
        <a:xfrm>
          <a:off x="0" y="0"/>
          <a:ext cx="0" cy="0"/>
          <a:chOff x="0" y="0"/>
          <a:chExt cx="0" cy="0"/>
        </a:xfrm>
      </p:grpSpPr>
      <p:sp>
        <p:nvSpPr>
          <p:cNvPr id="123" name="Google Shape;57;p65"/>
          <p:cNvSpPr>
            <a:spLocks noGrp="1"/>
          </p:cNvSpPr>
          <p:nvPr>
            <p:ph type="pic" sz="quarter" idx="21"/>
          </p:nvPr>
        </p:nvSpPr>
        <p:spPr>
          <a:xfrm>
            <a:off x="386953" y="1014690"/>
            <a:ext cx="2413400" cy="3852585"/>
          </a:xfrm>
          <a:prstGeom prst="rect">
            <a:avLst/>
          </a:prstGeom>
        </p:spPr>
        <p:txBody>
          <a:bodyPr lIns="91439" tIns="45719" rIns="91439" bIns="45719">
            <a:noAutofit/>
          </a:bodyPr>
          <a:lstStyle/>
          <a:p>
            <a:endParaRPr/>
          </a:p>
        </p:txBody>
      </p:sp>
      <p:sp>
        <p:nvSpPr>
          <p:cNvPr id="124" name="Slide Number"/>
          <p:cNvSpPr txBox="1">
            <a:spLocks noGrp="1"/>
          </p:cNvSpPr>
          <p:nvPr>
            <p:ph type="sldNum" sz="quarter" idx="2"/>
          </p:nvPr>
        </p:nvSpPr>
        <p:spPr>
          <a:xfrm>
            <a:off x="6216440" y="3338089"/>
            <a:ext cx="336764" cy="318347"/>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Placeholder 03">
    <p:spTree>
      <p:nvGrpSpPr>
        <p:cNvPr id="1" name=""/>
        <p:cNvGrpSpPr/>
        <p:nvPr/>
      </p:nvGrpSpPr>
      <p:grpSpPr>
        <a:xfrm>
          <a:off x="0" y="0"/>
          <a:ext cx="0" cy="0"/>
          <a:chOff x="0" y="0"/>
          <a:chExt cx="0" cy="0"/>
        </a:xfrm>
      </p:grpSpPr>
      <p:sp>
        <p:nvSpPr>
          <p:cNvPr id="131" name="Google Shape;60;p66"/>
          <p:cNvSpPr>
            <a:spLocks noGrp="1"/>
          </p:cNvSpPr>
          <p:nvPr>
            <p:ph type="pic" sz="half" idx="21"/>
          </p:nvPr>
        </p:nvSpPr>
        <p:spPr>
          <a:xfrm>
            <a:off x="386952" y="832766"/>
            <a:ext cx="8478440" cy="2085384"/>
          </a:xfrm>
          <a:prstGeom prst="rect">
            <a:avLst/>
          </a:prstGeom>
        </p:spPr>
        <p:txBody>
          <a:bodyPr lIns="91439" tIns="45719" rIns="91439" bIns="45719">
            <a:noAutofit/>
          </a:bodyPr>
          <a:lstStyle/>
          <a:p>
            <a:endParaRPr/>
          </a:p>
        </p:txBody>
      </p:sp>
      <p:sp>
        <p:nvSpPr>
          <p:cNvPr id="132" name="Slide Number"/>
          <p:cNvSpPr txBox="1">
            <a:spLocks noGrp="1"/>
          </p:cNvSpPr>
          <p:nvPr>
            <p:ph type="sldNum" sz="quarter" idx="2"/>
          </p:nvPr>
        </p:nvSpPr>
        <p:spPr>
          <a:xfrm>
            <a:off x="6216440" y="3338089"/>
            <a:ext cx="336764" cy="318347"/>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Placeholder 04">
    <p:spTree>
      <p:nvGrpSpPr>
        <p:cNvPr id="1" name=""/>
        <p:cNvGrpSpPr/>
        <p:nvPr/>
      </p:nvGrpSpPr>
      <p:grpSpPr>
        <a:xfrm>
          <a:off x="0" y="0"/>
          <a:ext cx="0" cy="0"/>
          <a:chOff x="0" y="0"/>
          <a:chExt cx="0" cy="0"/>
        </a:xfrm>
      </p:grpSpPr>
      <p:sp>
        <p:nvSpPr>
          <p:cNvPr id="139" name="Google Shape;63;p67"/>
          <p:cNvSpPr>
            <a:spLocks noGrp="1"/>
          </p:cNvSpPr>
          <p:nvPr>
            <p:ph type="pic" sz="quarter" idx="21"/>
          </p:nvPr>
        </p:nvSpPr>
        <p:spPr>
          <a:xfrm>
            <a:off x="386953" y="1014690"/>
            <a:ext cx="2064544" cy="3852585"/>
          </a:xfrm>
          <a:prstGeom prst="rect">
            <a:avLst/>
          </a:prstGeom>
        </p:spPr>
        <p:txBody>
          <a:bodyPr lIns="91439" tIns="45719" rIns="91439" bIns="45719">
            <a:noAutofit/>
          </a:bodyPr>
          <a:lstStyle/>
          <a:p>
            <a:endParaRPr/>
          </a:p>
        </p:txBody>
      </p:sp>
      <p:sp>
        <p:nvSpPr>
          <p:cNvPr id="140" name="Google Shape;64;p67"/>
          <p:cNvSpPr>
            <a:spLocks noGrp="1"/>
          </p:cNvSpPr>
          <p:nvPr>
            <p:ph type="pic" sz="quarter" idx="22"/>
          </p:nvPr>
        </p:nvSpPr>
        <p:spPr>
          <a:xfrm>
            <a:off x="2628631" y="634365"/>
            <a:ext cx="2064548" cy="3852584"/>
          </a:xfrm>
          <a:prstGeom prst="rect">
            <a:avLst/>
          </a:prstGeom>
        </p:spPr>
        <p:txBody>
          <a:bodyPr lIns="91439" tIns="45719" rIns="91439" bIns="45719">
            <a:noAutofit/>
          </a:bodyPr>
          <a:lstStyle/>
          <a:p>
            <a:endParaRPr/>
          </a:p>
        </p:txBody>
      </p:sp>
      <p:sp>
        <p:nvSpPr>
          <p:cNvPr id="141" name="Slide Number"/>
          <p:cNvSpPr txBox="1">
            <a:spLocks noGrp="1"/>
          </p:cNvSpPr>
          <p:nvPr>
            <p:ph type="sldNum" sz="quarter" idx="2"/>
          </p:nvPr>
        </p:nvSpPr>
        <p:spPr>
          <a:xfrm>
            <a:off x="6216440" y="3338089"/>
            <a:ext cx="336764" cy="318347"/>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Placeholder 05">
    <p:spTree>
      <p:nvGrpSpPr>
        <p:cNvPr id="1" name=""/>
        <p:cNvGrpSpPr/>
        <p:nvPr/>
      </p:nvGrpSpPr>
      <p:grpSpPr>
        <a:xfrm>
          <a:off x="0" y="0"/>
          <a:ext cx="0" cy="0"/>
          <a:chOff x="0" y="0"/>
          <a:chExt cx="0" cy="0"/>
        </a:xfrm>
      </p:grpSpPr>
      <p:sp>
        <p:nvSpPr>
          <p:cNvPr id="148" name="Google Shape;67;p68"/>
          <p:cNvSpPr>
            <a:spLocks noGrp="1"/>
          </p:cNvSpPr>
          <p:nvPr>
            <p:ph type="pic" idx="21"/>
          </p:nvPr>
        </p:nvSpPr>
        <p:spPr>
          <a:xfrm>
            <a:off x="4984817" y="634363"/>
            <a:ext cx="3780283" cy="5147313"/>
          </a:xfrm>
          <a:prstGeom prst="rect">
            <a:avLst/>
          </a:prstGeom>
        </p:spPr>
        <p:txBody>
          <a:bodyPr lIns="91439" tIns="45719" rIns="91439" bIns="45719">
            <a:noAutofit/>
          </a:bodyPr>
          <a:lstStyle/>
          <a:p>
            <a:endParaRPr/>
          </a:p>
        </p:txBody>
      </p:sp>
      <p:sp>
        <p:nvSpPr>
          <p:cNvPr id="149" name="Slide Number"/>
          <p:cNvSpPr txBox="1">
            <a:spLocks noGrp="1"/>
          </p:cNvSpPr>
          <p:nvPr>
            <p:ph type="sldNum" sz="quarter" idx="2"/>
          </p:nvPr>
        </p:nvSpPr>
        <p:spPr>
          <a:xfrm>
            <a:off x="6216440" y="3338089"/>
            <a:ext cx="336764" cy="318347"/>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Placeholder 06">
    <p:spTree>
      <p:nvGrpSpPr>
        <p:cNvPr id="1" name=""/>
        <p:cNvGrpSpPr/>
        <p:nvPr/>
      </p:nvGrpSpPr>
      <p:grpSpPr>
        <a:xfrm>
          <a:off x="0" y="0"/>
          <a:ext cx="0" cy="0"/>
          <a:chOff x="0" y="0"/>
          <a:chExt cx="0" cy="0"/>
        </a:xfrm>
      </p:grpSpPr>
      <p:sp>
        <p:nvSpPr>
          <p:cNvPr id="156" name="Google Shape;70;p69"/>
          <p:cNvSpPr>
            <a:spLocks noGrp="1"/>
          </p:cNvSpPr>
          <p:nvPr>
            <p:ph type="pic" sz="quarter" idx="21"/>
          </p:nvPr>
        </p:nvSpPr>
        <p:spPr>
          <a:xfrm>
            <a:off x="386953" y="2571750"/>
            <a:ext cx="3770709" cy="2158090"/>
          </a:xfrm>
          <a:prstGeom prst="rect">
            <a:avLst/>
          </a:prstGeom>
        </p:spPr>
        <p:txBody>
          <a:bodyPr lIns="91439" tIns="45719" rIns="91439" bIns="45719">
            <a:noAutofit/>
          </a:bodyPr>
          <a:lstStyle/>
          <a:p>
            <a:endParaRPr/>
          </a:p>
        </p:txBody>
      </p:sp>
      <p:sp>
        <p:nvSpPr>
          <p:cNvPr id="157" name="Slide Number"/>
          <p:cNvSpPr txBox="1">
            <a:spLocks noGrp="1"/>
          </p:cNvSpPr>
          <p:nvPr>
            <p:ph type="sldNum" sz="quarter" idx="2"/>
          </p:nvPr>
        </p:nvSpPr>
        <p:spPr>
          <a:xfrm>
            <a:off x="6216440" y="3338089"/>
            <a:ext cx="336764" cy="318347"/>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x">
  <p:cSld name="Placeholder 07">
    <p:spTree>
      <p:nvGrpSpPr>
        <p:cNvPr id="1" name=""/>
        <p:cNvGrpSpPr/>
        <p:nvPr/>
      </p:nvGrpSpPr>
      <p:grpSpPr>
        <a:xfrm>
          <a:off x="0" y="0"/>
          <a:ext cx="0" cy="0"/>
          <a:chOff x="0" y="0"/>
          <a:chExt cx="0" cy="0"/>
        </a:xfrm>
      </p:grpSpPr>
      <p:sp>
        <p:nvSpPr>
          <p:cNvPr id="164" name="Google Shape;73;p70"/>
          <p:cNvSpPr>
            <a:spLocks noGrp="1"/>
          </p:cNvSpPr>
          <p:nvPr>
            <p:ph type="pic" sz="half" idx="21"/>
          </p:nvPr>
        </p:nvSpPr>
        <p:spPr>
          <a:xfrm>
            <a:off x="386953" y="957262"/>
            <a:ext cx="3770709" cy="4729165"/>
          </a:xfrm>
          <a:prstGeom prst="rect">
            <a:avLst/>
          </a:prstGeom>
        </p:spPr>
        <p:txBody>
          <a:bodyPr lIns="91439" tIns="45719" rIns="91439" bIns="45719">
            <a:noAutofit/>
          </a:bodyPr>
          <a:lstStyle/>
          <a:p>
            <a:endParaRPr/>
          </a:p>
        </p:txBody>
      </p:sp>
      <p:sp>
        <p:nvSpPr>
          <p:cNvPr id="165" name="Slide Number"/>
          <p:cNvSpPr txBox="1">
            <a:spLocks noGrp="1"/>
          </p:cNvSpPr>
          <p:nvPr>
            <p:ph type="sldNum" sz="quarter" idx="2"/>
          </p:nvPr>
        </p:nvSpPr>
        <p:spPr>
          <a:xfrm>
            <a:off x="6216440" y="3338089"/>
            <a:ext cx="336764" cy="318347"/>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x">
  <p:cSld name="Placeholder 08">
    <p:spTree>
      <p:nvGrpSpPr>
        <p:cNvPr id="1" name=""/>
        <p:cNvGrpSpPr/>
        <p:nvPr/>
      </p:nvGrpSpPr>
      <p:grpSpPr>
        <a:xfrm>
          <a:off x="0" y="0"/>
          <a:ext cx="0" cy="0"/>
          <a:chOff x="0" y="0"/>
          <a:chExt cx="0" cy="0"/>
        </a:xfrm>
      </p:grpSpPr>
      <p:sp>
        <p:nvSpPr>
          <p:cNvPr id="172" name="Google Shape;76;p71"/>
          <p:cNvSpPr>
            <a:spLocks noGrp="1"/>
          </p:cNvSpPr>
          <p:nvPr>
            <p:ph type="pic" idx="21"/>
          </p:nvPr>
        </p:nvSpPr>
        <p:spPr>
          <a:xfrm>
            <a:off x="0" y="0"/>
            <a:ext cx="9144000" cy="5143500"/>
          </a:xfrm>
          <a:prstGeom prst="rect">
            <a:avLst/>
          </a:prstGeom>
        </p:spPr>
        <p:txBody>
          <a:bodyPr lIns="91439" tIns="45719" rIns="91439" bIns="45719">
            <a:noAutofit/>
          </a:bodyPr>
          <a:lstStyle/>
          <a:p>
            <a:endParaRPr/>
          </a:p>
        </p:txBody>
      </p:sp>
      <p:sp>
        <p:nvSpPr>
          <p:cNvPr id="173" name="Slide Number"/>
          <p:cNvSpPr txBox="1">
            <a:spLocks noGrp="1"/>
          </p:cNvSpPr>
          <p:nvPr>
            <p:ph type="sldNum" sz="quarter" idx="2"/>
          </p:nvPr>
        </p:nvSpPr>
        <p:spPr>
          <a:xfrm>
            <a:off x="6216440" y="3338089"/>
            <a:ext cx="336764" cy="318347"/>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x">
  <p:cSld name="Placeholder 09">
    <p:spTree>
      <p:nvGrpSpPr>
        <p:cNvPr id="1" name=""/>
        <p:cNvGrpSpPr/>
        <p:nvPr/>
      </p:nvGrpSpPr>
      <p:grpSpPr>
        <a:xfrm>
          <a:off x="0" y="0"/>
          <a:ext cx="0" cy="0"/>
          <a:chOff x="0" y="0"/>
          <a:chExt cx="0" cy="0"/>
        </a:xfrm>
      </p:grpSpPr>
      <p:sp>
        <p:nvSpPr>
          <p:cNvPr id="180" name="Google Shape;79;p72"/>
          <p:cNvSpPr>
            <a:spLocks noGrp="1"/>
          </p:cNvSpPr>
          <p:nvPr>
            <p:ph type="pic" sz="quarter" idx="21"/>
          </p:nvPr>
        </p:nvSpPr>
        <p:spPr>
          <a:xfrm>
            <a:off x="7542569" y="0"/>
            <a:ext cx="1601437" cy="5143500"/>
          </a:xfrm>
          <a:prstGeom prst="rect">
            <a:avLst/>
          </a:prstGeom>
        </p:spPr>
        <p:txBody>
          <a:bodyPr lIns="91439" tIns="45719" rIns="91439" bIns="45719">
            <a:noAutofit/>
          </a:bodyPr>
          <a:lstStyle/>
          <a:p>
            <a:endParaRPr/>
          </a:p>
        </p:txBody>
      </p:sp>
      <p:sp>
        <p:nvSpPr>
          <p:cNvPr id="181" name="Slide Number"/>
          <p:cNvSpPr txBox="1">
            <a:spLocks noGrp="1"/>
          </p:cNvSpPr>
          <p:nvPr>
            <p:ph type="sldNum" sz="quarter" idx="2"/>
          </p:nvPr>
        </p:nvSpPr>
        <p:spPr>
          <a:xfrm>
            <a:off x="6216440" y="3338089"/>
            <a:ext cx="336764" cy="318347"/>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x">
  <p:cSld name="Placeholder 10">
    <p:spTree>
      <p:nvGrpSpPr>
        <p:cNvPr id="1" name=""/>
        <p:cNvGrpSpPr/>
        <p:nvPr/>
      </p:nvGrpSpPr>
      <p:grpSpPr>
        <a:xfrm>
          <a:off x="0" y="0"/>
          <a:ext cx="0" cy="0"/>
          <a:chOff x="0" y="0"/>
          <a:chExt cx="0" cy="0"/>
        </a:xfrm>
      </p:grpSpPr>
      <p:sp>
        <p:nvSpPr>
          <p:cNvPr id="188" name="Google Shape;82;p73"/>
          <p:cNvSpPr>
            <a:spLocks noGrp="1"/>
          </p:cNvSpPr>
          <p:nvPr>
            <p:ph type="pic" idx="21"/>
          </p:nvPr>
        </p:nvSpPr>
        <p:spPr>
          <a:xfrm>
            <a:off x="0" y="0"/>
            <a:ext cx="9144000" cy="5143500"/>
          </a:xfrm>
          <a:prstGeom prst="rect">
            <a:avLst/>
          </a:prstGeom>
        </p:spPr>
        <p:txBody>
          <a:bodyPr lIns="91439" tIns="45719" rIns="91439" bIns="45719">
            <a:noAutofit/>
          </a:bodyPr>
          <a:lstStyle/>
          <a:p>
            <a:endParaRPr/>
          </a:p>
        </p:txBody>
      </p:sp>
      <p:sp>
        <p:nvSpPr>
          <p:cNvPr id="189" name="Slide Number"/>
          <p:cNvSpPr txBox="1">
            <a:spLocks noGrp="1"/>
          </p:cNvSpPr>
          <p:nvPr>
            <p:ph type="sldNum" sz="quarter" idx="2"/>
          </p:nvPr>
        </p:nvSpPr>
        <p:spPr>
          <a:xfrm>
            <a:off x="6216440" y="3338089"/>
            <a:ext cx="336764" cy="318347"/>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x">
  <p:cSld name="Placeholder 11">
    <p:spTree>
      <p:nvGrpSpPr>
        <p:cNvPr id="1" name=""/>
        <p:cNvGrpSpPr/>
        <p:nvPr/>
      </p:nvGrpSpPr>
      <p:grpSpPr>
        <a:xfrm>
          <a:off x="0" y="0"/>
          <a:ext cx="0" cy="0"/>
          <a:chOff x="0" y="0"/>
          <a:chExt cx="0" cy="0"/>
        </a:xfrm>
      </p:grpSpPr>
      <p:sp>
        <p:nvSpPr>
          <p:cNvPr id="196" name="Google Shape;85;p74"/>
          <p:cNvSpPr>
            <a:spLocks noGrp="1"/>
          </p:cNvSpPr>
          <p:nvPr>
            <p:ph type="pic" sz="half" idx="21"/>
          </p:nvPr>
        </p:nvSpPr>
        <p:spPr>
          <a:xfrm>
            <a:off x="5125453" y="469608"/>
            <a:ext cx="3739942" cy="4204283"/>
          </a:xfrm>
          <a:prstGeom prst="rect">
            <a:avLst/>
          </a:prstGeom>
        </p:spPr>
        <p:txBody>
          <a:bodyPr lIns="91439" tIns="45719" rIns="91439" bIns="45719">
            <a:noAutofit/>
          </a:bodyPr>
          <a:lstStyle/>
          <a:p>
            <a:endParaRPr/>
          </a:p>
        </p:txBody>
      </p:sp>
      <p:sp>
        <p:nvSpPr>
          <p:cNvPr id="197" name="Slide Number"/>
          <p:cNvSpPr txBox="1">
            <a:spLocks noGrp="1"/>
          </p:cNvSpPr>
          <p:nvPr>
            <p:ph type="sldNum" sz="quarter" idx="2"/>
          </p:nvPr>
        </p:nvSpPr>
        <p:spPr>
          <a:xfrm>
            <a:off x="6216440" y="3338089"/>
            <a:ext cx="336764" cy="318347"/>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x">
  <p:cSld name="Placeholder 12">
    <p:spTree>
      <p:nvGrpSpPr>
        <p:cNvPr id="1" name=""/>
        <p:cNvGrpSpPr/>
        <p:nvPr/>
      </p:nvGrpSpPr>
      <p:grpSpPr>
        <a:xfrm>
          <a:off x="0" y="0"/>
          <a:ext cx="0" cy="0"/>
          <a:chOff x="0" y="0"/>
          <a:chExt cx="0" cy="0"/>
        </a:xfrm>
      </p:grpSpPr>
      <p:sp>
        <p:nvSpPr>
          <p:cNvPr id="204" name="Google Shape;88;p75"/>
          <p:cNvSpPr>
            <a:spLocks noGrp="1"/>
          </p:cNvSpPr>
          <p:nvPr>
            <p:ph type="pic" sz="quarter" idx="21"/>
          </p:nvPr>
        </p:nvSpPr>
        <p:spPr>
          <a:xfrm>
            <a:off x="414858" y="2250281"/>
            <a:ext cx="1663451" cy="1885821"/>
          </a:xfrm>
          <a:prstGeom prst="rect">
            <a:avLst/>
          </a:prstGeom>
        </p:spPr>
        <p:txBody>
          <a:bodyPr lIns="91439" tIns="45719" rIns="91439" bIns="45719">
            <a:noAutofit/>
          </a:bodyPr>
          <a:lstStyle/>
          <a:p>
            <a:endParaRPr/>
          </a:p>
        </p:txBody>
      </p:sp>
      <p:sp>
        <p:nvSpPr>
          <p:cNvPr id="205" name="Google Shape;89;p75"/>
          <p:cNvSpPr>
            <a:spLocks noGrp="1"/>
          </p:cNvSpPr>
          <p:nvPr>
            <p:ph type="pic" sz="quarter" idx="22"/>
          </p:nvPr>
        </p:nvSpPr>
        <p:spPr>
          <a:xfrm>
            <a:off x="2665141" y="2250280"/>
            <a:ext cx="1663451" cy="1885822"/>
          </a:xfrm>
          <a:prstGeom prst="rect">
            <a:avLst/>
          </a:prstGeom>
        </p:spPr>
        <p:txBody>
          <a:bodyPr lIns="91439" tIns="45719" rIns="91439" bIns="45719">
            <a:noAutofit/>
          </a:bodyPr>
          <a:lstStyle/>
          <a:p>
            <a:endParaRPr/>
          </a:p>
        </p:txBody>
      </p:sp>
      <p:sp>
        <p:nvSpPr>
          <p:cNvPr id="206" name="Google Shape;90;p75"/>
          <p:cNvSpPr>
            <a:spLocks noGrp="1"/>
          </p:cNvSpPr>
          <p:nvPr>
            <p:ph type="pic" sz="quarter" idx="23"/>
          </p:nvPr>
        </p:nvSpPr>
        <p:spPr>
          <a:xfrm>
            <a:off x="4915420" y="2250276"/>
            <a:ext cx="1663453" cy="1885825"/>
          </a:xfrm>
          <a:prstGeom prst="rect">
            <a:avLst/>
          </a:prstGeom>
        </p:spPr>
        <p:txBody>
          <a:bodyPr lIns="91439" tIns="45719" rIns="91439" bIns="45719">
            <a:noAutofit/>
          </a:bodyPr>
          <a:lstStyle/>
          <a:p>
            <a:endParaRPr/>
          </a:p>
        </p:txBody>
      </p:sp>
      <p:sp>
        <p:nvSpPr>
          <p:cNvPr id="207" name="Google Shape;91;p75"/>
          <p:cNvSpPr>
            <a:spLocks noGrp="1"/>
          </p:cNvSpPr>
          <p:nvPr>
            <p:ph type="pic" sz="quarter" idx="24"/>
          </p:nvPr>
        </p:nvSpPr>
        <p:spPr>
          <a:xfrm>
            <a:off x="7065691" y="2250276"/>
            <a:ext cx="1663454" cy="1885822"/>
          </a:xfrm>
          <a:prstGeom prst="rect">
            <a:avLst/>
          </a:prstGeom>
        </p:spPr>
        <p:txBody>
          <a:bodyPr lIns="91439" tIns="45719" rIns="91439" bIns="45719">
            <a:noAutofit/>
          </a:bodyPr>
          <a:lstStyle/>
          <a:p>
            <a:endParaRPr/>
          </a:p>
        </p:txBody>
      </p:sp>
      <p:sp>
        <p:nvSpPr>
          <p:cNvPr id="208" name="Slide Number"/>
          <p:cNvSpPr txBox="1">
            <a:spLocks noGrp="1"/>
          </p:cNvSpPr>
          <p:nvPr>
            <p:ph type="sldNum" sz="quarter" idx="2"/>
          </p:nvPr>
        </p:nvSpPr>
        <p:spPr>
          <a:xfrm>
            <a:off x="6216440" y="3338089"/>
            <a:ext cx="336764" cy="318347"/>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x">
  <p:cSld name="Placeholder 13">
    <p:spTree>
      <p:nvGrpSpPr>
        <p:cNvPr id="1" name=""/>
        <p:cNvGrpSpPr/>
        <p:nvPr/>
      </p:nvGrpSpPr>
      <p:grpSpPr>
        <a:xfrm>
          <a:off x="0" y="0"/>
          <a:ext cx="0" cy="0"/>
          <a:chOff x="0" y="0"/>
          <a:chExt cx="0" cy="0"/>
        </a:xfrm>
      </p:grpSpPr>
      <p:sp>
        <p:nvSpPr>
          <p:cNvPr id="215" name="Google Shape;94;p76"/>
          <p:cNvSpPr>
            <a:spLocks noGrp="1"/>
          </p:cNvSpPr>
          <p:nvPr>
            <p:ph type="pic" sz="quarter" idx="21"/>
          </p:nvPr>
        </p:nvSpPr>
        <p:spPr>
          <a:xfrm>
            <a:off x="414858" y="985837"/>
            <a:ext cx="2349775" cy="3881440"/>
          </a:xfrm>
          <a:prstGeom prst="rect">
            <a:avLst/>
          </a:prstGeom>
        </p:spPr>
        <p:txBody>
          <a:bodyPr lIns="91439" tIns="45719" rIns="91439" bIns="45719">
            <a:noAutofit/>
          </a:bodyPr>
          <a:lstStyle/>
          <a:p>
            <a:endParaRPr/>
          </a:p>
        </p:txBody>
      </p:sp>
      <p:sp>
        <p:nvSpPr>
          <p:cNvPr id="216" name="Google Shape;95;p76"/>
          <p:cNvSpPr>
            <a:spLocks noGrp="1"/>
          </p:cNvSpPr>
          <p:nvPr>
            <p:ph type="pic" sz="quarter" idx="22"/>
          </p:nvPr>
        </p:nvSpPr>
        <p:spPr>
          <a:xfrm>
            <a:off x="2908029" y="985837"/>
            <a:ext cx="2349771" cy="3881440"/>
          </a:xfrm>
          <a:prstGeom prst="rect">
            <a:avLst/>
          </a:prstGeom>
        </p:spPr>
        <p:txBody>
          <a:bodyPr lIns="91439" tIns="45719" rIns="91439" bIns="45719">
            <a:noAutofit/>
          </a:bodyPr>
          <a:lstStyle/>
          <a:p>
            <a:endParaRPr/>
          </a:p>
        </p:txBody>
      </p:sp>
      <p:sp>
        <p:nvSpPr>
          <p:cNvPr id="217" name="Slide Number"/>
          <p:cNvSpPr txBox="1">
            <a:spLocks noGrp="1"/>
          </p:cNvSpPr>
          <p:nvPr>
            <p:ph type="sldNum" sz="quarter" idx="2"/>
          </p:nvPr>
        </p:nvSpPr>
        <p:spPr>
          <a:xfrm>
            <a:off x="6216440" y="3338089"/>
            <a:ext cx="336764" cy="318347"/>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x">
  <p:cSld name="Placeholder 14">
    <p:spTree>
      <p:nvGrpSpPr>
        <p:cNvPr id="1" name=""/>
        <p:cNvGrpSpPr/>
        <p:nvPr/>
      </p:nvGrpSpPr>
      <p:grpSpPr>
        <a:xfrm>
          <a:off x="0" y="0"/>
          <a:ext cx="0" cy="0"/>
          <a:chOff x="0" y="0"/>
          <a:chExt cx="0" cy="0"/>
        </a:xfrm>
      </p:grpSpPr>
      <p:sp>
        <p:nvSpPr>
          <p:cNvPr id="224" name="Google Shape;98;p77"/>
          <p:cNvSpPr>
            <a:spLocks noGrp="1"/>
          </p:cNvSpPr>
          <p:nvPr>
            <p:ph type="pic" sz="quarter" idx="21"/>
          </p:nvPr>
        </p:nvSpPr>
        <p:spPr>
          <a:xfrm>
            <a:off x="3716994" y="634363"/>
            <a:ext cx="2406927" cy="3874774"/>
          </a:xfrm>
          <a:prstGeom prst="rect">
            <a:avLst/>
          </a:prstGeom>
        </p:spPr>
        <p:txBody>
          <a:bodyPr lIns="91439" tIns="45719" rIns="91439" bIns="45719">
            <a:noAutofit/>
          </a:bodyPr>
          <a:lstStyle/>
          <a:p>
            <a:endParaRPr/>
          </a:p>
        </p:txBody>
      </p:sp>
      <p:sp>
        <p:nvSpPr>
          <p:cNvPr id="225" name="Google Shape;99;p77"/>
          <p:cNvSpPr>
            <a:spLocks noGrp="1"/>
          </p:cNvSpPr>
          <p:nvPr>
            <p:ph type="pic" sz="quarter" idx="22"/>
          </p:nvPr>
        </p:nvSpPr>
        <p:spPr>
          <a:xfrm>
            <a:off x="6537745" y="634363"/>
            <a:ext cx="2219305" cy="1937387"/>
          </a:xfrm>
          <a:prstGeom prst="rect">
            <a:avLst/>
          </a:prstGeom>
        </p:spPr>
        <p:txBody>
          <a:bodyPr lIns="91439" tIns="45719" rIns="91439" bIns="45719">
            <a:noAutofit/>
          </a:bodyPr>
          <a:lstStyle/>
          <a:p>
            <a:endParaRPr/>
          </a:p>
        </p:txBody>
      </p:sp>
      <p:sp>
        <p:nvSpPr>
          <p:cNvPr id="226" name="Slide Number"/>
          <p:cNvSpPr txBox="1">
            <a:spLocks noGrp="1"/>
          </p:cNvSpPr>
          <p:nvPr>
            <p:ph type="sldNum" sz="quarter" idx="2"/>
          </p:nvPr>
        </p:nvSpPr>
        <p:spPr>
          <a:xfrm>
            <a:off x="6216440" y="3338089"/>
            <a:ext cx="336764" cy="318347"/>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x">
  <p:cSld name="Placeholder 15">
    <p:spTree>
      <p:nvGrpSpPr>
        <p:cNvPr id="1" name=""/>
        <p:cNvGrpSpPr/>
        <p:nvPr/>
      </p:nvGrpSpPr>
      <p:grpSpPr>
        <a:xfrm>
          <a:off x="0" y="0"/>
          <a:ext cx="0" cy="0"/>
          <a:chOff x="0" y="0"/>
          <a:chExt cx="0" cy="0"/>
        </a:xfrm>
      </p:grpSpPr>
      <p:sp>
        <p:nvSpPr>
          <p:cNvPr id="233" name="Google Shape;102;p78"/>
          <p:cNvSpPr>
            <a:spLocks noGrp="1"/>
          </p:cNvSpPr>
          <p:nvPr>
            <p:ph type="pic" sz="quarter" idx="21"/>
          </p:nvPr>
        </p:nvSpPr>
        <p:spPr>
          <a:xfrm>
            <a:off x="386953" y="860244"/>
            <a:ext cx="4656536" cy="1937387"/>
          </a:xfrm>
          <a:prstGeom prst="rect">
            <a:avLst/>
          </a:prstGeom>
        </p:spPr>
        <p:txBody>
          <a:bodyPr lIns="91439" tIns="45719" rIns="91439" bIns="45719">
            <a:noAutofit/>
          </a:bodyPr>
          <a:lstStyle/>
          <a:p>
            <a:endParaRPr/>
          </a:p>
        </p:txBody>
      </p:sp>
      <p:sp>
        <p:nvSpPr>
          <p:cNvPr id="234" name="Google Shape;103;p78"/>
          <p:cNvSpPr>
            <a:spLocks noGrp="1"/>
          </p:cNvSpPr>
          <p:nvPr>
            <p:ph type="pic" sz="quarter" idx="22"/>
          </p:nvPr>
        </p:nvSpPr>
        <p:spPr>
          <a:xfrm>
            <a:off x="386953" y="2926556"/>
            <a:ext cx="4656536" cy="1937389"/>
          </a:xfrm>
          <a:prstGeom prst="rect">
            <a:avLst/>
          </a:prstGeom>
        </p:spPr>
        <p:txBody>
          <a:bodyPr lIns="91439" tIns="45719" rIns="91439" bIns="45719">
            <a:noAutofit/>
          </a:bodyPr>
          <a:lstStyle/>
          <a:p>
            <a:endParaRPr/>
          </a:p>
        </p:txBody>
      </p:sp>
      <p:sp>
        <p:nvSpPr>
          <p:cNvPr id="235" name="Slide Number"/>
          <p:cNvSpPr txBox="1">
            <a:spLocks noGrp="1"/>
          </p:cNvSpPr>
          <p:nvPr>
            <p:ph type="sldNum" sz="quarter" idx="2"/>
          </p:nvPr>
        </p:nvSpPr>
        <p:spPr>
          <a:xfrm>
            <a:off x="6216440" y="3338089"/>
            <a:ext cx="336764" cy="318347"/>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x">
  <p:cSld name="Placeholder 16">
    <p:spTree>
      <p:nvGrpSpPr>
        <p:cNvPr id="1" name=""/>
        <p:cNvGrpSpPr/>
        <p:nvPr/>
      </p:nvGrpSpPr>
      <p:grpSpPr>
        <a:xfrm>
          <a:off x="0" y="0"/>
          <a:ext cx="0" cy="0"/>
          <a:chOff x="0" y="0"/>
          <a:chExt cx="0" cy="0"/>
        </a:xfrm>
      </p:grpSpPr>
      <p:sp>
        <p:nvSpPr>
          <p:cNvPr id="242" name="Google Shape;106;p79"/>
          <p:cNvSpPr>
            <a:spLocks noGrp="1"/>
          </p:cNvSpPr>
          <p:nvPr>
            <p:ph type="pic" sz="quarter" idx="21"/>
          </p:nvPr>
        </p:nvSpPr>
        <p:spPr>
          <a:xfrm>
            <a:off x="694712" y="2113776"/>
            <a:ext cx="1210895" cy="1210895"/>
          </a:xfrm>
          <a:prstGeom prst="rect">
            <a:avLst/>
          </a:prstGeom>
        </p:spPr>
        <p:txBody>
          <a:bodyPr lIns="91439" tIns="45719" rIns="91439" bIns="45719">
            <a:noAutofit/>
          </a:bodyPr>
          <a:lstStyle/>
          <a:p>
            <a:endParaRPr/>
          </a:p>
        </p:txBody>
      </p:sp>
      <p:sp>
        <p:nvSpPr>
          <p:cNvPr id="243" name="Google Shape;107;p79"/>
          <p:cNvSpPr>
            <a:spLocks noGrp="1"/>
          </p:cNvSpPr>
          <p:nvPr>
            <p:ph type="pic" sz="quarter" idx="22"/>
          </p:nvPr>
        </p:nvSpPr>
        <p:spPr>
          <a:xfrm>
            <a:off x="5139406" y="2113775"/>
            <a:ext cx="1210899" cy="1210896"/>
          </a:xfrm>
          <a:prstGeom prst="rect">
            <a:avLst/>
          </a:prstGeom>
        </p:spPr>
        <p:txBody>
          <a:bodyPr lIns="91439" tIns="45719" rIns="91439" bIns="45719">
            <a:noAutofit/>
          </a:bodyPr>
          <a:lstStyle/>
          <a:p>
            <a:endParaRPr/>
          </a:p>
        </p:txBody>
      </p:sp>
      <p:sp>
        <p:nvSpPr>
          <p:cNvPr id="244" name="Slide Number"/>
          <p:cNvSpPr txBox="1">
            <a:spLocks noGrp="1"/>
          </p:cNvSpPr>
          <p:nvPr>
            <p:ph type="sldNum" sz="quarter" idx="2"/>
          </p:nvPr>
        </p:nvSpPr>
        <p:spPr>
          <a:xfrm>
            <a:off x="6216440" y="3338089"/>
            <a:ext cx="336764" cy="318347"/>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x">
  <p:cSld name="Placeholder 17">
    <p:spTree>
      <p:nvGrpSpPr>
        <p:cNvPr id="1" name=""/>
        <p:cNvGrpSpPr/>
        <p:nvPr/>
      </p:nvGrpSpPr>
      <p:grpSpPr>
        <a:xfrm>
          <a:off x="0" y="0"/>
          <a:ext cx="0" cy="0"/>
          <a:chOff x="0" y="0"/>
          <a:chExt cx="0" cy="0"/>
        </a:xfrm>
      </p:grpSpPr>
      <p:sp>
        <p:nvSpPr>
          <p:cNvPr id="251" name="Google Shape;110;p80"/>
          <p:cNvSpPr>
            <a:spLocks noGrp="1"/>
          </p:cNvSpPr>
          <p:nvPr>
            <p:ph type="pic" idx="21"/>
          </p:nvPr>
        </p:nvSpPr>
        <p:spPr>
          <a:xfrm>
            <a:off x="3814164" y="634365"/>
            <a:ext cx="5051229" cy="3881438"/>
          </a:xfrm>
          <a:prstGeom prst="rect">
            <a:avLst/>
          </a:prstGeom>
        </p:spPr>
        <p:txBody>
          <a:bodyPr lIns="91439" tIns="45719" rIns="91439" bIns="45719">
            <a:noAutofit/>
          </a:bodyPr>
          <a:lstStyle/>
          <a:p>
            <a:endParaRPr/>
          </a:p>
        </p:txBody>
      </p:sp>
      <p:sp>
        <p:nvSpPr>
          <p:cNvPr id="252" name="Slide Number"/>
          <p:cNvSpPr txBox="1">
            <a:spLocks noGrp="1"/>
          </p:cNvSpPr>
          <p:nvPr>
            <p:ph type="sldNum" sz="quarter" idx="2"/>
          </p:nvPr>
        </p:nvSpPr>
        <p:spPr>
          <a:xfrm>
            <a:off x="6216440" y="3338089"/>
            <a:ext cx="336764" cy="318347"/>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x">
  <p:cSld name="Placeholder 18">
    <p:spTree>
      <p:nvGrpSpPr>
        <p:cNvPr id="1" name=""/>
        <p:cNvGrpSpPr/>
        <p:nvPr/>
      </p:nvGrpSpPr>
      <p:grpSpPr>
        <a:xfrm>
          <a:off x="0" y="0"/>
          <a:ext cx="0" cy="0"/>
          <a:chOff x="0" y="0"/>
          <a:chExt cx="0" cy="0"/>
        </a:xfrm>
      </p:grpSpPr>
      <p:sp>
        <p:nvSpPr>
          <p:cNvPr id="259" name="Google Shape;113;p81"/>
          <p:cNvSpPr>
            <a:spLocks noGrp="1"/>
          </p:cNvSpPr>
          <p:nvPr>
            <p:ph type="pic" sz="half" idx="21"/>
          </p:nvPr>
        </p:nvSpPr>
        <p:spPr>
          <a:xfrm>
            <a:off x="5046038" y="-576943"/>
            <a:ext cx="3433932" cy="3619254"/>
          </a:xfrm>
          <a:prstGeom prst="rect">
            <a:avLst/>
          </a:prstGeom>
        </p:spPr>
        <p:txBody>
          <a:bodyPr lIns="91439" tIns="45719" rIns="91439" bIns="45719">
            <a:noAutofit/>
          </a:bodyPr>
          <a:lstStyle/>
          <a:p>
            <a:endParaRPr/>
          </a:p>
        </p:txBody>
      </p:sp>
      <p:sp>
        <p:nvSpPr>
          <p:cNvPr id="260" name="Slide Number"/>
          <p:cNvSpPr txBox="1">
            <a:spLocks noGrp="1"/>
          </p:cNvSpPr>
          <p:nvPr>
            <p:ph type="sldNum" sz="quarter" idx="2"/>
          </p:nvPr>
        </p:nvSpPr>
        <p:spPr>
          <a:xfrm>
            <a:off x="6216440" y="3338089"/>
            <a:ext cx="336764" cy="318347"/>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x">
  <p:cSld name="Placeholder 19">
    <p:spTree>
      <p:nvGrpSpPr>
        <p:cNvPr id="1" name=""/>
        <p:cNvGrpSpPr/>
        <p:nvPr/>
      </p:nvGrpSpPr>
      <p:grpSpPr>
        <a:xfrm>
          <a:off x="0" y="0"/>
          <a:ext cx="0" cy="0"/>
          <a:chOff x="0" y="0"/>
          <a:chExt cx="0" cy="0"/>
        </a:xfrm>
      </p:grpSpPr>
      <p:sp>
        <p:nvSpPr>
          <p:cNvPr id="267" name="Google Shape;116;p82"/>
          <p:cNvSpPr>
            <a:spLocks noGrp="1"/>
          </p:cNvSpPr>
          <p:nvPr>
            <p:ph type="pic" idx="21"/>
          </p:nvPr>
        </p:nvSpPr>
        <p:spPr>
          <a:xfrm>
            <a:off x="-587829" y="990172"/>
            <a:ext cx="6326155" cy="3619256"/>
          </a:xfrm>
          <a:prstGeom prst="rect">
            <a:avLst/>
          </a:prstGeom>
        </p:spPr>
        <p:txBody>
          <a:bodyPr lIns="91439" tIns="45719" rIns="91439" bIns="45719">
            <a:noAutofit/>
          </a:bodyPr>
          <a:lstStyle/>
          <a:p>
            <a:endParaRPr/>
          </a:p>
        </p:txBody>
      </p:sp>
      <p:sp>
        <p:nvSpPr>
          <p:cNvPr id="268" name="Slide Number"/>
          <p:cNvSpPr txBox="1">
            <a:spLocks noGrp="1"/>
          </p:cNvSpPr>
          <p:nvPr>
            <p:ph type="sldNum" sz="quarter" idx="2"/>
          </p:nvPr>
        </p:nvSpPr>
        <p:spPr>
          <a:xfrm>
            <a:off x="6216440" y="3338089"/>
            <a:ext cx="336764" cy="318347"/>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tx">
  <p:cSld name="Placeholder 20">
    <p:spTree>
      <p:nvGrpSpPr>
        <p:cNvPr id="1" name=""/>
        <p:cNvGrpSpPr/>
        <p:nvPr/>
      </p:nvGrpSpPr>
      <p:grpSpPr>
        <a:xfrm>
          <a:off x="0" y="0"/>
          <a:ext cx="0" cy="0"/>
          <a:chOff x="0" y="0"/>
          <a:chExt cx="0" cy="0"/>
        </a:xfrm>
      </p:grpSpPr>
      <p:sp>
        <p:nvSpPr>
          <p:cNvPr id="275" name="Google Shape;119;p83"/>
          <p:cNvSpPr>
            <a:spLocks noGrp="1"/>
          </p:cNvSpPr>
          <p:nvPr>
            <p:ph type="pic" idx="21"/>
          </p:nvPr>
        </p:nvSpPr>
        <p:spPr>
          <a:xfrm>
            <a:off x="4571998" y="0"/>
            <a:ext cx="4572002" cy="4450854"/>
          </a:xfrm>
          <a:prstGeom prst="rect">
            <a:avLst/>
          </a:prstGeom>
        </p:spPr>
        <p:txBody>
          <a:bodyPr lIns="91439" tIns="45719" rIns="91439" bIns="45719">
            <a:noAutofit/>
          </a:bodyPr>
          <a:lstStyle/>
          <a:p>
            <a:endParaRPr/>
          </a:p>
        </p:txBody>
      </p:sp>
      <p:sp>
        <p:nvSpPr>
          <p:cNvPr id="276" name="Slide Number"/>
          <p:cNvSpPr txBox="1">
            <a:spLocks noGrp="1"/>
          </p:cNvSpPr>
          <p:nvPr>
            <p:ph type="sldNum" sz="quarter" idx="2"/>
          </p:nvPr>
        </p:nvSpPr>
        <p:spPr>
          <a:xfrm>
            <a:off x="6216440" y="3338089"/>
            <a:ext cx="336764" cy="318347"/>
          </a:xfrm>
          <a:prstGeom prst="rect">
            <a:avLst/>
          </a:prstGeom>
        </p:spPr>
        <p:txBody>
          <a:bodyPr lIns="91399" tIns="91399" rIns="91399" bIns="91399"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x">
  <p:cSld name="Placeholder 01">
    <p:spTree>
      <p:nvGrpSpPr>
        <p:cNvPr id="1" name=""/>
        <p:cNvGrpSpPr/>
        <p:nvPr/>
      </p:nvGrpSpPr>
      <p:grpSpPr>
        <a:xfrm>
          <a:off x="0" y="0"/>
          <a:ext cx="0" cy="0"/>
          <a:chOff x="0" y="0"/>
          <a:chExt cx="0" cy="0"/>
        </a:xfrm>
      </p:grpSpPr>
      <p:sp>
        <p:nvSpPr>
          <p:cNvPr id="283" name="Image"/>
          <p:cNvSpPr>
            <a:spLocks noGrp="1"/>
          </p:cNvSpPr>
          <p:nvPr>
            <p:ph type="pic" sz="half" idx="21"/>
          </p:nvPr>
        </p:nvSpPr>
        <p:spPr>
          <a:xfrm>
            <a:off x="4571998" y="755779"/>
            <a:ext cx="5162163" cy="3631940"/>
          </a:xfrm>
          <a:prstGeom prst="rect">
            <a:avLst/>
          </a:prstGeom>
        </p:spPr>
        <p:txBody>
          <a:bodyPr lIns="91439" tIns="45719" rIns="91439" bIns="45719">
            <a:noAutofit/>
          </a:bodyPr>
          <a:lstStyle/>
          <a:p>
            <a:endParaRPr/>
          </a:p>
        </p:txBody>
      </p:sp>
      <p:sp>
        <p:nvSpPr>
          <p:cNvPr id="284" name="Slide Number"/>
          <p:cNvSpPr txBox="1">
            <a:spLocks noGrp="1"/>
          </p:cNvSpPr>
          <p:nvPr>
            <p:ph type="sldNum" sz="quarter" idx="2"/>
          </p:nvPr>
        </p:nvSpPr>
        <p:spPr>
          <a:xfrm>
            <a:off x="6216398" y="3338068"/>
            <a:ext cx="336806" cy="318389"/>
          </a:xfrm>
          <a:prstGeom prst="rect">
            <a:avLst/>
          </a:prstGeom>
        </p:spPr>
        <p:txBody>
          <a:bodyPr lIns="91421" tIns="91421" rIns="91421" bIns="91421" anchor="ctr"/>
          <a:lstStyle>
            <a:lvl1pPr>
              <a:defRPr sz="1000">
                <a:solidFill>
                  <a:srgbClr val="585858"/>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type="tx">
  <p:cSld name="TITLE_AND_BODY">
    <p:spTree>
      <p:nvGrpSpPr>
        <p:cNvPr id="1" name=""/>
        <p:cNvGrpSpPr/>
        <p:nvPr/>
      </p:nvGrpSpPr>
      <p:grpSpPr>
        <a:xfrm>
          <a:off x="0" y="0"/>
          <a:ext cx="0" cy="0"/>
          <a:chOff x="0" y="0"/>
          <a:chExt cx="0" cy="0"/>
        </a:xfrm>
      </p:grpSpPr>
      <p:sp>
        <p:nvSpPr>
          <p:cNvPr id="11" name="Google Shape;10;p21"/>
          <p:cNvSpPr>
            <a:spLocks noGrp="1"/>
          </p:cNvSpPr>
          <p:nvPr>
            <p:ph type="pic" sz="half" idx="21"/>
          </p:nvPr>
        </p:nvSpPr>
        <p:spPr>
          <a:xfrm>
            <a:off x="4571998" y="755779"/>
            <a:ext cx="5162163" cy="3631940"/>
          </a:xfrm>
          <a:prstGeom prst="rect">
            <a:avLst/>
          </a:prstGeom>
        </p:spPr>
        <p:txBody>
          <a:bodyPr lIns="91439" tIns="45719" rIns="91439" bIns="45719">
            <a:noAutofit/>
          </a:bodyPr>
          <a:lstStyle/>
          <a:p>
            <a:endParaRPr/>
          </a:p>
        </p:txBody>
      </p:sp>
      <p:sp>
        <p:nvSpPr>
          <p:cNvPr id="12" name="Slide Number"/>
          <p:cNvSpPr txBox="1">
            <a:spLocks noGrp="1"/>
          </p:cNvSpPr>
          <p:nvPr>
            <p:ph type="sldNum" sz="quarter" idx="2"/>
          </p:nvPr>
        </p:nvSpPr>
        <p:spPr>
          <a:xfrm>
            <a:off x="6216440" y="3338090"/>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200755800"/>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type="tx">
  <p:cSld name="Placeholder 01">
    <p:spTree>
      <p:nvGrpSpPr>
        <p:cNvPr id="1" name=""/>
        <p:cNvGrpSpPr/>
        <p:nvPr/>
      </p:nvGrpSpPr>
      <p:grpSpPr>
        <a:xfrm>
          <a:off x="0" y="0"/>
          <a:ext cx="0" cy="0"/>
          <a:chOff x="0" y="0"/>
          <a:chExt cx="0" cy="0"/>
        </a:xfrm>
      </p:grpSpPr>
      <p:sp>
        <p:nvSpPr>
          <p:cNvPr id="19" name="Google Shape;13;p22"/>
          <p:cNvSpPr>
            <a:spLocks noGrp="1"/>
          </p:cNvSpPr>
          <p:nvPr>
            <p:ph type="pic" sz="half" idx="21"/>
          </p:nvPr>
        </p:nvSpPr>
        <p:spPr>
          <a:xfrm>
            <a:off x="4571998" y="755779"/>
            <a:ext cx="5162163" cy="3631940"/>
          </a:xfrm>
          <a:prstGeom prst="rect">
            <a:avLst/>
          </a:prstGeom>
        </p:spPr>
        <p:txBody>
          <a:bodyPr lIns="91439" tIns="45719" rIns="91439" bIns="45719">
            <a:noAutofit/>
          </a:bodyPr>
          <a:lstStyle/>
          <a:p>
            <a:endParaRPr/>
          </a:p>
        </p:txBody>
      </p:sp>
      <p:sp>
        <p:nvSpPr>
          <p:cNvPr id="2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063505726"/>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27" name="Google Shape;16;p23"/>
          <p:cNvSpPr/>
          <p:nvPr/>
        </p:nvSpPr>
        <p:spPr>
          <a:xfrm>
            <a:off x="-1" y="-3"/>
            <a:ext cx="9144001" cy="5143505"/>
          </a:xfrm>
          <a:prstGeom prst="rect">
            <a:avLst/>
          </a:prstGeom>
          <a:solidFill>
            <a:srgbClr val="013866"/>
          </a:solidFill>
          <a:ln w="12700">
            <a:miter lim="400000"/>
          </a:ln>
        </p:spPr>
        <p:txBody>
          <a:bodyPr lIns="0" tIns="0" rIns="0" bIns="0"/>
          <a:lstStyle/>
          <a:p>
            <a:pPr>
              <a:defRPr sz="900">
                <a:latin typeface="Calibri"/>
                <a:ea typeface="Calibri"/>
                <a:cs typeface="Calibri"/>
                <a:sym typeface="Calibri"/>
              </a:defRPr>
            </a:pPr>
            <a:endParaRPr/>
          </a:p>
        </p:txBody>
      </p:sp>
      <p:sp>
        <p:nvSpPr>
          <p:cNvPr id="28" name="Slide Number"/>
          <p:cNvSpPr txBox="1">
            <a:spLocks noGrp="1"/>
          </p:cNvSpPr>
          <p:nvPr>
            <p:ph type="sldNum" sz="quarter" idx="2"/>
          </p:nvPr>
        </p:nvSpPr>
        <p:spPr>
          <a:xfrm>
            <a:off x="7289507" y="4783454"/>
            <a:ext cx="128563" cy="127001"/>
          </a:xfrm>
          <a:prstGeom prst="rect">
            <a:avLst/>
          </a:prstGeom>
        </p:spPr>
        <p:txBody>
          <a:bodyPr lIns="0" tIns="0" rIns="0" bIns="0" anchor="t"/>
          <a:lstStyle>
            <a:lvl1pPr>
              <a:defRPr sz="900">
                <a:solidFill>
                  <a:srgbClr val="888888"/>
                </a:solidFill>
                <a:latin typeface="Calibri"/>
                <a:ea typeface="Calibri"/>
                <a:cs typeface="Calibri"/>
                <a:sym typeface="Calibri"/>
              </a:defRPr>
            </a:lvl1pPr>
          </a:lstStyle>
          <a:p>
            <a:fld id="{86CB4B4D-7CA3-9044-876B-883B54F8677D}" type="slidenum">
              <a:t>‹#›</a:t>
            </a:fld>
            <a:endParaRPr/>
          </a:p>
        </p:txBody>
      </p:sp>
    </p:spTree>
    <p:extLst>
      <p:ext uri="{BB962C8B-B14F-4D97-AF65-F5344CB8AC3E}">
        <p14:creationId xmlns:p14="http://schemas.microsoft.com/office/powerpoint/2010/main" val="1655691341"/>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type="tx">
  <p:cSld name="TITLE">
    <p:spTree>
      <p:nvGrpSpPr>
        <p:cNvPr id="1" name=""/>
        <p:cNvGrpSpPr/>
        <p:nvPr/>
      </p:nvGrpSpPr>
      <p:grpSpPr>
        <a:xfrm>
          <a:off x="0" y="0"/>
          <a:ext cx="0" cy="0"/>
          <a:chOff x="0" y="0"/>
          <a:chExt cx="0" cy="0"/>
        </a:xfrm>
      </p:grpSpPr>
      <p:sp>
        <p:nvSpPr>
          <p:cNvPr id="35" name="Title Text"/>
          <p:cNvSpPr txBox="1">
            <a:spLocks noGrp="1"/>
          </p:cNvSpPr>
          <p:nvPr>
            <p:ph type="title"/>
          </p:nvPr>
        </p:nvSpPr>
        <p:spPr>
          <a:xfrm>
            <a:off x="311708" y="744573"/>
            <a:ext cx="8520601" cy="2052604"/>
          </a:xfrm>
          <a:prstGeom prst="rect">
            <a:avLst/>
          </a:prstGeom>
        </p:spPr>
        <p:txBody>
          <a:bodyPr anchor="b"/>
          <a:lstStyle>
            <a:lvl1pPr algn="ctr">
              <a:defRPr sz="5200"/>
            </a:lvl1pPr>
          </a:lstStyle>
          <a:p>
            <a:r>
              <a:t>Title Text</a:t>
            </a:r>
          </a:p>
        </p:txBody>
      </p:sp>
      <p:sp>
        <p:nvSpPr>
          <p:cNvPr id="36" name="Body Level One…"/>
          <p:cNvSpPr txBox="1">
            <a:spLocks noGrp="1"/>
          </p:cNvSpPr>
          <p:nvPr>
            <p:ph type="body" sz="quarter" idx="1"/>
          </p:nvPr>
        </p:nvSpPr>
        <p:spPr>
          <a:xfrm>
            <a:off x="311698" y="2834125"/>
            <a:ext cx="8520604" cy="792606"/>
          </a:xfrm>
          <a:prstGeom prst="rect">
            <a:avLst/>
          </a:prstGeom>
        </p:spPr>
        <p:txBody>
          <a:bodyPr/>
          <a:lstStyle>
            <a:lvl1pPr marL="228600" indent="0" algn="ctr">
              <a:lnSpc>
                <a:spcPct val="100000"/>
              </a:lnSpc>
              <a:buClrTx/>
              <a:buSzTx/>
              <a:buFontTx/>
              <a:buNone/>
              <a:defRPr sz="2800"/>
            </a:lvl1pPr>
            <a:lvl2pPr marL="228600" indent="457200" algn="ctr">
              <a:lnSpc>
                <a:spcPct val="100000"/>
              </a:lnSpc>
              <a:buClrTx/>
              <a:buSzTx/>
              <a:buFontTx/>
              <a:buNone/>
              <a:defRPr sz="2800"/>
            </a:lvl2pPr>
            <a:lvl3pPr marL="228600" indent="914400" algn="ctr">
              <a:lnSpc>
                <a:spcPct val="100000"/>
              </a:lnSpc>
              <a:buClrTx/>
              <a:buSzTx/>
              <a:buFontTx/>
              <a:buNone/>
              <a:defRPr sz="2800"/>
            </a:lvl3pPr>
            <a:lvl4pPr marL="228600" indent="1371600" algn="ctr">
              <a:lnSpc>
                <a:spcPct val="100000"/>
              </a:lnSpc>
              <a:buClrTx/>
              <a:buSzTx/>
              <a:buFontTx/>
              <a:buNone/>
              <a:defRPr sz="2800"/>
            </a:lvl4pPr>
            <a:lvl5pPr marL="228600" indent="1828800" algn="ctr">
              <a:lnSpc>
                <a:spcPct val="100000"/>
              </a:lnSpc>
              <a:buClrTx/>
              <a:buSzTx/>
              <a:buFontTx/>
              <a:buNone/>
              <a:defRPr sz="2800"/>
            </a:lvl5pPr>
          </a:lstStyle>
          <a:p>
            <a:r>
              <a:t>Body Level One</a:t>
            </a:r>
          </a:p>
          <a:p>
            <a:pPr lvl="1"/>
            <a:r>
              <a:t>Body Level Two</a:t>
            </a:r>
          </a:p>
          <a:p>
            <a:pPr lvl="2"/>
            <a:r>
              <a:t>Body Level Three</a:t>
            </a:r>
          </a:p>
          <a:p>
            <a:pPr lvl="3"/>
            <a:r>
              <a:t>Body Level Four</a:t>
            </a:r>
          </a:p>
          <a:p>
            <a:pPr lvl="4"/>
            <a:r>
              <a:t>Body Level Five</a:t>
            </a:r>
          </a:p>
        </p:txBody>
      </p:sp>
      <p:sp>
        <p:nvSpPr>
          <p:cNvPr id="37" name="Slide Number"/>
          <p:cNvSpPr txBox="1">
            <a:spLocks noGrp="1"/>
          </p:cNvSpPr>
          <p:nvPr>
            <p:ph type="sldNum" sz="quarter" idx="2"/>
          </p:nvPr>
        </p:nvSpPr>
        <p:spPr>
          <a:xfrm>
            <a:off x="8684396" y="3430844"/>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57818095"/>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type="tx">
  <p:cSld name="SECTION_HEADER">
    <p:spTree>
      <p:nvGrpSpPr>
        <p:cNvPr id="1" name=""/>
        <p:cNvGrpSpPr/>
        <p:nvPr/>
      </p:nvGrpSpPr>
      <p:grpSpPr>
        <a:xfrm>
          <a:off x="0" y="0"/>
          <a:ext cx="0" cy="0"/>
          <a:chOff x="0" y="0"/>
          <a:chExt cx="0" cy="0"/>
        </a:xfrm>
      </p:grpSpPr>
      <p:sp>
        <p:nvSpPr>
          <p:cNvPr id="44" name="Title Text"/>
          <p:cNvSpPr txBox="1">
            <a:spLocks noGrp="1"/>
          </p:cNvSpPr>
          <p:nvPr>
            <p:ph type="title"/>
          </p:nvPr>
        </p:nvSpPr>
        <p:spPr>
          <a:xfrm>
            <a:off x="311698" y="2150847"/>
            <a:ext cx="8520604" cy="841803"/>
          </a:xfrm>
          <a:prstGeom prst="rect">
            <a:avLst/>
          </a:prstGeom>
        </p:spPr>
        <p:txBody>
          <a:bodyPr anchor="ctr"/>
          <a:lstStyle>
            <a:lvl1pPr algn="ctr">
              <a:defRPr sz="3600"/>
            </a:lvl1pPr>
          </a:lstStyle>
          <a:p>
            <a:r>
              <a:t>Title Text</a:t>
            </a:r>
          </a:p>
        </p:txBody>
      </p:sp>
      <p:sp>
        <p:nvSpPr>
          <p:cNvPr id="45" name="Slide Number"/>
          <p:cNvSpPr txBox="1">
            <a:spLocks noGrp="1"/>
          </p:cNvSpPr>
          <p:nvPr>
            <p:ph type="sldNum" sz="quarter" idx="2"/>
          </p:nvPr>
        </p:nvSpPr>
        <p:spPr>
          <a:xfrm>
            <a:off x="8684396" y="3430844"/>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557369084"/>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type="tx">
  <p:cSld name="TITLE_AND_BODY 2">
    <p:spTree>
      <p:nvGrpSpPr>
        <p:cNvPr id="1" name=""/>
        <p:cNvGrpSpPr/>
        <p:nvPr/>
      </p:nvGrpSpPr>
      <p:grpSpPr>
        <a:xfrm>
          <a:off x="0" y="0"/>
          <a:ext cx="0" cy="0"/>
          <a:chOff x="0" y="0"/>
          <a:chExt cx="0" cy="0"/>
        </a:xfrm>
      </p:grpSpPr>
      <p:sp>
        <p:nvSpPr>
          <p:cNvPr id="52" name="Title Text"/>
          <p:cNvSpPr txBox="1">
            <a:spLocks noGrp="1"/>
          </p:cNvSpPr>
          <p:nvPr>
            <p:ph type="title"/>
          </p:nvPr>
        </p:nvSpPr>
        <p:spPr>
          <a:xfrm>
            <a:off x="311698" y="445025"/>
            <a:ext cx="8520604" cy="572703"/>
          </a:xfrm>
          <a:prstGeom prst="rect">
            <a:avLst/>
          </a:prstGeom>
        </p:spPr>
        <p:txBody>
          <a:bodyPr/>
          <a:lstStyle/>
          <a:p>
            <a:r>
              <a:t>Title Text</a:t>
            </a:r>
          </a:p>
        </p:txBody>
      </p:sp>
      <p:sp>
        <p:nvSpPr>
          <p:cNvPr id="53" name="Body Level One…"/>
          <p:cNvSpPr txBox="1">
            <a:spLocks noGrp="1"/>
          </p:cNvSpPr>
          <p:nvPr>
            <p:ph type="body" idx="1"/>
          </p:nvPr>
        </p:nvSpPr>
        <p:spPr>
          <a:xfrm>
            <a:off x="311698" y="1152475"/>
            <a:ext cx="8520604" cy="34164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4" name="Slide Number"/>
          <p:cNvSpPr txBox="1">
            <a:spLocks noGrp="1"/>
          </p:cNvSpPr>
          <p:nvPr>
            <p:ph type="sldNum" sz="quarter" idx="2"/>
          </p:nvPr>
        </p:nvSpPr>
        <p:spPr>
          <a:xfrm>
            <a:off x="8684396" y="3430844"/>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291841649"/>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type="tx">
  <p:cSld name="TITLE_AND_TWO_COLUMNS">
    <p:spTree>
      <p:nvGrpSpPr>
        <p:cNvPr id="1" name=""/>
        <p:cNvGrpSpPr/>
        <p:nvPr/>
      </p:nvGrpSpPr>
      <p:grpSpPr>
        <a:xfrm>
          <a:off x="0" y="0"/>
          <a:ext cx="0" cy="0"/>
          <a:chOff x="0" y="0"/>
          <a:chExt cx="0" cy="0"/>
        </a:xfrm>
      </p:grpSpPr>
      <p:sp>
        <p:nvSpPr>
          <p:cNvPr id="61" name="Body Level One…"/>
          <p:cNvSpPr txBox="1">
            <a:spLocks noGrp="1"/>
          </p:cNvSpPr>
          <p:nvPr>
            <p:ph type="body" sz="half" idx="1"/>
          </p:nvPr>
        </p:nvSpPr>
        <p:spPr>
          <a:xfrm>
            <a:off x="4832398" y="1152475"/>
            <a:ext cx="3999904" cy="3416400"/>
          </a:xfrm>
          <a:prstGeom prst="rect">
            <a:avLst/>
          </a:prstGeom>
        </p:spPr>
        <p:txBody>
          <a:bodyPr anchor="ctr"/>
          <a:lstStyle/>
          <a:p>
            <a:r>
              <a:t>Body Level One</a:t>
            </a:r>
          </a:p>
          <a:p>
            <a:pPr lvl="1"/>
            <a:r>
              <a:t>Body Level Two</a:t>
            </a:r>
          </a:p>
          <a:p>
            <a:pPr lvl="2"/>
            <a:r>
              <a:t>Body Level Three</a:t>
            </a:r>
          </a:p>
          <a:p>
            <a:pPr lvl="3"/>
            <a:r>
              <a:t>Body Level Four</a:t>
            </a:r>
          </a:p>
          <a:p>
            <a:pPr lvl="4"/>
            <a:r>
              <a:t>Body Level Five</a:t>
            </a:r>
          </a:p>
        </p:txBody>
      </p:sp>
      <p:sp>
        <p:nvSpPr>
          <p:cNvPr id="62" name="Title Text"/>
          <p:cNvSpPr txBox="1">
            <a:spLocks noGrp="1"/>
          </p:cNvSpPr>
          <p:nvPr>
            <p:ph type="title"/>
          </p:nvPr>
        </p:nvSpPr>
        <p:spPr>
          <a:xfrm>
            <a:off x="311698" y="445025"/>
            <a:ext cx="8520604" cy="572703"/>
          </a:xfrm>
          <a:prstGeom prst="rect">
            <a:avLst/>
          </a:prstGeom>
        </p:spPr>
        <p:txBody>
          <a:bodyPr/>
          <a:lstStyle/>
          <a:p>
            <a:r>
              <a:t>Title Text</a:t>
            </a:r>
          </a:p>
        </p:txBody>
      </p:sp>
      <p:sp>
        <p:nvSpPr>
          <p:cNvPr id="63" name="Google Shape;32;p27"/>
          <p:cNvSpPr txBox="1">
            <a:spLocks noGrp="1"/>
          </p:cNvSpPr>
          <p:nvPr>
            <p:ph type="body" sz="half" idx="21"/>
          </p:nvPr>
        </p:nvSpPr>
        <p:spPr>
          <a:xfrm>
            <a:off x="311698" y="1152475"/>
            <a:ext cx="3999904" cy="3416400"/>
          </a:xfrm>
          <a:prstGeom prst="rect">
            <a:avLst/>
          </a:prstGeom>
        </p:spPr>
        <p:txBody>
          <a:bodyPr/>
          <a:lstStyle/>
          <a:p>
            <a:endParaRPr/>
          </a:p>
        </p:txBody>
      </p:sp>
      <p:sp>
        <p:nvSpPr>
          <p:cNvPr id="64" name="Slide Number"/>
          <p:cNvSpPr txBox="1">
            <a:spLocks noGrp="1"/>
          </p:cNvSpPr>
          <p:nvPr>
            <p:ph type="sldNum" sz="quarter" idx="2"/>
          </p:nvPr>
        </p:nvSpPr>
        <p:spPr>
          <a:xfrm>
            <a:off x="8684396" y="3430844"/>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172351504"/>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type="tx">
  <p:cSld name="TITLE_ONLY">
    <p:spTree>
      <p:nvGrpSpPr>
        <p:cNvPr id="1" name=""/>
        <p:cNvGrpSpPr/>
        <p:nvPr/>
      </p:nvGrpSpPr>
      <p:grpSpPr>
        <a:xfrm>
          <a:off x="0" y="0"/>
          <a:ext cx="0" cy="0"/>
          <a:chOff x="0" y="0"/>
          <a:chExt cx="0" cy="0"/>
        </a:xfrm>
      </p:grpSpPr>
      <p:sp>
        <p:nvSpPr>
          <p:cNvPr id="71" name="Title Text"/>
          <p:cNvSpPr txBox="1">
            <a:spLocks noGrp="1"/>
          </p:cNvSpPr>
          <p:nvPr>
            <p:ph type="title"/>
          </p:nvPr>
        </p:nvSpPr>
        <p:spPr>
          <a:xfrm>
            <a:off x="311698" y="445025"/>
            <a:ext cx="8520604" cy="572703"/>
          </a:xfrm>
          <a:prstGeom prst="rect">
            <a:avLst/>
          </a:prstGeom>
        </p:spPr>
        <p:txBody>
          <a:bodyPr/>
          <a:lstStyle/>
          <a:p>
            <a:r>
              <a:t>Title Text</a:t>
            </a:r>
          </a:p>
        </p:txBody>
      </p:sp>
      <p:sp>
        <p:nvSpPr>
          <p:cNvPr id="72" name="Slide Number"/>
          <p:cNvSpPr txBox="1">
            <a:spLocks noGrp="1"/>
          </p:cNvSpPr>
          <p:nvPr>
            <p:ph type="sldNum" sz="quarter" idx="2"/>
          </p:nvPr>
        </p:nvSpPr>
        <p:spPr>
          <a:xfrm>
            <a:off x="8684396" y="3430844"/>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071490265"/>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type="tx">
  <p:cSld name="ONE_COLUMN_TEXT">
    <p:spTree>
      <p:nvGrpSpPr>
        <p:cNvPr id="1" name=""/>
        <p:cNvGrpSpPr/>
        <p:nvPr/>
      </p:nvGrpSpPr>
      <p:grpSpPr>
        <a:xfrm>
          <a:off x="0" y="0"/>
          <a:ext cx="0" cy="0"/>
          <a:chOff x="0" y="0"/>
          <a:chExt cx="0" cy="0"/>
        </a:xfrm>
      </p:grpSpPr>
      <p:sp>
        <p:nvSpPr>
          <p:cNvPr id="79" name="Title Text"/>
          <p:cNvSpPr txBox="1">
            <a:spLocks noGrp="1"/>
          </p:cNvSpPr>
          <p:nvPr>
            <p:ph type="title"/>
          </p:nvPr>
        </p:nvSpPr>
        <p:spPr>
          <a:xfrm>
            <a:off x="311698" y="555600"/>
            <a:ext cx="2808004" cy="755700"/>
          </a:xfrm>
          <a:prstGeom prst="rect">
            <a:avLst/>
          </a:prstGeom>
        </p:spPr>
        <p:txBody>
          <a:bodyPr anchor="b"/>
          <a:lstStyle>
            <a:lvl1pPr>
              <a:defRPr sz="2400"/>
            </a:lvl1pPr>
          </a:lstStyle>
          <a:p>
            <a:r>
              <a:t>Title Text</a:t>
            </a:r>
          </a:p>
        </p:txBody>
      </p:sp>
      <p:sp>
        <p:nvSpPr>
          <p:cNvPr id="80" name="Body Level One…"/>
          <p:cNvSpPr txBox="1">
            <a:spLocks noGrp="1"/>
          </p:cNvSpPr>
          <p:nvPr>
            <p:ph type="body" sz="quarter" idx="1"/>
          </p:nvPr>
        </p:nvSpPr>
        <p:spPr>
          <a:xfrm>
            <a:off x="311698" y="1389598"/>
            <a:ext cx="2808004" cy="3179405"/>
          </a:xfrm>
          <a:prstGeom prst="rect">
            <a:avLst/>
          </a:prstGeom>
        </p:spPr>
        <p:txBody>
          <a:bodyPr/>
          <a:lstStyle>
            <a:lvl1pPr indent="-304800">
              <a:buSzPts val="1200"/>
              <a:defRPr sz="1200"/>
            </a:lvl1pPr>
            <a:lvl2pPr indent="-304800">
              <a:buSzPts val="1200"/>
              <a:defRPr sz="1200"/>
            </a:lvl2pPr>
            <a:lvl3pPr indent="-304800">
              <a:buSzPts val="1200"/>
              <a:defRPr sz="1200"/>
            </a:lvl3pPr>
            <a:lvl4pPr indent="-304800">
              <a:buSzPts val="1200"/>
              <a:defRPr sz="1200"/>
            </a:lvl4pPr>
            <a:lvl5pPr indent="-304800">
              <a:buSzPts val="1200"/>
              <a:defRPr sz="1200"/>
            </a:lvl5pPr>
          </a:lstStyle>
          <a:p>
            <a:r>
              <a:t>Body Level One</a:t>
            </a:r>
          </a:p>
          <a:p>
            <a:pPr lvl="1"/>
            <a:r>
              <a:t>Body Level Two</a:t>
            </a:r>
          </a:p>
          <a:p>
            <a:pPr lvl="2"/>
            <a:r>
              <a:t>Body Level Three</a:t>
            </a:r>
          </a:p>
          <a:p>
            <a:pPr lvl="3"/>
            <a:r>
              <a:t>Body Level Four</a:t>
            </a:r>
          </a:p>
          <a:p>
            <a:pPr lvl="4"/>
            <a:r>
              <a:t>Body Level Five</a:t>
            </a:r>
          </a:p>
        </p:txBody>
      </p:sp>
      <p:sp>
        <p:nvSpPr>
          <p:cNvPr id="81" name="Slide Number"/>
          <p:cNvSpPr txBox="1">
            <a:spLocks noGrp="1"/>
          </p:cNvSpPr>
          <p:nvPr>
            <p:ph type="sldNum" sz="quarter" idx="2"/>
          </p:nvPr>
        </p:nvSpPr>
        <p:spPr>
          <a:xfrm>
            <a:off x="8684396" y="3430844"/>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130060761"/>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type="tx">
  <p:cSld name="MAIN_POINT">
    <p:spTree>
      <p:nvGrpSpPr>
        <p:cNvPr id="1" name=""/>
        <p:cNvGrpSpPr/>
        <p:nvPr/>
      </p:nvGrpSpPr>
      <p:grpSpPr>
        <a:xfrm>
          <a:off x="0" y="0"/>
          <a:ext cx="0" cy="0"/>
          <a:chOff x="0" y="0"/>
          <a:chExt cx="0" cy="0"/>
        </a:xfrm>
      </p:grpSpPr>
      <p:sp>
        <p:nvSpPr>
          <p:cNvPr id="88" name="Title Text"/>
          <p:cNvSpPr txBox="1">
            <a:spLocks noGrp="1"/>
          </p:cNvSpPr>
          <p:nvPr>
            <p:ph type="title"/>
          </p:nvPr>
        </p:nvSpPr>
        <p:spPr>
          <a:xfrm>
            <a:off x="490250" y="450148"/>
            <a:ext cx="6367801" cy="4090805"/>
          </a:xfrm>
          <a:prstGeom prst="rect">
            <a:avLst/>
          </a:prstGeom>
        </p:spPr>
        <p:txBody>
          <a:bodyPr anchor="ctr"/>
          <a:lstStyle>
            <a:lvl1pPr>
              <a:defRPr sz="4800"/>
            </a:lvl1pPr>
          </a:lstStyle>
          <a:p>
            <a:r>
              <a:t>Title Text</a:t>
            </a:r>
          </a:p>
        </p:txBody>
      </p:sp>
      <p:sp>
        <p:nvSpPr>
          <p:cNvPr id="89" name="Slide Number"/>
          <p:cNvSpPr txBox="1">
            <a:spLocks noGrp="1"/>
          </p:cNvSpPr>
          <p:nvPr>
            <p:ph type="sldNum" sz="quarter" idx="2"/>
          </p:nvPr>
        </p:nvSpPr>
        <p:spPr>
          <a:xfrm>
            <a:off x="8684396" y="3430844"/>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946392355"/>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type="tx">
  <p:cSld name="SECTION_TITLE_AND_DESCRIPTION">
    <p:spTree>
      <p:nvGrpSpPr>
        <p:cNvPr id="1" name=""/>
        <p:cNvGrpSpPr/>
        <p:nvPr/>
      </p:nvGrpSpPr>
      <p:grpSpPr>
        <a:xfrm>
          <a:off x="0" y="0"/>
          <a:ext cx="0" cy="0"/>
          <a:chOff x="0" y="0"/>
          <a:chExt cx="0" cy="0"/>
        </a:xfrm>
      </p:grpSpPr>
      <p:sp>
        <p:nvSpPr>
          <p:cNvPr id="96" name="Google Shape;45;p31"/>
          <p:cNvSpPr/>
          <p:nvPr/>
        </p:nvSpPr>
        <p:spPr>
          <a:xfrm>
            <a:off x="4572000" y="-128"/>
            <a:ext cx="4572000" cy="5143507"/>
          </a:xfrm>
          <a:prstGeom prst="rect">
            <a:avLst/>
          </a:prstGeom>
          <a:solidFill>
            <a:srgbClr val="EEEEEE"/>
          </a:solidFill>
          <a:ln w="12700">
            <a:miter lim="400000"/>
          </a:ln>
        </p:spPr>
        <p:txBody>
          <a:bodyPr lIns="0" tIns="0" rIns="0" bIns="0" anchor="ctr"/>
          <a:lstStyle/>
          <a:p>
            <a:endParaRPr/>
          </a:p>
        </p:txBody>
      </p:sp>
      <p:sp>
        <p:nvSpPr>
          <p:cNvPr id="97" name="Body Level One…"/>
          <p:cNvSpPr txBox="1">
            <a:spLocks noGrp="1"/>
          </p:cNvSpPr>
          <p:nvPr>
            <p:ph type="body" sz="half" idx="1"/>
          </p:nvPr>
        </p:nvSpPr>
        <p:spPr>
          <a:xfrm>
            <a:off x="4939500" y="724074"/>
            <a:ext cx="3837000" cy="3695102"/>
          </a:xfrm>
          <a:prstGeom prst="rect">
            <a:avLst/>
          </a:prstGeom>
        </p:spPr>
        <p:txBody>
          <a:bodyPr anchor="ctr"/>
          <a:lstStyle/>
          <a:p>
            <a:r>
              <a:t>Body Level One</a:t>
            </a:r>
          </a:p>
          <a:p>
            <a:pPr lvl="1"/>
            <a:r>
              <a:t>Body Level Two</a:t>
            </a:r>
          </a:p>
          <a:p>
            <a:pPr lvl="2"/>
            <a:r>
              <a:t>Body Level Three</a:t>
            </a:r>
          </a:p>
          <a:p>
            <a:pPr lvl="3"/>
            <a:r>
              <a:t>Body Level Four</a:t>
            </a:r>
          </a:p>
          <a:p>
            <a:pPr lvl="4"/>
            <a:r>
              <a:t>Body Level Five</a:t>
            </a:r>
          </a:p>
        </p:txBody>
      </p:sp>
      <p:sp>
        <p:nvSpPr>
          <p:cNvPr id="98" name="Title Text"/>
          <p:cNvSpPr txBox="1">
            <a:spLocks noGrp="1"/>
          </p:cNvSpPr>
          <p:nvPr>
            <p:ph type="title"/>
          </p:nvPr>
        </p:nvSpPr>
        <p:spPr>
          <a:xfrm>
            <a:off x="265500" y="1233175"/>
            <a:ext cx="4045200" cy="1482302"/>
          </a:xfrm>
          <a:prstGeom prst="rect">
            <a:avLst/>
          </a:prstGeom>
        </p:spPr>
        <p:txBody>
          <a:bodyPr anchor="b"/>
          <a:lstStyle>
            <a:lvl1pPr algn="ctr">
              <a:defRPr sz="4200"/>
            </a:lvl1pPr>
          </a:lstStyle>
          <a:p>
            <a:r>
              <a:t>Title Text</a:t>
            </a:r>
          </a:p>
        </p:txBody>
      </p:sp>
      <p:sp>
        <p:nvSpPr>
          <p:cNvPr id="99" name="Google Shape;48;p31"/>
          <p:cNvSpPr txBox="1">
            <a:spLocks noGrp="1"/>
          </p:cNvSpPr>
          <p:nvPr>
            <p:ph type="body" sz="quarter" idx="21"/>
          </p:nvPr>
        </p:nvSpPr>
        <p:spPr>
          <a:xfrm>
            <a:off x="265500" y="2803074"/>
            <a:ext cx="4045200" cy="1235105"/>
          </a:xfrm>
          <a:prstGeom prst="rect">
            <a:avLst/>
          </a:prstGeom>
        </p:spPr>
        <p:txBody>
          <a:bodyPr/>
          <a:lstStyle/>
          <a:p>
            <a:endParaRPr/>
          </a:p>
        </p:txBody>
      </p:sp>
      <p:sp>
        <p:nvSpPr>
          <p:cNvPr id="100" name="Slide Number"/>
          <p:cNvSpPr txBox="1">
            <a:spLocks noGrp="1"/>
          </p:cNvSpPr>
          <p:nvPr>
            <p:ph type="sldNum" sz="quarter" idx="2"/>
          </p:nvPr>
        </p:nvSpPr>
        <p:spPr>
          <a:xfrm>
            <a:off x="8684396" y="3430844"/>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444739286"/>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type="tx">
  <p:cSld name="CAPTION_ONLY">
    <p:spTree>
      <p:nvGrpSpPr>
        <p:cNvPr id="1" name=""/>
        <p:cNvGrpSpPr/>
        <p:nvPr/>
      </p:nvGrpSpPr>
      <p:grpSpPr>
        <a:xfrm>
          <a:off x="0" y="0"/>
          <a:ext cx="0" cy="0"/>
          <a:chOff x="0" y="0"/>
          <a:chExt cx="0" cy="0"/>
        </a:xfrm>
      </p:grpSpPr>
      <p:sp>
        <p:nvSpPr>
          <p:cNvPr id="107" name="Body Level One…"/>
          <p:cNvSpPr txBox="1">
            <a:spLocks noGrp="1"/>
          </p:cNvSpPr>
          <p:nvPr>
            <p:ph type="body" sz="quarter" idx="1"/>
          </p:nvPr>
        </p:nvSpPr>
        <p:spPr>
          <a:xfrm>
            <a:off x="311698" y="4230575"/>
            <a:ext cx="5998804" cy="605106"/>
          </a:xfrm>
          <a:prstGeom prst="rect">
            <a:avLst/>
          </a:prstGeom>
        </p:spPr>
        <p:txBody>
          <a:bodyPr anchor="ctr"/>
          <a:lstStyle>
            <a:lvl1pPr marL="228600" indent="0">
              <a:lnSpc>
                <a:spcPct val="100000"/>
              </a:lnSpc>
              <a:buClrTx/>
              <a:buSzTx/>
              <a:buFontTx/>
              <a:buNone/>
            </a:lvl1pPr>
            <a:lvl2pPr>
              <a:lnSpc>
                <a:spcPct val="100000"/>
              </a:lnSpc>
              <a:buClrTx/>
              <a:buFontTx/>
            </a:lvl2pPr>
            <a:lvl3pPr>
              <a:lnSpc>
                <a:spcPct val="100000"/>
              </a:lnSpc>
              <a:buClrTx/>
              <a:buFontTx/>
            </a:lvl3pPr>
            <a:lvl4pPr>
              <a:lnSpc>
                <a:spcPct val="100000"/>
              </a:lnSpc>
              <a:buClrTx/>
              <a:buFontTx/>
            </a:lvl4pPr>
            <a:lvl5pPr>
              <a:lnSpc>
                <a:spcPct val="100000"/>
              </a:lnSpc>
              <a:buClrTx/>
              <a:buFontTx/>
            </a:lvl5pPr>
          </a:lstStyle>
          <a:p>
            <a:r>
              <a:t>Body Level One</a:t>
            </a:r>
          </a:p>
          <a:p>
            <a:pPr lvl="1"/>
            <a:r>
              <a:t>Body Level Two</a:t>
            </a:r>
          </a:p>
          <a:p>
            <a:pPr lvl="2"/>
            <a:r>
              <a:t>Body Level Three</a:t>
            </a:r>
          </a:p>
          <a:p>
            <a:pPr lvl="3"/>
            <a:r>
              <a:t>Body Level Four</a:t>
            </a:r>
          </a:p>
          <a:p>
            <a:pPr lvl="4"/>
            <a:r>
              <a:t>Body Level Five</a:t>
            </a:r>
          </a:p>
        </p:txBody>
      </p:sp>
      <p:sp>
        <p:nvSpPr>
          <p:cNvPr id="108" name="Slide Number"/>
          <p:cNvSpPr txBox="1">
            <a:spLocks noGrp="1"/>
          </p:cNvSpPr>
          <p:nvPr>
            <p:ph type="sldNum" sz="quarter" idx="2"/>
          </p:nvPr>
        </p:nvSpPr>
        <p:spPr>
          <a:xfrm>
            <a:off x="8684396" y="3430844"/>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231610534"/>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type="tx">
  <p:cSld name="BIG_NUMBER">
    <p:spTree>
      <p:nvGrpSpPr>
        <p:cNvPr id="1" name=""/>
        <p:cNvGrpSpPr/>
        <p:nvPr/>
      </p:nvGrpSpPr>
      <p:grpSpPr>
        <a:xfrm>
          <a:off x="0" y="0"/>
          <a:ext cx="0" cy="0"/>
          <a:chOff x="0" y="0"/>
          <a:chExt cx="0" cy="0"/>
        </a:xfrm>
      </p:grpSpPr>
      <p:sp>
        <p:nvSpPr>
          <p:cNvPr id="115" name="Title Text"/>
          <p:cNvSpPr txBox="1">
            <a:spLocks noGrp="1"/>
          </p:cNvSpPr>
          <p:nvPr>
            <p:ph type="title"/>
          </p:nvPr>
        </p:nvSpPr>
        <p:spPr>
          <a:xfrm>
            <a:off x="311698" y="1106125"/>
            <a:ext cx="8520604" cy="1963500"/>
          </a:xfrm>
          <a:prstGeom prst="rect">
            <a:avLst/>
          </a:prstGeom>
        </p:spPr>
        <p:txBody>
          <a:bodyPr anchor="b"/>
          <a:lstStyle>
            <a:lvl1pPr algn="ctr">
              <a:defRPr sz="12000"/>
            </a:lvl1pPr>
          </a:lstStyle>
          <a:p>
            <a:r>
              <a:t>Title Text</a:t>
            </a:r>
          </a:p>
        </p:txBody>
      </p:sp>
      <p:sp>
        <p:nvSpPr>
          <p:cNvPr id="116" name="Body Level One…"/>
          <p:cNvSpPr txBox="1">
            <a:spLocks noGrp="1"/>
          </p:cNvSpPr>
          <p:nvPr>
            <p:ph type="body" sz="half" idx="1"/>
          </p:nvPr>
        </p:nvSpPr>
        <p:spPr>
          <a:xfrm>
            <a:off x="311698" y="3152225"/>
            <a:ext cx="8520604" cy="1300800"/>
          </a:xfrm>
          <a:prstGeom prst="rect">
            <a:avLst/>
          </a:prstGeom>
        </p:spPr>
        <p:txBody>
          <a:bodyPr/>
          <a:lstStyle>
            <a:lvl1pPr algn="ctr"/>
            <a:lvl2pPr algn="ctr"/>
            <a:lvl3pPr algn="ctr"/>
            <a:lvl4pPr algn="ctr"/>
            <a:lvl5pPr algn="ctr"/>
          </a:lstStyle>
          <a:p>
            <a:r>
              <a:t>Body Level One</a:t>
            </a:r>
          </a:p>
          <a:p>
            <a:pPr lvl="1"/>
            <a:r>
              <a:t>Body Level Two</a:t>
            </a:r>
          </a:p>
          <a:p>
            <a:pPr lvl="2"/>
            <a:r>
              <a:t>Body Level Three</a:t>
            </a:r>
          </a:p>
          <a:p>
            <a:pPr lvl="3"/>
            <a:r>
              <a:t>Body Level Four</a:t>
            </a:r>
          </a:p>
          <a:p>
            <a:pPr lvl="4"/>
            <a:r>
              <a:t>Body Level Five</a:t>
            </a:r>
          </a:p>
        </p:txBody>
      </p:sp>
      <p:sp>
        <p:nvSpPr>
          <p:cNvPr id="117" name="Slide Number"/>
          <p:cNvSpPr txBox="1">
            <a:spLocks noGrp="1"/>
          </p:cNvSpPr>
          <p:nvPr>
            <p:ph type="sldNum" sz="quarter" idx="2"/>
          </p:nvPr>
        </p:nvSpPr>
        <p:spPr>
          <a:xfrm>
            <a:off x="8684396" y="3430844"/>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987846887"/>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name="1_BLANK">
    <p:spTree>
      <p:nvGrpSpPr>
        <p:cNvPr id="1" name=""/>
        <p:cNvGrpSpPr/>
        <p:nvPr/>
      </p:nvGrpSpPr>
      <p:grpSpPr>
        <a:xfrm>
          <a:off x="0" y="0"/>
          <a:ext cx="0" cy="0"/>
          <a:chOff x="0" y="0"/>
          <a:chExt cx="0" cy="0"/>
        </a:xfrm>
      </p:grpSpPr>
      <p:sp>
        <p:nvSpPr>
          <p:cNvPr id="124" name="Slide Number"/>
          <p:cNvSpPr txBox="1">
            <a:spLocks noGrp="1"/>
          </p:cNvSpPr>
          <p:nvPr>
            <p:ph type="sldNum" sz="quarter" idx="2"/>
          </p:nvPr>
        </p:nvSpPr>
        <p:spPr>
          <a:xfrm>
            <a:off x="8684396" y="3430844"/>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894289008"/>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type="tx">
  <p:cSld name="Placeholder 02">
    <p:spTree>
      <p:nvGrpSpPr>
        <p:cNvPr id="1" name=""/>
        <p:cNvGrpSpPr/>
        <p:nvPr/>
      </p:nvGrpSpPr>
      <p:grpSpPr>
        <a:xfrm>
          <a:off x="0" y="0"/>
          <a:ext cx="0" cy="0"/>
          <a:chOff x="0" y="0"/>
          <a:chExt cx="0" cy="0"/>
        </a:xfrm>
      </p:grpSpPr>
      <p:sp>
        <p:nvSpPr>
          <p:cNvPr id="131" name="Google Shape;60;p35"/>
          <p:cNvSpPr>
            <a:spLocks noGrp="1"/>
          </p:cNvSpPr>
          <p:nvPr>
            <p:ph type="pic" sz="quarter" idx="21"/>
          </p:nvPr>
        </p:nvSpPr>
        <p:spPr>
          <a:xfrm>
            <a:off x="386953" y="1014690"/>
            <a:ext cx="2413400" cy="3852585"/>
          </a:xfrm>
          <a:prstGeom prst="rect">
            <a:avLst/>
          </a:prstGeom>
        </p:spPr>
        <p:txBody>
          <a:bodyPr lIns="91439" tIns="45719" rIns="91439" bIns="45719">
            <a:noAutofit/>
          </a:bodyPr>
          <a:lstStyle/>
          <a:p>
            <a:endParaRPr/>
          </a:p>
        </p:txBody>
      </p:sp>
      <p:sp>
        <p:nvSpPr>
          <p:cNvPr id="132" name="Slide Number"/>
          <p:cNvSpPr txBox="1">
            <a:spLocks noGrp="1"/>
          </p:cNvSpPr>
          <p:nvPr>
            <p:ph type="sldNum" sz="quarter" idx="2"/>
          </p:nvPr>
        </p:nvSpPr>
        <p:spPr>
          <a:xfrm>
            <a:off x="6216440" y="3338090"/>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17550060"/>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type="tx">
  <p:cSld name="Placeholder 03">
    <p:spTree>
      <p:nvGrpSpPr>
        <p:cNvPr id="1" name=""/>
        <p:cNvGrpSpPr/>
        <p:nvPr/>
      </p:nvGrpSpPr>
      <p:grpSpPr>
        <a:xfrm>
          <a:off x="0" y="0"/>
          <a:ext cx="0" cy="0"/>
          <a:chOff x="0" y="0"/>
          <a:chExt cx="0" cy="0"/>
        </a:xfrm>
      </p:grpSpPr>
      <p:sp>
        <p:nvSpPr>
          <p:cNvPr id="139" name="Google Shape;63;p36"/>
          <p:cNvSpPr>
            <a:spLocks noGrp="1"/>
          </p:cNvSpPr>
          <p:nvPr>
            <p:ph type="pic" sz="half" idx="21"/>
          </p:nvPr>
        </p:nvSpPr>
        <p:spPr>
          <a:xfrm>
            <a:off x="386952" y="832766"/>
            <a:ext cx="8478440" cy="2085384"/>
          </a:xfrm>
          <a:prstGeom prst="rect">
            <a:avLst/>
          </a:prstGeom>
        </p:spPr>
        <p:txBody>
          <a:bodyPr lIns="91439" tIns="45719" rIns="91439" bIns="45719">
            <a:noAutofit/>
          </a:bodyPr>
          <a:lstStyle/>
          <a:p>
            <a:endParaRPr/>
          </a:p>
        </p:txBody>
      </p:sp>
      <p:sp>
        <p:nvSpPr>
          <p:cNvPr id="140" name="Slide Number"/>
          <p:cNvSpPr txBox="1">
            <a:spLocks noGrp="1"/>
          </p:cNvSpPr>
          <p:nvPr>
            <p:ph type="sldNum" sz="quarter" idx="2"/>
          </p:nvPr>
        </p:nvSpPr>
        <p:spPr>
          <a:xfrm>
            <a:off x="6216440" y="3338090"/>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027492632"/>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type="tx">
  <p:cSld name="Placeholder 04">
    <p:spTree>
      <p:nvGrpSpPr>
        <p:cNvPr id="1" name=""/>
        <p:cNvGrpSpPr/>
        <p:nvPr/>
      </p:nvGrpSpPr>
      <p:grpSpPr>
        <a:xfrm>
          <a:off x="0" y="0"/>
          <a:ext cx="0" cy="0"/>
          <a:chOff x="0" y="0"/>
          <a:chExt cx="0" cy="0"/>
        </a:xfrm>
      </p:grpSpPr>
      <p:sp>
        <p:nvSpPr>
          <p:cNvPr id="147" name="Google Shape;66;p37"/>
          <p:cNvSpPr>
            <a:spLocks noGrp="1"/>
          </p:cNvSpPr>
          <p:nvPr>
            <p:ph type="pic" sz="quarter" idx="21"/>
          </p:nvPr>
        </p:nvSpPr>
        <p:spPr>
          <a:xfrm>
            <a:off x="386953" y="1014690"/>
            <a:ext cx="2064544" cy="3852585"/>
          </a:xfrm>
          <a:prstGeom prst="rect">
            <a:avLst/>
          </a:prstGeom>
        </p:spPr>
        <p:txBody>
          <a:bodyPr lIns="91439" tIns="45719" rIns="91439" bIns="45719">
            <a:noAutofit/>
          </a:bodyPr>
          <a:lstStyle/>
          <a:p>
            <a:endParaRPr/>
          </a:p>
        </p:txBody>
      </p:sp>
      <p:sp>
        <p:nvSpPr>
          <p:cNvPr id="148" name="Google Shape;67;p37"/>
          <p:cNvSpPr>
            <a:spLocks noGrp="1"/>
          </p:cNvSpPr>
          <p:nvPr>
            <p:ph type="pic" sz="quarter" idx="22"/>
          </p:nvPr>
        </p:nvSpPr>
        <p:spPr>
          <a:xfrm>
            <a:off x="2628631" y="634365"/>
            <a:ext cx="2064549" cy="3852584"/>
          </a:xfrm>
          <a:prstGeom prst="rect">
            <a:avLst/>
          </a:prstGeom>
        </p:spPr>
        <p:txBody>
          <a:bodyPr lIns="91439" tIns="45719" rIns="91439" bIns="45719">
            <a:noAutofit/>
          </a:bodyPr>
          <a:lstStyle/>
          <a:p>
            <a:endParaRPr/>
          </a:p>
        </p:txBody>
      </p:sp>
      <p:sp>
        <p:nvSpPr>
          <p:cNvPr id="149" name="Slide Number"/>
          <p:cNvSpPr txBox="1">
            <a:spLocks noGrp="1"/>
          </p:cNvSpPr>
          <p:nvPr>
            <p:ph type="sldNum" sz="quarter" idx="2"/>
          </p:nvPr>
        </p:nvSpPr>
        <p:spPr>
          <a:xfrm>
            <a:off x="6216440" y="3338090"/>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613890435"/>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type="tx">
  <p:cSld name="Placeholder 05">
    <p:spTree>
      <p:nvGrpSpPr>
        <p:cNvPr id="1" name=""/>
        <p:cNvGrpSpPr/>
        <p:nvPr/>
      </p:nvGrpSpPr>
      <p:grpSpPr>
        <a:xfrm>
          <a:off x="0" y="0"/>
          <a:ext cx="0" cy="0"/>
          <a:chOff x="0" y="0"/>
          <a:chExt cx="0" cy="0"/>
        </a:xfrm>
      </p:grpSpPr>
      <p:sp>
        <p:nvSpPr>
          <p:cNvPr id="156" name="Google Shape;70;p38"/>
          <p:cNvSpPr>
            <a:spLocks noGrp="1"/>
          </p:cNvSpPr>
          <p:nvPr>
            <p:ph type="pic" idx="21"/>
          </p:nvPr>
        </p:nvSpPr>
        <p:spPr>
          <a:xfrm>
            <a:off x="4984817" y="634363"/>
            <a:ext cx="3780283" cy="5147313"/>
          </a:xfrm>
          <a:prstGeom prst="rect">
            <a:avLst/>
          </a:prstGeom>
        </p:spPr>
        <p:txBody>
          <a:bodyPr lIns="91439" tIns="45719" rIns="91439" bIns="45719">
            <a:noAutofit/>
          </a:bodyPr>
          <a:lstStyle/>
          <a:p>
            <a:endParaRPr/>
          </a:p>
        </p:txBody>
      </p:sp>
      <p:sp>
        <p:nvSpPr>
          <p:cNvPr id="157" name="Slide Number"/>
          <p:cNvSpPr txBox="1">
            <a:spLocks noGrp="1"/>
          </p:cNvSpPr>
          <p:nvPr>
            <p:ph type="sldNum" sz="quarter" idx="2"/>
          </p:nvPr>
        </p:nvSpPr>
        <p:spPr>
          <a:xfrm>
            <a:off x="6216440" y="3338090"/>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861652856"/>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type="tx">
  <p:cSld name="Placeholder 06">
    <p:spTree>
      <p:nvGrpSpPr>
        <p:cNvPr id="1" name=""/>
        <p:cNvGrpSpPr/>
        <p:nvPr/>
      </p:nvGrpSpPr>
      <p:grpSpPr>
        <a:xfrm>
          <a:off x="0" y="0"/>
          <a:ext cx="0" cy="0"/>
          <a:chOff x="0" y="0"/>
          <a:chExt cx="0" cy="0"/>
        </a:xfrm>
      </p:grpSpPr>
      <p:sp>
        <p:nvSpPr>
          <p:cNvPr id="164" name="Google Shape;73;p39"/>
          <p:cNvSpPr>
            <a:spLocks noGrp="1"/>
          </p:cNvSpPr>
          <p:nvPr>
            <p:ph type="pic" sz="quarter" idx="21"/>
          </p:nvPr>
        </p:nvSpPr>
        <p:spPr>
          <a:xfrm>
            <a:off x="386953" y="2571750"/>
            <a:ext cx="3770709" cy="2158090"/>
          </a:xfrm>
          <a:prstGeom prst="rect">
            <a:avLst/>
          </a:prstGeom>
        </p:spPr>
        <p:txBody>
          <a:bodyPr lIns="91439" tIns="45719" rIns="91439" bIns="45719">
            <a:noAutofit/>
          </a:bodyPr>
          <a:lstStyle/>
          <a:p>
            <a:endParaRPr/>
          </a:p>
        </p:txBody>
      </p:sp>
      <p:sp>
        <p:nvSpPr>
          <p:cNvPr id="165" name="Slide Number"/>
          <p:cNvSpPr txBox="1">
            <a:spLocks noGrp="1"/>
          </p:cNvSpPr>
          <p:nvPr>
            <p:ph type="sldNum" sz="quarter" idx="2"/>
          </p:nvPr>
        </p:nvSpPr>
        <p:spPr>
          <a:xfrm>
            <a:off x="6216440" y="3338090"/>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995930253"/>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type="tx">
  <p:cSld name="Placeholder 07">
    <p:spTree>
      <p:nvGrpSpPr>
        <p:cNvPr id="1" name=""/>
        <p:cNvGrpSpPr/>
        <p:nvPr/>
      </p:nvGrpSpPr>
      <p:grpSpPr>
        <a:xfrm>
          <a:off x="0" y="0"/>
          <a:ext cx="0" cy="0"/>
          <a:chOff x="0" y="0"/>
          <a:chExt cx="0" cy="0"/>
        </a:xfrm>
      </p:grpSpPr>
      <p:sp>
        <p:nvSpPr>
          <p:cNvPr id="172" name="Google Shape;76;p40"/>
          <p:cNvSpPr>
            <a:spLocks noGrp="1"/>
          </p:cNvSpPr>
          <p:nvPr>
            <p:ph type="pic" sz="half" idx="21"/>
          </p:nvPr>
        </p:nvSpPr>
        <p:spPr>
          <a:xfrm>
            <a:off x="386953" y="957262"/>
            <a:ext cx="3770709" cy="4729165"/>
          </a:xfrm>
          <a:prstGeom prst="rect">
            <a:avLst/>
          </a:prstGeom>
        </p:spPr>
        <p:txBody>
          <a:bodyPr lIns="91439" tIns="45719" rIns="91439" bIns="45719">
            <a:noAutofit/>
          </a:bodyPr>
          <a:lstStyle/>
          <a:p>
            <a:endParaRPr/>
          </a:p>
        </p:txBody>
      </p:sp>
      <p:sp>
        <p:nvSpPr>
          <p:cNvPr id="173" name="Slide Number"/>
          <p:cNvSpPr txBox="1">
            <a:spLocks noGrp="1"/>
          </p:cNvSpPr>
          <p:nvPr>
            <p:ph type="sldNum" sz="quarter" idx="2"/>
          </p:nvPr>
        </p:nvSpPr>
        <p:spPr>
          <a:xfrm>
            <a:off x="6216440" y="3338090"/>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595617006"/>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type="tx">
  <p:cSld name="Placeholder 08">
    <p:spTree>
      <p:nvGrpSpPr>
        <p:cNvPr id="1" name=""/>
        <p:cNvGrpSpPr/>
        <p:nvPr/>
      </p:nvGrpSpPr>
      <p:grpSpPr>
        <a:xfrm>
          <a:off x="0" y="0"/>
          <a:ext cx="0" cy="0"/>
          <a:chOff x="0" y="0"/>
          <a:chExt cx="0" cy="0"/>
        </a:xfrm>
      </p:grpSpPr>
      <p:sp>
        <p:nvSpPr>
          <p:cNvPr id="180" name="Google Shape;79;p41"/>
          <p:cNvSpPr>
            <a:spLocks noGrp="1"/>
          </p:cNvSpPr>
          <p:nvPr>
            <p:ph type="pic" idx="21"/>
          </p:nvPr>
        </p:nvSpPr>
        <p:spPr>
          <a:xfrm>
            <a:off x="0" y="0"/>
            <a:ext cx="9144000" cy="5143500"/>
          </a:xfrm>
          <a:prstGeom prst="rect">
            <a:avLst/>
          </a:prstGeom>
        </p:spPr>
        <p:txBody>
          <a:bodyPr lIns="91439" tIns="45719" rIns="91439" bIns="45719">
            <a:noAutofit/>
          </a:bodyPr>
          <a:lstStyle/>
          <a:p>
            <a:endParaRPr/>
          </a:p>
        </p:txBody>
      </p:sp>
      <p:sp>
        <p:nvSpPr>
          <p:cNvPr id="181" name="Slide Number"/>
          <p:cNvSpPr txBox="1">
            <a:spLocks noGrp="1"/>
          </p:cNvSpPr>
          <p:nvPr>
            <p:ph type="sldNum" sz="quarter" idx="2"/>
          </p:nvPr>
        </p:nvSpPr>
        <p:spPr>
          <a:xfrm>
            <a:off x="6216440" y="3338090"/>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850521428"/>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type="tx">
  <p:cSld name="Placeholder 09">
    <p:spTree>
      <p:nvGrpSpPr>
        <p:cNvPr id="1" name=""/>
        <p:cNvGrpSpPr/>
        <p:nvPr/>
      </p:nvGrpSpPr>
      <p:grpSpPr>
        <a:xfrm>
          <a:off x="0" y="0"/>
          <a:ext cx="0" cy="0"/>
          <a:chOff x="0" y="0"/>
          <a:chExt cx="0" cy="0"/>
        </a:xfrm>
      </p:grpSpPr>
      <p:sp>
        <p:nvSpPr>
          <p:cNvPr id="188" name="Google Shape;82;p42"/>
          <p:cNvSpPr>
            <a:spLocks noGrp="1"/>
          </p:cNvSpPr>
          <p:nvPr>
            <p:ph type="pic" sz="quarter" idx="21"/>
          </p:nvPr>
        </p:nvSpPr>
        <p:spPr>
          <a:xfrm>
            <a:off x="7542569" y="0"/>
            <a:ext cx="1601438" cy="5143500"/>
          </a:xfrm>
          <a:prstGeom prst="rect">
            <a:avLst/>
          </a:prstGeom>
        </p:spPr>
        <p:txBody>
          <a:bodyPr lIns="91439" tIns="45719" rIns="91439" bIns="45719">
            <a:noAutofit/>
          </a:bodyPr>
          <a:lstStyle/>
          <a:p>
            <a:endParaRPr/>
          </a:p>
        </p:txBody>
      </p:sp>
      <p:sp>
        <p:nvSpPr>
          <p:cNvPr id="189" name="Slide Number"/>
          <p:cNvSpPr txBox="1">
            <a:spLocks noGrp="1"/>
          </p:cNvSpPr>
          <p:nvPr>
            <p:ph type="sldNum" sz="quarter" idx="2"/>
          </p:nvPr>
        </p:nvSpPr>
        <p:spPr>
          <a:xfrm>
            <a:off x="6216440" y="3338090"/>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154317794"/>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type="tx">
  <p:cSld name="Placeholder 10">
    <p:spTree>
      <p:nvGrpSpPr>
        <p:cNvPr id="1" name=""/>
        <p:cNvGrpSpPr/>
        <p:nvPr/>
      </p:nvGrpSpPr>
      <p:grpSpPr>
        <a:xfrm>
          <a:off x="0" y="0"/>
          <a:ext cx="0" cy="0"/>
          <a:chOff x="0" y="0"/>
          <a:chExt cx="0" cy="0"/>
        </a:xfrm>
      </p:grpSpPr>
      <p:sp>
        <p:nvSpPr>
          <p:cNvPr id="196" name="Google Shape;85;p43"/>
          <p:cNvSpPr>
            <a:spLocks noGrp="1"/>
          </p:cNvSpPr>
          <p:nvPr>
            <p:ph type="pic" idx="21"/>
          </p:nvPr>
        </p:nvSpPr>
        <p:spPr>
          <a:xfrm>
            <a:off x="0" y="0"/>
            <a:ext cx="9144000" cy="5143500"/>
          </a:xfrm>
          <a:prstGeom prst="rect">
            <a:avLst/>
          </a:prstGeom>
        </p:spPr>
        <p:txBody>
          <a:bodyPr lIns="91439" tIns="45719" rIns="91439" bIns="45719">
            <a:noAutofit/>
          </a:bodyPr>
          <a:lstStyle/>
          <a:p>
            <a:endParaRPr/>
          </a:p>
        </p:txBody>
      </p:sp>
      <p:sp>
        <p:nvSpPr>
          <p:cNvPr id="197" name="Slide Number"/>
          <p:cNvSpPr txBox="1">
            <a:spLocks noGrp="1"/>
          </p:cNvSpPr>
          <p:nvPr>
            <p:ph type="sldNum" sz="quarter" idx="2"/>
          </p:nvPr>
        </p:nvSpPr>
        <p:spPr>
          <a:xfrm>
            <a:off x="6216440" y="3338090"/>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67600158"/>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type="tx">
  <p:cSld name="Placeholder 11">
    <p:spTree>
      <p:nvGrpSpPr>
        <p:cNvPr id="1" name=""/>
        <p:cNvGrpSpPr/>
        <p:nvPr/>
      </p:nvGrpSpPr>
      <p:grpSpPr>
        <a:xfrm>
          <a:off x="0" y="0"/>
          <a:ext cx="0" cy="0"/>
          <a:chOff x="0" y="0"/>
          <a:chExt cx="0" cy="0"/>
        </a:xfrm>
      </p:grpSpPr>
      <p:sp>
        <p:nvSpPr>
          <p:cNvPr id="204" name="Google Shape;88;p44"/>
          <p:cNvSpPr>
            <a:spLocks noGrp="1"/>
          </p:cNvSpPr>
          <p:nvPr>
            <p:ph type="pic" sz="half" idx="21"/>
          </p:nvPr>
        </p:nvSpPr>
        <p:spPr>
          <a:xfrm>
            <a:off x="5125453" y="469608"/>
            <a:ext cx="3739942" cy="4204283"/>
          </a:xfrm>
          <a:prstGeom prst="rect">
            <a:avLst/>
          </a:prstGeom>
        </p:spPr>
        <p:txBody>
          <a:bodyPr lIns="91439" tIns="45719" rIns="91439" bIns="45719">
            <a:noAutofit/>
          </a:bodyPr>
          <a:lstStyle/>
          <a:p>
            <a:endParaRPr/>
          </a:p>
        </p:txBody>
      </p:sp>
      <p:sp>
        <p:nvSpPr>
          <p:cNvPr id="205" name="Slide Number"/>
          <p:cNvSpPr txBox="1">
            <a:spLocks noGrp="1"/>
          </p:cNvSpPr>
          <p:nvPr>
            <p:ph type="sldNum" sz="quarter" idx="2"/>
          </p:nvPr>
        </p:nvSpPr>
        <p:spPr>
          <a:xfrm>
            <a:off x="6216440" y="3338090"/>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506320397"/>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type="tx">
  <p:cSld name="Placeholder 12">
    <p:spTree>
      <p:nvGrpSpPr>
        <p:cNvPr id="1" name=""/>
        <p:cNvGrpSpPr/>
        <p:nvPr/>
      </p:nvGrpSpPr>
      <p:grpSpPr>
        <a:xfrm>
          <a:off x="0" y="0"/>
          <a:ext cx="0" cy="0"/>
          <a:chOff x="0" y="0"/>
          <a:chExt cx="0" cy="0"/>
        </a:xfrm>
      </p:grpSpPr>
      <p:sp>
        <p:nvSpPr>
          <p:cNvPr id="212" name="Google Shape;91;p45"/>
          <p:cNvSpPr>
            <a:spLocks noGrp="1"/>
          </p:cNvSpPr>
          <p:nvPr>
            <p:ph type="pic" sz="quarter" idx="21"/>
          </p:nvPr>
        </p:nvSpPr>
        <p:spPr>
          <a:xfrm>
            <a:off x="414858" y="2250281"/>
            <a:ext cx="1663451" cy="1885821"/>
          </a:xfrm>
          <a:prstGeom prst="rect">
            <a:avLst/>
          </a:prstGeom>
        </p:spPr>
        <p:txBody>
          <a:bodyPr lIns="91439" tIns="45719" rIns="91439" bIns="45719">
            <a:noAutofit/>
          </a:bodyPr>
          <a:lstStyle/>
          <a:p>
            <a:endParaRPr/>
          </a:p>
        </p:txBody>
      </p:sp>
      <p:sp>
        <p:nvSpPr>
          <p:cNvPr id="213" name="Google Shape;92;p45"/>
          <p:cNvSpPr>
            <a:spLocks noGrp="1"/>
          </p:cNvSpPr>
          <p:nvPr>
            <p:ph type="pic" sz="quarter" idx="22"/>
          </p:nvPr>
        </p:nvSpPr>
        <p:spPr>
          <a:xfrm>
            <a:off x="2665141" y="2250280"/>
            <a:ext cx="1663451" cy="1885822"/>
          </a:xfrm>
          <a:prstGeom prst="rect">
            <a:avLst/>
          </a:prstGeom>
        </p:spPr>
        <p:txBody>
          <a:bodyPr lIns="91439" tIns="45719" rIns="91439" bIns="45719">
            <a:noAutofit/>
          </a:bodyPr>
          <a:lstStyle/>
          <a:p>
            <a:endParaRPr/>
          </a:p>
        </p:txBody>
      </p:sp>
      <p:sp>
        <p:nvSpPr>
          <p:cNvPr id="214" name="Google Shape;93;p45"/>
          <p:cNvSpPr>
            <a:spLocks noGrp="1"/>
          </p:cNvSpPr>
          <p:nvPr>
            <p:ph type="pic" sz="quarter" idx="23"/>
          </p:nvPr>
        </p:nvSpPr>
        <p:spPr>
          <a:xfrm>
            <a:off x="4915420" y="2250276"/>
            <a:ext cx="1663454" cy="1885826"/>
          </a:xfrm>
          <a:prstGeom prst="rect">
            <a:avLst/>
          </a:prstGeom>
        </p:spPr>
        <p:txBody>
          <a:bodyPr lIns="91439" tIns="45719" rIns="91439" bIns="45719">
            <a:noAutofit/>
          </a:bodyPr>
          <a:lstStyle/>
          <a:p>
            <a:endParaRPr/>
          </a:p>
        </p:txBody>
      </p:sp>
      <p:sp>
        <p:nvSpPr>
          <p:cNvPr id="215" name="Google Shape;94;p45"/>
          <p:cNvSpPr>
            <a:spLocks noGrp="1"/>
          </p:cNvSpPr>
          <p:nvPr>
            <p:ph type="pic" sz="quarter" idx="24"/>
          </p:nvPr>
        </p:nvSpPr>
        <p:spPr>
          <a:xfrm>
            <a:off x="7065691" y="2250276"/>
            <a:ext cx="1663455" cy="1885822"/>
          </a:xfrm>
          <a:prstGeom prst="rect">
            <a:avLst/>
          </a:prstGeom>
        </p:spPr>
        <p:txBody>
          <a:bodyPr lIns="91439" tIns="45719" rIns="91439" bIns="45719">
            <a:noAutofit/>
          </a:bodyPr>
          <a:lstStyle/>
          <a:p>
            <a:endParaRPr/>
          </a:p>
        </p:txBody>
      </p:sp>
      <p:sp>
        <p:nvSpPr>
          <p:cNvPr id="216" name="Slide Number"/>
          <p:cNvSpPr txBox="1">
            <a:spLocks noGrp="1"/>
          </p:cNvSpPr>
          <p:nvPr>
            <p:ph type="sldNum" sz="quarter" idx="2"/>
          </p:nvPr>
        </p:nvSpPr>
        <p:spPr>
          <a:xfrm>
            <a:off x="6216440" y="3338090"/>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686693059"/>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type="tx">
  <p:cSld name="Placeholder 13">
    <p:spTree>
      <p:nvGrpSpPr>
        <p:cNvPr id="1" name=""/>
        <p:cNvGrpSpPr/>
        <p:nvPr/>
      </p:nvGrpSpPr>
      <p:grpSpPr>
        <a:xfrm>
          <a:off x="0" y="0"/>
          <a:ext cx="0" cy="0"/>
          <a:chOff x="0" y="0"/>
          <a:chExt cx="0" cy="0"/>
        </a:xfrm>
      </p:grpSpPr>
      <p:sp>
        <p:nvSpPr>
          <p:cNvPr id="223" name="Google Shape;97;p46"/>
          <p:cNvSpPr>
            <a:spLocks noGrp="1"/>
          </p:cNvSpPr>
          <p:nvPr>
            <p:ph type="pic" sz="quarter" idx="21"/>
          </p:nvPr>
        </p:nvSpPr>
        <p:spPr>
          <a:xfrm>
            <a:off x="414858" y="985837"/>
            <a:ext cx="2349775" cy="3881440"/>
          </a:xfrm>
          <a:prstGeom prst="rect">
            <a:avLst/>
          </a:prstGeom>
        </p:spPr>
        <p:txBody>
          <a:bodyPr lIns="91439" tIns="45719" rIns="91439" bIns="45719">
            <a:noAutofit/>
          </a:bodyPr>
          <a:lstStyle/>
          <a:p>
            <a:endParaRPr/>
          </a:p>
        </p:txBody>
      </p:sp>
      <p:sp>
        <p:nvSpPr>
          <p:cNvPr id="224" name="Google Shape;98;p46"/>
          <p:cNvSpPr>
            <a:spLocks noGrp="1"/>
          </p:cNvSpPr>
          <p:nvPr>
            <p:ph type="pic" sz="quarter" idx="22"/>
          </p:nvPr>
        </p:nvSpPr>
        <p:spPr>
          <a:xfrm>
            <a:off x="2908029" y="985837"/>
            <a:ext cx="2349771" cy="3881440"/>
          </a:xfrm>
          <a:prstGeom prst="rect">
            <a:avLst/>
          </a:prstGeom>
        </p:spPr>
        <p:txBody>
          <a:bodyPr lIns="91439" tIns="45719" rIns="91439" bIns="45719">
            <a:noAutofit/>
          </a:bodyPr>
          <a:lstStyle/>
          <a:p>
            <a:endParaRPr/>
          </a:p>
        </p:txBody>
      </p:sp>
      <p:sp>
        <p:nvSpPr>
          <p:cNvPr id="225" name="Slide Number"/>
          <p:cNvSpPr txBox="1">
            <a:spLocks noGrp="1"/>
          </p:cNvSpPr>
          <p:nvPr>
            <p:ph type="sldNum" sz="quarter" idx="2"/>
          </p:nvPr>
        </p:nvSpPr>
        <p:spPr>
          <a:xfrm>
            <a:off x="6216440" y="3338090"/>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655475001"/>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type="tx">
  <p:cSld name="Placeholder 14">
    <p:spTree>
      <p:nvGrpSpPr>
        <p:cNvPr id="1" name=""/>
        <p:cNvGrpSpPr/>
        <p:nvPr/>
      </p:nvGrpSpPr>
      <p:grpSpPr>
        <a:xfrm>
          <a:off x="0" y="0"/>
          <a:ext cx="0" cy="0"/>
          <a:chOff x="0" y="0"/>
          <a:chExt cx="0" cy="0"/>
        </a:xfrm>
      </p:grpSpPr>
      <p:sp>
        <p:nvSpPr>
          <p:cNvPr id="232" name="Google Shape;101;p47"/>
          <p:cNvSpPr>
            <a:spLocks noGrp="1"/>
          </p:cNvSpPr>
          <p:nvPr>
            <p:ph type="pic" sz="quarter" idx="21"/>
          </p:nvPr>
        </p:nvSpPr>
        <p:spPr>
          <a:xfrm>
            <a:off x="3716994" y="634363"/>
            <a:ext cx="2406927" cy="3874774"/>
          </a:xfrm>
          <a:prstGeom prst="rect">
            <a:avLst/>
          </a:prstGeom>
        </p:spPr>
        <p:txBody>
          <a:bodyPr lIns="91439" tIns="45719" rIns="91439" bIns="45719">
            <a:noAutofit/>
          </a:bodyPr>
          <a:lstStyle/>
          <a:p>
            <a:endParaRPr/>
          </a:p>
        </p:txBody>
      </p:sp>
      <p:sp>
        <p:nvSpPr>
          <p:cNvPr id="233" name="Google Shape;102;p47"/>
          <p:cNvSpPr>
            <a:spLocks noGrp="1"/>
          </p:cNvSpPr>
          <p:nvPr>
            <p:ph type="pic" sz="quarter" idx="22"/>
          </p:nvPr>
        </p:nvSpPr>
        <p:spPr>
          <a:xfrm>
            <a:off x="6537745" y="634363"/>
            <a:ext cx="2219306" cy="1937387"/>
          </a:xfrm>
          <a:prstGeom prst="rect">
            <a:avLst/>
          </a:prstGeom>
        </p:spPr>
        <p:txBody>
          <a:bodyPr lIns="91439" tIns="45719" rIns="91439" bIns="45719">
            <a:noAutofit/>
          </a:bodyPr>
          <a:lstStyle/>
          <a:p>
            <a:endParaRPr/>
          </a:p>
        </p:txBody>
      </p:sp>
      <p:sp>
        <p:nvSpPr>
          <p:cNvPr id="234" name="Slide Number"/>
          <p:cNvSpPr txBox="1">
            <a:spLocks noGrp="1"/>
          </p:cNvSpPr>
          <p:nvPr>
            <p:ph type="sldNum" sz="quarter" idx="2"/>
          </p:nvPr>
        </p:nvSpPr>
        <p:spPr>
          <a:xfrm>
            <a:off x="6216440" y="3338090"/>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330686179"/>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type="tx">
  <p:cSld name="Placeholder 15">
    <p:spTree>
      <p:nvGrpSpPr>
        <p:cNvPr id="1" name=""/>
        <p:cNvGrpSpPr/>
        <p:nvPr/>
      </p:nvGrpSpPr>
      <p:grpSpPr>
        <a:xfrm>
          <a:off x="0" y="0"/>
          <a:ext cx="0" cy="0"/>
          <a:chOff x="0" y="0"/>
          <a:chExt cx="0" cy="0"/>
        </a:xfrm>
      </p:grpSpPr>
      <p:sp>
        <p:nvSpPr>
          <p:cNvPr id="241" name="Google Shape;105;p48"/>
          <p:cNvSpPr>
            <a:spLocks noGrp="1"/>
          </p:cNvSpPr>
          <p:nvPr>
            <p:ph type="pic" sz="quarter" idx="21"/>
          </p:nvPr>
        </p:nvSpPr>
        <p:spPr>
          <a:xfrm>
            <a:off x="386953" y="860244"/>
            <a:ext cx="4656536" cy="1937387"/>
          </a:xfrm>
          <a:prstGeom prst="rect">
            <a:avLst/>
          </a:prstGeom>
        </p:spPr>
        <p:txBody>
          <a:bodyPr lIns="91439" tIns="45719" rIns="91439" bIns="45719">
            <a:noAutofit/>
          </a:bodyPr>
          <a:lstStyle/>
          <a:p>
            <a:endParaRPr/>
          </a:p>
        </p:txBody>
      </p:sp>
      <p:sp>
        <p:nvSpPr>
          <p:cNvPr id="242" name="Google Shape;106;p48"/>
          <p:cNvSpPr>
            <a:spLocks noGrp="1"/>
          </p:cNvSpPr>
          <p:nvPr>
            <p:ph type="pic" sz="quarter" idx="22"/>
          </p:nvPr>
        </p:nvSpPr>
        <p:spPr>
          <a:xfrm>
            <a:off x="386953" y="2926556"/>
            <a:ext cx="4656536" cy="1937389"/>
          </a:xfrm>
          <a:prstGeom prst="rect">
            <a:avLst/>
          </a:prstGeom>
        </p:spPr>
        <p:txBody>
          <a:bodyPr lIns="91439" tIns="45719" rIns="91439" bIns="45719">
            <a:noAutofit/>
          </a:bodyPr>
          <a:lstStyle/>
          <a:p>
            <a:endParaRPr/>
          </a:p>
        </p:txBody>
      </p:sp>
      <p:sp>
        <p:nvSpPr>
          <p:cNvPr id="243" name="Slide Number"/>
          <p:cNvSpPr txBox="1">
            <a:spLocks noGrp="1"/>
          </p:cNvSpPr>
          <p:nvPr>
            <p:ph type="sldNum" sz="quarter" idx="2"/>
          </p:nvPr>
        </p:nvSpPr>
        <p:spPr>
          <a:xfrm>
            <a:off x="6216440" y="3338090"/>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288264461"/>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type="tx">
  <p:cSld name="Placeholder 16">
    <p:spTree>
      <p:nvGrpSpPr>
        <p:cNvPr id="1" name=""/>
        <p:cNvGrpSpPr/>
        <p:nvPr/>
      </p:nvGrpSpPr>
      <p:grpSpPr>
        <a:xfrm>
          <a:off x="0" y="0"/>
          <a:ext cx="0" cy="0"/>
          <a:chOff x="0" y="0"/>
          <a:chExt cx="0" cy="0"/>
        </a:xfrm>
      </p:grpSpPr>
      <p:sp>
        <p:nvSpPr>
          <p:cNvPr id="250" name="Google Shape;109;p49"/>
          <p:cNvSpPr>
            <a:spLocks noGrp="1"/>
          </p:cNvSpPr>
          <p:nvPr>
            <p:ph type="pic" sz="quarter" idx="21"/>
          </p:nvPr>
        </p:nvSpPr>
        <p:spPr>
          <a:xfrm>
            <a:off x="694712" y="2113776"/>
            <a:ext cx="1210895" cy="1210895"/>
          </a:xfrm>
          <a:prstGeom prst="rect">
            <a:avLst/>
          </a:prstGeom>
        </p:spPr>
        <p:txBody>
          <a:bodyPr lIns="91439" tIns="45719" rIns="91439" bIns="45719">
            <a:noAutofit/>
          </a:bodyPr>
          <a:lstStyle/>
          <a:p>
            <a:endParaRPr/>
          </a:p>
        </p:txBody>
      </p:sp>
      <p:sp>
        <p:nvSpPr>
          <p:cNvPr id="251" name="Google Shape;110;p49"/>
          <p:cNvSpPr>
            <a:spLocks noGrp="1"/>
          </p:cNvSpPr>
          <p:nvPr>
            <p:ph type="pic" sz="quarter" idx="22"/>
          </p:nvPr>
        </p:nvSpPr>
        <p:spPr>
          <a:xfrm>
            <a:off x="5139406" y="2113775"/>
            <a:ext cx="1210900" cy="1210896"/>
          </a:xfrm>
          <a:prstGeom prst="rect">
            <a:avLst/>
          </a:prstGeom>
        </p:spPr>
        <p:txBody>
          <a:bodyPr lIns="91439" tIns="45719" rIns="91439" bIns="45719">
            <a:noAutofit/>
          </a:bodyPr>
          <a:lstStyle/>
          <a:p>
            <a:endParaRPr/>
          </a:p>
        </p:txBody>
      </p:sp>
      <p:sp>
        <p:nvSpPr>
          <p:cNvPr id="252" name="Slide Number"/>
          <p:cNvSpPr txBox="1">
            <a:spLocks noGrp="1"/>
          </p:cNvSpPr>
          <p:nvPr>
            <p:ph type="sldNum" sz="quarter" idx="2"/>
          </p:nvPr>
        </p:nvSpPr>
        <p:spPr>
          <a:xfrm>
            <a:off x="6216440" y="3338090"/>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771210167"/>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type="tx">
  <p:cSld name="Placeholder 17">
    <p:spTree>
      <p:nvGrpSpPr>
        <p:cNvPr id="1" name=""/>
        <p:cNvGrpSpPr/>
        <p:nvPr/>
      </p:nvGrpSpPr>
      <p:grpSpPr>
        <a:xfrm>
          <a:off x="0" y="0"/>
          <a:ext cx="0" cy="0"/>
          <a:chOff x="0" y="0"/>
          <a:chExt cx="0" cy="0"/>
        </a:xfrm>
      </p:grpSpPr>
      <p:sp>
        <p:nvSpPr>
          <p:cNvPr id="259" name="Google Shape;113;p50"/>
          <p:cNvSpPr>
            <a:spLocks noGrp="1"/>
          </p:cNvSpPr>
          <p:nvPr>
            <p:ph type="pic" idx="21"/>
          </p:nvPr>
        </p:nvSpPr>
        <p:spPr>
          <a:xfrm>
            <a:off x="3814164" y="634365"/>
            <a:ext cx="5051229" cy="3881438"/>
          </a:xfrm>
          <a:prstGeom prst="rect">
            <a:avLst/>
          </a:prstGeom>
        </p:spPr>
        <p:txBody>
          <a:bodyPr lIns="91439" tIns="45719" rIns="91439" bIns="45719">
            <a:noAutofit/>
          </a:bodyPr>
          <a:lstStyle/>
          <a:p>
            <a:endParaRPr/>
          </a:p>
        </p:txBody>
      </p:sp>
      <p:sp>
        <p:nvSpPr>
          <p:cNvPr id="260" name="Slide Number"/>
          <p:cNvSpPr txBox="1">
            <a:spLocks noGrp="1"/>
          </p:cNvSpPr>
          <p:nvPr>
            <p:ph type="sldNum" sz="quarter" idx="2"/>
          </p:nvPr>
        </p:nvSpPr>
        <p:spPr>
          <a:xfrm>
            <a:off x="6216440" y="3338090"/>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891788671"/>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type="tx">
  <p:cSld name="Placeholder 18">
    <p:spTree>
      <p:nvGrpSpPr>
        <p:cNvPr id="1" name=""/>
        <p:cNvGrpSpPr/>
        <p:nvPr/>
      </p:nvGrpSpPr>
      <p:grpSpPr>
        <a:xfrm>
          <a:off x="0" y="0"/>
          <a:ext cx="0" cy="0"/>
          <a:chOff x="0" y="0"/>
          <a:chExt cx="0" cy="0"/>
        </a:xfrm>
      </p:grpSpPr>
      <p:sp>
        <p:nvSpPr>
          <p:cNvPr id="267" name="Google Shape;116;p51"/>
          <p:cNvSpPr>
            <a:spLocks noGrp="1"/>
          </p:cNvSpPr>
          <p:nvPr>
            <p:ph type="pic" sz="half" idx="21"/>
          </p:nvPr>
        </p:nvSpPr>
        <p:spPr>
          <a:xfrm>
            <a:off x="5046038" y="-576943"/>
            <a:ext cx="3433932" cy="3619254"/>
          </a:xfrm>
          <a:prstGeom prst="rect">
            <a:avLst/>
          </a:prstGeom>
        </p:spPr>
        <p:txBody>
          <a:bodyPr lIns="91439" tIns="45719" rIns="91439" bIns="45719">
            <a:noAutofit/>
          </a:bodyPr>
          <a:lstStyle/>
          <a:p>
            <a:endParaRPr/>
          </a:p>
        </p:txBody>
      </p:sp>
      <p:sp>
        <p:nvSpPr>
          <p:cNvPr id="268" name="Slide Number"/>
          <p:cNvSpPr txBox="1">
            <a:spLocks noGrp="1"/>
          </p:cNvSpPr>
          <p:nvPr>
            <p:ph type="sldNum" sz="quarter" idx="2"/>
          </p:nvPr>
        </p:nvSpPr>
        <p:spPr>
          <a:xfrm>
            <a:off x="6216440" y="3338090"/>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355109180"/>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type="tx">
  <p:cSld name="Placeholder 19">
    <p:spTree>
      <p:nvGrpSpPr>
        <p:cNvPr id="1" name=""/>
        <p:cNvGrpSpPr/>
        <p:nvPr/>
      </p:nvGrpSpPr>
      <p:grpSpPr>
        <a:xfrm>
          <a:off x="0" y="0"/>
          <a:ext cx="0" cy="0"/>
          <a:chOff x="0" y="0"/>
          <a:chExt cx="0" cy="0"/>
        </a:xfrm>
      </p:grpSpPr>
      <p:sp>
        <p:nvSpPr>
          <p:cNvPr id="275" name="Google Shape;119;p52"/>
          <p:cNvSpPr>
            <a:spLocks noGrp="1"/>
          </p:cNvSpPr>
          <p:nvPr>
            <p:ph type="pic" idx="21"/>
          </p:nvPr>
        </p:nvSpPr>
        <p:spPr>
          <a:xfrm>
            <a:off x="-587829" y="990172"/>
            <a:ext cx="6326155" cy="3619256"/>
          </a:xfrm>
          <a:prstGeom prst="rect">
            <a:avLst/>
          </a:prstGeom>
        </p:spPr>
        <p:txBody>
          <a:bodyPr lIns="91439" tIns="45719" rIns="91439" bIns="45719">
            <a:noAutofit/>
          </a:bodyPr>
          <a:lstStyle/>
          <a:p>
            <a:endParaRPr/>
          </a:p>
        </p:txBody>
      </p:sp>
      <p:sp>
        <p:nvSpPr>
          <p:cNvPr id="276" name="Slide Number"/>
          <p:cNvSpPr txBox="1">
            <a:spLocks noGrp="1"/>
          </p:cNvSpPr>
          <p:nvPr>
            <p:ph type="sldNum" sz="quarter" idx="2"/>
          </p:nvPr>
        </p:nvSpPr>
        <p:spPr>
          <a:xfrm>
            <a:off x="6216440" y="3338090"/>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979507588"/>
      </p:ext>
    </p:extLst>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type="tx">
  <p:cSld name="Placeholder 20">
    <p:spTree>
      <p:nvGrpSpPr>
        <p:cNvPr id="1" name=""/>
        <p:cNvGrpSpPr/>
        <p:nvPr/>
      </p:nvGrpSpPr>
      <p:grpSpPr>
        <a:xfrm>
          <a:off x="0" y="0"/>
          <a:ext cx="0" cy="0"/>
          <a:chOff x="0" y="0"/>
          <a:chExt cx="0" cy="0"/>
        </a:xfrm>
      </p:grpSpPr>
      <p:sp>
        <p:nvSpPr>
          <p:cNvPr id="283" name="Google Shape;122;p53"/>
          <p:cNvSpPr>
            <a:spLocks noGrp="1"/>
          </p:cNvSpPr>
          <p:nvPr>
            <p:ph type="pic" idx="21"/>
          </p:nvPr>
        </p:nvSpPr>
        <p:spPr>
          <a:xfrm>
            <a:off x="4571998" y="0"/>
            <a:ext cx="4572002" cy="4450854"/>
          </a:xfrm>
          <a:prstGeom prst="rect">
            <a:avLst/>
          </a:prstGeom>
        </p:spPr>
        <p:txBody>
          <a:bodyPr lIns="91439" tIns="45719" rIns="91439" bIns="45719">
            <a:noAutofit/>
          </a:bodyPr>
          <a:lstStyle/>
          <a:p>
            <a:endParaRPr/>
          </a:p>
        </p:txBody>
      </p:sp>
      <p:sp>
        <p:nvSpPr>
          <p:cNvPr id="284" name="Slide Number"/>
          <p:cNvSpPr txBox="1">
            <a:spLocks noGrp="1"/>
          </p:cNvSpPr>
          <p:nvPr>
            <p:ph type="sldNum" sz="quarter" idx="2"/>
          </p:nvPr>
        </p:nvSpPr>
        <p:spPr>
          <a:xfrm>
            <a:off x="6216440" y="3338090"/>
            <a:ext cx="336764" cy="31834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190246620"/>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type="tx">
  <p:cSld name="Blank 2">
    <p:spTree>
      <p:nvGrpSpPr>
        <p:cNvPr id="1" name=""/>
        <p:cNvGrpSpPr/>
        <p:nvPr/>
      </p:nvGrpSpPr>
      <p:grpSpPr>
        <a:xfrm>
          <a:off x="0" y="0"/>
          <a:ext cx="0" cy="0"/>
          <a:chOff x="0" y="0"/>
          <a:chExt cx="0" cy="0"/>
        </a:xfrm>
      </p:grpSpPr>
      <p:sp>
        <p:nvSpPr>
          <p:cNvPr id="291" name="Google Shape;125;p54"/>
          <p:cNvSpPr/>
          <p:nvPr/>
        </p:nvSpPr>
        <p:spPr>
          <a:xfrm>
            <a:off x="-1" y="-4"/>
            <a:ext cx="9144001" cy="5143507"/>
          </a:xfrm>
          <a:prstGeom prst="rect">
            <a:avLst/>
          </a:prstGeom>
          <a:solidFill>
            <a:srgbClr val="013866"/>
          </a:solidFill>
          <a:ln w="12700">
            <a:miter lim="400000"/>
          </a:ln>
        </p:spPr>
        <p:txBody>
          <a:bodyPr lIns="0" tIns="0" rIns="0" bIns="0"/>
          <a:lstStyle/>
          <a:p>
            <a:pPr>
              <a:defRPr sz="900">
                <a:latin typeface="Calibri"/>
                <a:ea typeface="Calibri"/>
                <a:cs typeface="Calibri"/>
                <a:sym typeface="Calibri"/>
              </a:defRPr>
            </a:pPr>
            <a:endParaRPr/>
          </a:p>
        </p:txBody>
      </p:sp>
      <p:sp>
        <p:nvSpPr>
          <p:cNvPr id="292" name="Slide Number"/>
          <p:cNvSpPr txBox="1">
            <a:spLocks noGrp="1"/>
          </p:cNvSpPr>
          <p:nvPr>
            <p:ph type="sldNum" sz="quarter" idx="2"/>
          </p:nvPr>
        </p:nvSpPr>
        <p:spPr>
          <a:xfrm>
            <a:off x="7289507" y="4783454"/>
            <a:ext cx="128563" cy="127001"/>
          </a:xfrm>
          <a:prstGeom prst="rect">
            <a:avLst/>
          </a:prstGeom>
        </p:spPr>
        <p:txBody>
          <a:bodyPr lIns="0" tIns="0" rIns="0" bIns="0" anchor="t"/>
          <a:lstStyle>
            <a:lvl1pPr>
              <a:defRPr sz="900">
                <a:solidFill>
                  <a:srgbClr val="888888"/>
                </a:solidFill>
                <a:latin typeface="Calibri"/>
                <a:ea typeface="Calibri"/>
                <a:cs typeface="Calibri"/>
                <a:sym typeface="Calibri"/>
              </a:defRPr>
            </a:lvl1pPr>
          </a:lstStyle>
          <a:p>
            <a:fld id="{86CB4B4D-7CA3-9044-876B-883B54F8677D}" type="slidenum">
              <a:t>‹#›</a:t>
            </a:fld>
            <a:endParaRPr/>
          </a:p>
        </p:txBody>
      </p:sp>
    </p:spTree>
    <p:extLst>
      <p:ext uri="{BB962C8B-B14F-4D97-AF65-F5344CB8AC3E}">
        <p14:creationId xmlns:p14="http://schemas.microsoft.com/office/powerpoint/2010/main" val="3799424867"/>
      </p:ext>
    </p:extLst>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type="tx">
  <p:cSld name="1_Placeholder 01">
    <p:spTree>
      <p:nvGrpSpPr>
        <p:cNvPr id="1" name=""/>
        <p:cNvGrpSpPr/>
        <p:nvPr/>
      </p:nvGrpSpPr>
      <p:grpSpPr>
        <a:xfrm>
          <a:off x="0" y="0"/>
          <a:ext cx="0" cy="0"/>
          <a:chOff x="0" y="0"/>
          <a:chExt cx="0" cy="0"/>
        </a:xfrm>
      </p:grpSpPr>
      <p:sp>
        <p:nvSpPr>
          <p:cNvPr id="299" name="Image"/>
          <p:cNvSpPr>
            <a:spLocks noGrp="1"/>
          </p:cNvSpPr>
          <p:nvPr>
            <p:ph type="pic" sz="half" idx="21"/>
          </p:nvPr>
        </p:nvSpPr>
        <p:spPr>
          <a:xfrm>
            <a:off x="4571998" y="755779"/>
            <a:ext cx="5162163" cy="3631940"/>
          </a:xfrm>
          <a:prstGeom prst="rect">
            <a:avLst/>
          </a:prstGeom>
        </p:spPr>
        <p:txBody>
          <a:bodyPr lIns="91439" tIns="45719" rIns="91439" bIns="45719">
            <a:noAutofit/>
          </a:bodyPr>
          <a:lstStyle/>
          <a:p>
            <a:endParaRPr/>
          </a:p>
        </p:txBody>
      </p:sp>
      <p:sp>
        <p:nvSpPr>
          <p:cNvPr id="300" name="Slide Number"/>
          <p:cNvSpPr txBox="1">
            <a:spLocks noGrp="1"/>
          </p:cNvSpPr>
          <p:nvPr>
            <p:ph type="sldNum" sz="quarter" idx="2"/>
          </p:nvPr>
        </p:nvSpPr>
        <p:spPr>
          <a:xfrm>
            <a:off x="6216398" y="3338068"/>
            <a:ext cx="336806" cy="318389"/>
          </a:xfrm>
          <a:prstGeom prst="rect">
            <a:avLst/>
          </a:prstGeom>
        </p:spPr>
        <p:txBody>
          <a:bodyPr lIns="91421" tIns="91421" rIns="91421" bIns="91421"/>
          <a:lstStyle/>
          <a:p>
            <a:fld id="{86CB4B4D-7CA3-9044-876B-883B54F8677D}" type="slidenum">
              <a:t>‹#›</a:t>
            </a:fld>
            <a:endParaRPr/>
          </a:p>
        </p:txBody>
      </p:sp>
    </p:spTree>
    <p:extLst>
      <p:ext uri="{BB962C8B-B14F-4D97-AF65-F5344CB8AC3E}">
        <p14:creationId xmlns:p14="http://schemas.microsoft.com/office/powerpoint/2010/main" val="2531026615"/>
      </p:ext>
    </p:extLst>
  </p:cSld>
  <p:clrMapOvr>
    <a:masterClrMapping/>
  </p:clrMapOvr>
  <p:transition spd="med"/>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34" Type="http://schemas.openxmlformats.org/officeDocument/2006/relationships/slideLayout" Target="../slideLayouts/slideLayout67.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33" Type="http://schemas.openxmlformats.org/officeDocument/2006/relationships/slideLayout" Target="../slideLayouts/slideLayout66.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slideLayout" Target="../slideLayouts/slideLayout62.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32" Type="http://schemas.openxmlformats.org/officeDocument/2006/relationships/slideLayout" Target="../slideLayouts/slideLayout65.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slideLayout" Target="../slideLayouts/slideLayout61.xml"/><Relationship Id="rId36" Type="http://schemas.openxmlformats.org/officeDocument/2006/relationships/theme" Target="../theme/theme2.xml"/><Relationship Id="rId10" Type="http://schemas.openxmlformats.org/officeDocument/2006/relationships/slideLayout" Target="../slideLayouts/slideLayout43.xml"/><Relationship Id="rId19" Type="http://schemas.openxmlformats.org/officeDocument/2006/relationships/slideLayout" Target="../slideLayouts/slideLayout52.xml"/><Relationship Id="rId31" Type="http://schemas.openxmlformats.org/officeDocument/2006/relationships/slideLayout" Target="../slideLayouts/slideLayout64.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slideLayout" Target="../slideLayouts/slideLayout60.xml"/><Relationship Id="rId30" Type="http://schemas.openxmlformats.org/officeDocument/2006/relationships/slideLayout" Target="../slideLayouts/slideLayout63.xml"/><Relationship Id="rId35" Type="http://schemas.openxmlformats.org/officeDocument/2006/relationships/slideLayout" Target="../slideLayouts/slideLayout68.xml"/><Relationship Id="rId8"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Google Shape;13;p53"/>
          <p:cNvSpPr/>
          <p:nvPr/>
        </p:nvSpPr>
        <p:spPr>
          <a:xfrm>
            <a:off x="-1" y="-3"/>
            <a:ext cx="9144001" cy="5143505"/>
          </a:xfrm>
          <a:prstGeom prst="rect">
            <a:avLst/>
          </a:prstGeom>
          <a:solidFill>
            <a:srgbClr val="013866"/>
          </a:solidFill>
          <a:ln w="12700">
            <a:miter lim="400000"/>
          </a:ln>
        </p:spPr>
        <p:txBody>
          <a:bodyPr lIns="0" tIns="0" rIns="0" bIns="0"/>
          <a:lstStyle/>
          <a:p>
            <a:pPr>
              <a:defRPr sz="900">
                <a:latin typeface="Calibri"/>
                <a:ea typeface="Calibri"/>
                <a:cs typeface="Calibri"/>
                <a:sym typeface="Calibri"/>
              </a:defRPr>
            </a:pPr>
            <a:endParaRPr/>
          </a:p>
        </p:txBody>
      </p:sp>
      <p:sp>
        <p:nvSpPr>
          <p:cNvPr id="3" name="Title Text"/>
          <p:cNvSpPr txBox="1">
            <a:spLocks noGrp="1"/>
          </p:cNvSpPr>
          <p:nvPr>
            <p:ph type="title"/>
          </p:nvPr>
        </p:nvSpPr>
        <p:spPr>
          <a:xfrm>
            <a:off x="457200" y="205978"/>
            <a:ext cx="8229600" cy="9941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399" tIns="91399" rIns="91399" bIns="91399">
            <a:normAutofit/>
          </a:bodyPr>
          <a:lstStyle/>
          <a:p>
            <a:r>
              <a:t>Title Text</a:t>
            </a:r>
          </a:p>
        </p:txBody>
      </p:sp>
      <p:sp>
        <p:nvSpPr>
          <p:cNvPr id="4" name="Body Level One…"/>
          <p:cNvSpPr txBox="1">
            <a:spLocks noGrp="1"/>
          </p:cNvSpPr>
          <p:nvPr>
            <p:ph type="body" idx="1"/>
          </p:nvPr>
        </p:nvSpPr>
        <p:spPr>
          <a:xfrm>
            <a:off x="457200" y="1200150"/>
            <a:ext cx="8229600" cy="39433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399" tIns="91399" rIns="91399" bIns="91399">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7289507" y="4783454"/>
            <a:ext cx="128563" cy="127001"/>
          </a:xfrm>
          <a:prstGeom prst="rect">
            <a:avLst/>
          </a:prstGeom>
          <a:ln w="12700">
            <a:miter lim="400000"/>
          </a:ln>
        </p:spPr>
        <p:txBody>
          <a:bodyPr wrap="none" lIns="0" tIns="0" rIns="0" bIns="0">
            <a:spAutoFit/>
          </a:bodyPr>
          <a:lstStyle>
            <a:lvl1pPr algn="r">
              <a:defRPr sz="900">
                <a:solidFill>
                  <a:srgbClr val="888888"/>
                </a:solidFill>
                <a:latin typeface="Calibri"/>
                <a:ea typeface="Calibri"/>
                <a:cs typeface="Calibri"/>
                <a:sym typeface="Calibri"/>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Lst>
  <p:transition spd="med"/>
  <p:txStyles>
    <p:titleStyle>
      <a:lvl1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5pPr>
      <a:lvl6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6pPr>
      <a:lvl7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7pPr>
      <a:lvl8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8pPr>
      <a:lvl9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9pPr>
    </p:titleStyle>
    <p:bodyStyle>
      <a:lvl1pPr marL="457200" marR="0" indent="-342900" algn="l" defTabSz="914400" rtl="0" latinLnBrk="0">
        <a:lnSpc>
          <a:spcPct val="115000"/>
        </a:lnSpc>
        <a:spcBef>
          <a:spcPts val="0"/>
        </a:spcBef>
        <a:spcAft>
          <a:spcPts val="0"/>
        </a:spcAft>
        <a:buClr>
          <a:srgbClr val="585858"/>
        </a:buClr>
        <a:buSzPts val="1800"/>
        <a:buFont typeface="Arial"/>
        <a:buChar char="●"/>
        <a:tabLst/>
        <a:defRPr sz="1800" b="0" i="0" u="none" strike="noStrike" cap="none" spc="0" baseline="0">
          <a:solidFill>
            <a:srgbClr val="585858"/>
          </a:solidFill>
          <a:uFillTx/>
          <a:latin typeface="+mn-lt"/>
          <a:ea typeface="+mn-ea"/>
          <a:cs typeface="+mn-cs"/>
          <a:sym typeface="Arial"/>
        </a:defRPr>
      </a:lvl1pPr>
      <a:lvl2pPr marL="914400" marR="0" indent="-342900" algn="l" defTabSz="914400" rtl="0" latinLnBrk="0">
        <a:lnSpc>
          <a:spcPct val="115000"/>
        </a:lnSpc>
        <a:spcBef>
          <a:spcPts val="0"/>
        </a:spcBef>
        <a:spcAft>
          <a:spcPts val="0"/>
        </a:spcAft>
        <a:buClr>
          <a:srgbClr val="585858"/>
        </a:buClr>
        <a:buSzPts val="1800"/>
        <a:buFont typeface="Arial"/>
        <a:buChar char="○"/>
        <a:tabLst/>
        <a:defRPr sz="1800" b="0" i="0" u="none" strike="noStrike" cap="none" spc="0" baseline="0">
          <a:solidFill>
            <a:srgbClr val="585858"/>
          </a:solidFill>
          <a:uFillTx/>
          <a:latin typeface="+mn-lt"/>
          <a:ea typeface="+mn-ea"/>
          <a:cs typeface="+mn-cs"/>
          <a:sym typeface="Arial"/>
        </a:defRPr>
      </a:lvl2pPr>
      <a:lvl3pPr marL="1371600" marR="0" indent="-342900" algn="l" defTabSz="914400" rtl="0" latinLnBrk="0">
        <a:lnSpc>
          <a:spcPct val="115000"/>
        </a:lnSpc>
        <a:spcBef>
          <a:spcPts val="0"/>
        </a:spcBef>
        <a:spcAft>
          <a:spcPts val="0"/>
        </a:spcAft>
        <a:buClr>
          <a:srgbClr val="585858"/>
        </a:buClr>
        <a:buSzPts val="1800"/>
        <a:buFont typeface="Arial"/>
        <a:buChar char="■"/>
        <a:tabLst/>
        <a:defRPr sz="1800" b="0" i="0" u="none" strike="noStrike" cap="none" spc="0" baseline="0">
          <a:solidFill>
            <a:srgbClr val="585858"/>
          </a:solidFill>
          <a:uFillTx/>
          <a:latin typeface="+mn-lt"/>
          <a:ea typeface="+mn-ea"/>
          <a:cs typeface="+mn-cs"/>
          <a:sym typeface="Arial"/>
        </a:defRPr>
      </a:lvl3pPr>
      <a:lvl4pPr marL="1828800" marR="0" indent="-342900" algn="l" defTabSz="914400" rtl="0" latinLnBrk="0">
        <a:lnSpc>
          <a:spcPct val="115000"/>
        </a:lnSpc>
        <a:spcBef>
          <a:spcPts val="0"/>
        </a:spcBef>
        <a:spcAft>
          <a:spcPts val="0"/>
        </a:spcAft>
        <a:buClr>
          <a:srgbClr val="585858"/>
        </a:buClr>
        <a:buSzPts val="1800"/>
        <a:buFont typeface="Arial"/>
        <a:buChar char="●"/>
        <a:tabLst/>
        <a:defRPr sz="1800" b="0" i="0" u="none" strike="noStrike" cap="none" spc="0" baseline="0">
          <a:solidFill>
            <a:srgbClr val="585858"/>
          </a:solidFill>
          <a:uFillTx/>
          <a:latin typeface="+mn-lt"/>
          <a:ea typeface="+mn-ea"/>
          <a:cs typeface="+mn-cs"/>
          <a:sym typeface="Arial"/>
        </a:defRPr>
      </a:lvl4pPr>
      <a:lvl5pPr marL="2286000" marR="0" indent="-342900" algn="l" defTabSz="914400" rtl="0" latinLnBrk="0">
        <a:lnSpc>
          <a:spcPct val="115000"/>
        </a:lnSpc>
        <a:spcBef>
          <a:spcPts val="0"/>
        </a:spcBef>
        <a:spcAft>
          <a:spcPts val="0"/>
        </a:spcAft>
        <a:buClr>
          <a:srgbClr val="585858"/>
        </a:buClr>
        <a:buSzPts val="1800"/>
        <a:buFont typeface="Arial"/>
        <a:buChar char="○"/>
        <a:tabLst/>
        <a:defRPr sz="1800" b="0" i="0" u="none" strike="noStrike" cap="none" spc="0" baseline="0">
          <a:solidFill>
            <a:srgbClr val="585858"/>
          </a:solidFill>
          <a:uFillTx/>
          <a:latin typeface="+mn-lt"/>
          <a:ea typeface="+mn-ea"/>
          <a:cs typeface="+mn-cs"/>
          <a:sym typeface="Arial"/>
        </a:defRPr>
      </a:lvl5pPr>
      <a:lvl6pPr marL="2743200" marR="0" indent="-342900" algn="l" defTabSz="914400" rtl="0" latinLnBrk="0">
        <a:lnSpc>
          <a:spcPct val="115000"/>
        </a:lnSpc>
        <a:spcBef>
          <a:spcPts val="0"/>
        </a:spcBef>
        <a:spcAft>
          <a:spcPts val="0"/>
        </a:spcAft>
        <a:buClr>
          <a:srgbClr val="585858"/>
        </a:buClr>
        <a:buSzPts val="1800"/>
        <a:buFont typeface="Arial"/>
        <a:buChar char="●"/>
        <a:tabLst/>
        <a:defRPr sz="1800" b="0" i="0" u="none" strike="noStrike" cap="none" spc="0" baseline="0">
          <a:solidFill>
            <a:srgbClr val="585858"/>
          </a:solidFill>
          <a:uFillTx/>
          <a:latin typeface="+mn-lt"/>
          <a:ea typeface="+mn-ea"/>
          <a:cs typeface="+mn-cs"/>
          <a:sym typeface="Arial"/>
        </a:defRPr>
      </a:lvl6pPr>
      <a:lvl7pPr marL="3200400" marR="0" indent="-342900" algn="l" defTabSz="914400" rtl="0" latinLnBrk="0">
        <a:lnSpc>
          <a:spcPct val="115000"/>
        </a:lnSpc>
        <a:spcBef>
          <a:spcPts val="0"/>
        </a:spcBef>
        <a:spcAft>
          <a:spcPts val="0"/>
        </a:spcAft>
        <a:buClr>
          <a:srgbClr val="585858"/>
        </a:buClr>
        <a:buSzPts val="1800"/>
        <a:buFont typeface="Arial"/>
        <a:buChar char="●"/>
        <a:tabLst/>
        <a:defRPr sz="1800" b="0" i="0" u="none" strike="noStrike" cap="none" spc="0" baseline="0">
          <a:solidFill>
            <a:srgbClr val="585858"/>
          </a:solidFill>
          <a:uFillTx/>
          <a:latin typeface="+mn-lt"/>
          <a:ea typeface="+mn-ea"/>
          <a:cs typeface="+mn-cs"/>
          <a:sym typeface="Arial"/>
        </a:defRPr>
      </a:lvl7pPr>
      <a:lvl8pPr marL="3657600" marR="0" indent="-342900" algn="l" defTabSz="914400" rtl="0" latinLnBrk="0">
        <a:lnSpc>
          <a:spcPct val="115000"/>
        </a:lnSpc>
        <a:spcBef>
          <a:spcPts val="0"/>
        </a:spcBef>
        <a:spcAft>
          <a:spcPts val="0"/>
        </a:spcAft>
        <a:buClr>
          <a:srgbClr val="585858"/>
        </a:buClr>
        <a:buSzPts val="1800"/>
        <a:buFont typeface="Arial"/>
        <a:buChar char="●"/>
        <a:tabLst/>
        <a:defRPr sz="1800" b="0" i="0" u="none" strike="noStrike" cap="none" spc="0" baseline="0">
          <a:solidFill>
            <a:srgbClr val="585858"/>
          </a:solidFill>
          <a:uFillTx/>
          <a:latin typeface="+mn-lt"/>
          <a:ea typeface="+mn-ea"/>
          <a:cs typeface="+mn-cs"/>
          <a:sym typeface="Arial"/>
        </a:defRPr>
      </a:lvl8pPr>
      <a:lvl9pPr marL="4114800" marR="0" indent="-342900" algn="l" defTabSz="914400" rtl="0" latinLnBrk="0">
        <a:lnSpc>
          <a:spcPct val="115000"/>
        </a:lnSpc>
        <a:spcBef>
          <a:spcPts val="0"/>
        </a:spcBef>
        <a:spcAft>
          <a:spcPts val="0"/>
        </a:spcAft>
        <a:buClr>
          <a:srgbClr val="585858"/>
        </a:buClr>
        <a:buSzPts val="1800"/>
        <a:buFont typeface="Arial"/>
        <a:buChar char="●"/>
        <a:tabLst/>
        <a:defRPr sz="1800" b="0" i="0" u="none" strike="noStrike" cap="none" spc="0" baseline="0">
          <a:solidFill>
            <a:srgbClr val="585858"/>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457200" y="205978"/>
            <a:ext cx="8229600" cy="9941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399" tIns="91399" rIns="91399" bIns="91399">
            <a:normAutofit/>
          </a:bodyPr>
          <a:lstStyle/>
          <a:p>
            <a:r>
              <a:t>Title Text</a:t>
            </a:r>
          </a:p>
        </p:txBody>
      </p:sp>
      <p:sp>
        <p:nvSpPr>
          <p:cNvPr id="3" name="Body Level One…"/>
          <p:cNvSpPr txBox="1">
            <a:spLocks noGrp="1"/>
          </p:cNvSpPr>
          <p:nvPr>
            <p:ph type="body" idx="1"/>
          </p:nvPr>
        </p:nvSpPr>
        <p:spPr>
          <a:xfrm>
            <a:off x="457200" y="1200150"/>
            <a:ext cx="8229600" cy="39433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399" tIns="91399" rIns="91399" bIns="9139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6216440" y="3338090"/>
            <a:ext cx="336763" cy="318346"/>
          </a:xfrm>
          <a:prstGeom prst="rect">
            <a:avLst/>
          </a:prstGeom>
          <a:ln w="12700">
            <a:miter lim="400000"/>
          </a:ln>
        </p:spPr>
        <p:txBody>
          <a:bodyPr wrap="none" lIns="91399" tIns="91399" rIns="91399" bIns="91399" anchor="ctr">
            <a:spAutoFit/>
          </a:bodyPr>
          <a:lstStyle>
            <a:lvl1pPr algn="r">
              <a:defRPr sz="1000">
                <a:solidFill>
                  <a:srgbClr val="585858"/>
                </a:solidFill>
              </a:defRPr>
            </a:lvl1pPr>
          </a:lstStyle>
          <a:p>
            <a:fld id="{86CB4B4D-7CA3-9044-876B-883B54F8677D}" type="slidenum">
              <a:t>‹#›</a:t>
            </a:fld>
            <a:endParaRPr/>
          </a:p>
        </p:txBody>
      </p:sp>
    </p:spTree>
    <p:extLst>
      <p:ext uri="{BB962C8B-B14F-4D97-AF65-F5344CB8AC3E}">
        <p14:creationId xmlns:p14="http://schemas.microsoft.com/office/powerpoint/2010/main" val="3637070458"/>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 id="2147483704" r:id="rId22"/>
    <p:sldLayoutId id="2147483705" r:id="rId23"/>
    <p:sldLayoutId id="2147483706" r:id="rId24"/>
    <p:sldLayoutId id="2147483707" r:id="rId25"/>
    <p:sldLayoutId id="2147483708" r:id="rId26"/>
    <p:sldLayoutId id="2147483709" r:id="rId27"/>
    <p:sldLayoutId id="2147483710" r:id="rId28"/>
    <p:sldLayoutId id="2147483711" r:id="rId29"/>
    <p:sldLayoutId id="2147483712" r:id="rId30"/>
    <p:sldLayoutId id="2147483713" r:id="rId31"/>
    <p:sldLayoutId id="2147483714" r:id="rId32"/>
    <p:sldLayoutId id="2147483715" r:id="rId33"/>
    <p:sldLayoutId id="2147483716" r:id="rId34"/>
    <p:sldLayoutId id="2147483717" r:id="rId35"/>
  </p:sldLayoutIdLst>
  <p:transition spd="med"/>
  <p:txStyles>
    <p:titleStyle>
      <a:lvl1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5pPr>
      <a:lvl6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6pPr>
      <a:lvl7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7pPr>
      <a:lvl8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8pPr>
      <a:lvl9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9pPr>
    </p:titleStyle>
    <p:bodyStyle>
      <a:lvl1pPr marL="457200" marR="0" indent="-342900" algn="l" defTabSz="914400" rtl="0" latinLnBrk="0">
        <a:lnSpc>
          <a:spcPct val="115000"/>
        </a:lnSpc>
        <a:spcBef>
          <a:spcPts val="0"/>
        </a:spcBef>
        <a:spcAft>
          <a:spcPts val="0"/>
        </a:spcAft>
        <a:buClr>
          <a:srgbClr val="585858"/>
        </a:buClr>
        <a:buSzPts val="1800"/>
        <a:buFont typeface="Arial"/>
        <a:buChar char="●"/>
        <a:tabLst/>
        <a:defRPr sz="1800" b="0" i="0" u="none" strike="noStrike" cap="none" spc="0" baseline="0">
          <a:solidFill>
            <a:srgbClr val="585858"/>
          </a:solidFill>
          <a:uFillTx/>
          <a:latin typeface="+mn-lt"/>
          <a:ea typeface="+mn-ea"/>
          <a:cs typeface="+mn-cs"/>
          <a:sym typeface="Arial"/>
        </a:defRPr>
      </a:lvl1pPr>
      <a:lvl2pPr marL="914400" marR="0" indent="-342900" algn="l" defTabSz="914400" rtl="0" latinLnBrk="0">
        <a:lnSpc>
          <a:spcPct val="115000"/>
        </a:lnSpc>
        <a:spcBef>
          <a:spcPts val="0"/>
        </a:spcBef>
        <a:spcAft>
          <a:spcPts val="0"/>
        </a:spcAft>
        <a:buClr>
          <a:srgbClr val="585858"/>
        </a:buClr>
        <a:buSzPts val="1800"/>
        <a:buFont typeface="Arial"/>
        <a:buChar char="○"/>
        <a:tabLst/>
        <a:defRPr sz="1800" b="0" i="0" u="none" strike="noStrike" cap="none" spc="0" baseline="0">
          <a:solidFill>
            <a:srgbClr val="585858"/>
          </a:solidFill>
          <a:uFillTx/>
          <a:latin typeface="+mn-lt"/>
          <a:ea typeface="+mn-ea"/>
          <a:cs typeface="+mn-cs"/>
          <a:sym typeface="Arial"/>
        </a:defRPr>
      </a:lvl2pPr>
      <a:lvl3pPr marL="1371600" marR="0" indent="-342900" algn="l" defTabSz="914400" rtl="0" latinLnBrk="0">
        <a:lnSpc>
          <a:spcPct val="115000"/>
        </a:lnSpc>
        <a:spcBef>
          <a:spcPts val="0"/>
        </a:spcBef>
        <a:spcAft>
          <a:spcPts val="0"/>
        </a:spcAft>
        <a:buClr>
          <a:srgbClr val="585858"/>
        </a:buClr>
        <a:buSzPts val="1800"/>
        <a:buFont typeface="Arial"/>
        <a:buChar char="■"/>
        <a:tabLst/>
        <a:defRPr sz="1800" b="0" i="0" u="none" strike="noStrike" cap="none" spc="0" baseline="0">
          <a:solidFill>
            <a:srgbClr val="585858"/>
          </a:solidFill>
          <a:uFillTx/>
          <a:latin typeface="+mn-lt"/>
          <a:ea typeface="+mn-ea"/>
          <a:cs typeface="+mn-cs"/>
          <a:sym typeface="Arial"/>
        </a:defRPr>
      </a:lvl3pPr>
      <a:lvl4pPr marL="1828800" marR="0" indent="-342900" algn="l" defTabSz="914400" rtl="0" latinLnBrk="0">
        <a:lnSpc>
          <a:spcPct val="115000"/>
        </a:lnSpc>
        <a:spcBef>
          <a:spcPts val="0"/>
        </a:spcBef>
        <a:spcAft>
          <a:spcPts val="0"/>
        </a:spcAft>
        <a:buClr>
          <a:srgbClr val="585858"/>
        </a:buClr>
        <a:buSzPts val="1800"/>
        <a:buFont typeface="Arial"/>
        <a:buChar char="●"/>
        <a:tabLst/>
        <a:defRPr sz="1800" b="0" i="0" u="none" strike="noStrike" cap="none" spc="0" baseline="0">
          <a:solidFill>
            <a:srgbClr val="585858"/>
          </a:solidFill>
          <a:uFillTx/>
          <a:latin typeface="+mn-lt"/>
          <a:ea typeface="+mn-ea"/>
          <a:cs typeface="+mn-cs"/>
          <a:sym typeface="Arial"/>
        </a:defRPr>
      </a:lvl4pPr>
      <a:lvl5pPr marL="2286000" marR="0" indent="-342900" algn="l" defTabSz="914400" rtl="0" latinLnBrk="0">
        <a:lnSpc>
          <a:spcPct val="115000"/>
        </a:lnSpc>
        <a:spcBef>
          <a:spcPts val="0"/>
        </a:spcBef>
        <a:spcAft>
          <a:spcPts val="0"/>
        </a:spcAft>
        <a:buClr>
          <a:srgbClr val="585858"/>
        </a:buClr>
        <a:buSzPts val="1800"/>
        <a:buFont typeface="Arial"/>
        <a:buChar char="○"/>
        <a:tabLst/>
        <a:defRPr sz="1800" b="0" i="0" u="none" strike="noStrike" cap="none" spc="0" baseline="0">
          <a:solidFill>
            <a:srgbClr val="585858"/>
          </a:solidFill>
          <a:uFillTx/>
          <a:latin typeface="+mn-lt"/>
          <a:ea typeface="+mn-ea"/>
          <a:cs typeface="+mn-cs"/>
          <a:sym typeface="Arial"/>
        </a:defRPr>
      </a:lvl5pPr>
      <a:lvl6pPr marL="2743200" marR="0" indent="-342900" algn="l" defTabSz="914400" rtl="0" latinLnBrk="0">
        <a:lnSpc>
          <a:spcPct val="115000"/>
        </a:lnSpc>
        <a:spcBef>
          <a:spcPts val="0"/>
        </a:spcBef>
        <a:spcAft>
          <a:spcPts val="0"/>
        </a:spcAft>
        <a:buClr>
          <a:srgbClr val="585858"/>
        </a:buClr>
        <a:buSzPts val="1800"/>
        <a:buFont typeface="Arial"/>
        <a:buChar char="●"/>
        <a:tabLst/>
        <a:defRPr sz="1800" b="0" i="0" u="none" strike="noStrike" cap="none" spc="0" baseline="0">
          <a:solidFill>
            <a:srgbClr val="585858"/>
          </a:solidFill>
          <a:uFillTx/>
          <a:latin typeface="+mn-lt"/>
          <a:ea typeface="+mn-ea"/>
          <a:cs typeface="+mn-cs"/>
          <a:sym typeface="Arial"/>
        </a:defRPr>
      </a:lvl6pPr>
      <a:lvl7pPr marL="3200400" marR="0" indent="-342900" algn="l" defTabSz="914400" rtl="0" latinLnBrk="0">
        <a:lnSpc>
          <a:spcPct val="115000"/>
        </a:lnSpc>
        <a:spcBef>
          <a:spcPts val="0"/>
        </a:spcBef>
        <a:spcAft>
          <a:spcPts val="0"/>
        </a:spcAft>
        <a:buClr>
          <a:srgbClr val="585858"/>
        </a:buClr>
        <a:buSzPts val="1800"/>
        <a:buFont typeface="Arial"/>
        <a:buChar char="●"/>
        <a:tabLst/>
        <a:defRPr sz="1800" b="0" i="0" u="none" strike="noStrike" cap="none" spc="0" baseline="0">
          <a:solidFill>
            <a:srgbClr val="585858"/>
          </a:solidFill>
          <a:uFillTx/>
          <a:latin typeface="+mn-lt"/>
          <a:ea typeface="+mn-ea"/>
          <a:cs typeface="+mn-cs"/>
          <a:sym typeface="Arial"/>
        </a:defRPr>
      </a:lvl7pPr>
      <a:lvl8pPr marL="3657600" marR="0" indent="-342900" algn="l" defTabSz="914400" rtl="0" latinLnBrk="0">
        <a:lnSpc>
          <a:spcPct val="115000"/>
        </a:lnSpc>
        <a:spcBef>
          <a:spcPts val="0"/>
        </a:spcBef>
        <a:spcAft>
          <a:spcPts val="0"/>
        </a:spcAft>
        <a:buClr>
          <a:srgbClr val="585858"/>
        </a:buClr>
        <a:buSzPts val="1800"/>
        <a:buFont typeface="Arial"/>
        <a:buChar char="●"/>
        <a:tabLst/>
        <a:defRPr sz="1800" b="0" i="0" u="none" strike="noStrike" cap="none" spc="0" baseline="0">
          <a:solidFill>
            <a:srgbClr val="585858"/>
          </a:solidFill>
          <a:uFillTx/>
          <a:latin typeface="+mn-lt"/>
          <a:ea typeface="+mn-ea"/>
          <a:cs typeface="+mn-cs"/>
          <a:sym typeface="Arial"/>
        </a:defRPr>
      </a:lvl8pPr>
      <a:lvl9pPr marL="4114800" marR="0" indent="-342900" algn="l" defTabSz="914400" rtl="0" latinLnBrk="0">
        <a:lnSpc>
          <a:spcPct val="115000"/>
        </a:lnSpc>
        <a:spcBef>
          <a:spcPts val="0"/>
        </a:spcBef>
        <a:spcAft>
          <a:spcPts val="0"/>
        </a:spcAft>
        <a:buClr>
          <a:srgbClr val="585858"/>
        </a:buClr>
        <a:buSzPts val="1800"/>
        <a:buFont typeface="Arial"/>
        <a:buChar char="●"/>
        <a:tabLst/>
        <a:defRPr sz="1800" b="0" i="0" u="none" strike="noStrike" cap="none" spc="0" baseline="0">
          <a:solidFill>
            <a:srgbClr val="585858"/>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image" Target="../media/image3.png"/><Relationship Id="rId7" Type="http://schemas.openxmlformats.org/officeDocument/2006/relationships/image" Target="../media/image24.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7.jpeg"/><Relationship Id="rId4" Type="http://schemas.openxmlformats.org/officeDocument/2006/relationships/image" Target="../media/image26.jpeg"/></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png"/><Relationship Id="rId1" Type="http://schemas.openxmlformats.org/officeDocument/2006/relationships/slideLayout" Target="../slideLayouts/slideLayout35.xml"/><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png"/><Relationship Id="rId1" Type="http://schemas.openxmlformats.org/officeDocument/2006/relationships/slideLayout" Target="../slideLayouts/slideLayout35.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51.xml.rels><?xml version="1.0" encoding="UTF-8" standalone="yes"?>
<Relationships xmlns="http://schemas.openxmlformats.org/package/2006/relationships"><Relationship Id="rId26" Type="http://schemas.openxmlformats.org/officeDocument/2006/relationships/image" Target="../media/image60.png"/><Relationship Id="rId21" Type="http://schemas.openxmlformats.org/officeDocument/2006/relationships/image" Target="../media/image55.png"/><Relationship Id="rId34" Type="http://schemas.openxmlformats.org/officeDocument/2006/relationships/image" Target="../media/image68.png"/><Relationship Id="rId42" Type="http://schemas.openxmlformats.org/officeDocument/2006/relationships/image" Target="../media/image76.png"/><Relationship Id="rId47" Type="http://schemas.openxmlformats.org/officeDocument/2006/relationships/image" Target="../media/image81.png"/><Relationship Id="rId50" Type="http://schemas.openxmlformats.org/officeDocument/2006/relationships/image" Target="../media/image84.png"/><Relationship Id="rId55" Type="http://schemas.openxmlformats.org/officeDocument/2006/relationships/image" Target="../media/image89.png"/><Relationship Id="rId63" Type="http://schemas.openxmlformats.org/officeDocument/2006/relationships/image" Target="../media/image97.png"/><Relationship Id="rId7" Type="http://schemas.openxmlformats.org/officeDocument/2006/relationships/image" Target="../media/image41.png"/><Relationship Id="rId2" Type="http://schemas.openxmlformats.org/officeDocument/2006/relationships/notesSlide" Target="../notesSlides/notesSlide5.xml"/><Relationship Id="rId16" Type="http://schemas.openxmlformats.org/officeDocument/2006/relationships/image" Target="../media/image50.png"/><Relationship Id="rId29" Type="http://schemas.openxmlformats.org/officeDocument/2006/relationships/image" Target="../media/image63.png"/><Relationship Id="rId11" Type="http://schemas.openxmlformats.org/officeDocument/2006/relationships/image" Target="../media/image45.png"/><Relationship Id="rId24" Type="http://schemas.openxmlformats.org/officeDocument/2006/relationships/image" Target="../media/image58.png"/><Relationship Id="rId32" Type="http://schemas.openxmlformats.org/officeDocument/2006/relationships/image" Target="../media/image66.png"/><Relationship Id="rId37" Type="http://schemas.openxmlformats.org/officeDocument/2006/relationships/image" Target="../media/image71.png"/><Relationship Id="rId40" Type="http://schemas.openxmlformats.org/officeDocument/2006/relationships/image" Target="../media/image74.png"/><Relationship Id="rId45" Type="http://schemas.openxmlformats.org/officeDocument/2006/relationships/image" Target="../media/image79.png"/><Relationship Id="rId53" Type="http://schemas.openxmlformats.org/officeDocument/2006/relationships/image" Target="../media/image87.png"/><Relationship Id="rId58" Type="http://schemas.openxmlformats.org/officeDocument/2006/relationships/image" Target="../media/image92.png"/><Relationship Id="rId66" Type="http://schemas.openxmlformats.org/officeDocument/2006/relationships/image" Target="../media/image99.png"/><Relationship Id="rId5" Type="http://schemas.openxmlformats.org/officeDocument/2006/relationships/image" Target="../media/image39.png"/><Relationship Id="rId61" Type="http://schemas.openxmlformats.org/officeDocument/2006/relationships/image" Target="../media/image95.png"/><Relationship Id="rId19" Type="http://schemas.openxmlformats.org/officeDocument/2006/relationships/image" Target="../media/image53.png"/><Relationship Id="rId14" Type="http://schemas.openxmlformats.org/officeDocument/2006/relationships/image" Target="../media/image48.png"/><Relationship Id="rId22" Type="http://schemas.openxmlformats.org/officeDocument/2006/relationships/image" Target="../media/image56.png"/><Relationship Id="rId27" Type="http://schemas.openxmlformats.org/officeDocument/2006/relationships/image" Target="../media/image61.png"/><Relationship Id="rId30" Type="http://schemas.openxmlformats.org/officeDocument/2006/relationships/image" Target="../media/image64.png"/><Relationship Id="rId35" Type="http://schemas.openxmlformats.org/officeDocument/2006/relationships/image" Target="../media/image69.png"/><Relationship Id="rId43" Type="http://schemas.openxmlformats.org/officeDocument/2006/relationships/image" Target="../media/image77.png"/><Relationship Id="rId48" Type="http://schemas.openxmlformats.org/officeDocument/2006/relationships/image" Target="../media/image82.png"/><Relationship Id="rId56" Type="http://schemas.openxmlformats.org/officeDocument/2006/relationships/image" Target="../media/image90.png"/><Relationship Id="rId64" Type="http://schemas.openxmlformats.org/officeDocument/2006/relationships/image" Target="../media/image33.png"/><Relationship Id="rId8" Type="http://schemas.openxmlformats.org/officeDocument/2006/relationships/image" Target="../media/image42.png"/><Relationship Id="rId51" Type="http://schemas.openxmlformats.org/officeDocument/2006/relationships/image" Target="../media/image85.png"/><Relationship Id="rId3" Type="http://schemas.openxmlformats.org/officeDocument/2006/relationships/image" Target="../media/image37.png"/><Relationship Id="rId12" Type="http://schemas.openxmlformats.org/officeDocument/2006/relationships/image" Target="../media/image46.png"/><Relationship Id="rId17" Type="http://schemas.openxmlformats.org/officeDocument/2006/relationships/image" Target="../media/image51.png"/><Relationship Id="rId25" Type="http://schemas.openxmlformats.org/officeDocument/2006/relationships/image" Target="../media/image59.png"/><Relationship Id="rId33" Type="http://schemas.openxmlformats.org/officeDocument/2006/relationships/image" Target="../media/image67.png"/><Relationship Id="rId38" Type="http://schemas.openxmlformats.org/officeDocument/2006/relationships/image" Target="../media/image72.png"/><Relationship Id="rId46" Type="http://schemas.openxmlformats.org/officeDocument/2006/relationships/image" Target="../media/image80.png"/><Relationship Id="rId59" Type="http://schemas.openxmlformats.org/officeDocument/2006/relationships/image" Target="../media/image93.png"/><Relationship Id="rId67" Type="http://schemas.openxmlformats.org/officeDocument/2006/relationships/image" Target="../media/image100.png"/><Relationship Id="rId20" Type="http://schemas.openxmlformats.org/officeDocument/2006/relationships/image" Target="../media/image54.png"/><Relationship Id="rId41" Type="http://schemas.openxmlformats.org/officeDocument/2006/relationships/image" Target="../media/image75.png"/><Relationship Id="rId54" Type="http://schemas.openxmlformats.org/officeDocument/2006/relationships/image" Target="../media/image88.png"/><Relationship Id="rId62" Type="http://schemas.openxmlformats.org/officeDocument/2006/relationships/image" Target="../media/image96.png"/><Relationship Id="rId1" Type="http://schemas.openxmlformats.org/officeDocument/2006/relationships/slideLayout" Target="../slideLayouts/slideLayout13.xml"/><Relationship Id="rId6" Type="http://schemas.openxmlformats.org/officeDocument/2006/relationships/image" Target="../media/image40.png"/><Relationship Id="rId15" Type="http://schemas.openxmlformats.org/officeDocument/2006/relationships/image" Target="../media/image49.png"/><Relationship Id="rId23" Type="http://schemas.openxmlformats.org/officeDocument/2006/relationships/image" Target="../media/image57.png"/><Relationship Id="rId28" Type="http://schemas.openxmlformats.org/officeDocument/2006/relationships/image" Target="../media/image62.png"/><Relationship Id="rId36" Type="http://schemas.openxmlformats.org/officeDocument/2006/relationships/image" Target="../media/image70.png"/><Relationship Id="rId49" Type="http://schemas.openxmlformats.org/officeDocument/2006/relationships/image" Target="../media/image83.png"/><Relationship Id="rId57" Type="http://schemas.openxmlformats.org/officeDocument/2006/relationships/image" Target="../media/image91.png"/><Relationship Id="rId10" Type="http://schemas.openxmlformats.org/officeDocument/2006/relationships/image" Target="../media/image44.png"/><Relationship Id="rId31" Type="http://schemas.openxmlformats.org/officeDocument/2006/relationships/image" Target="../media/image65.png"/><Relationship Id="rId44" Type="http://schemas.openxmlformats.org/officeDocument/2006/relationships/image" Target="../media/image78.png"/><Relationship Id="rId52" Type="http://schemas.openxmlformats.org/officeDocument/2006/relationships/image" Target="../media/image86.png"/><Relationship Id="rId60" Type="http://schemas.openxmlformats.org/officeDocument/2006/relationships/image" Target="../media/image94.png"/><Relationship Id="rId65" Type="http://schemas.openxmlformats.org/officeDocument/2006/relationships/image" Target="../media/image98.png"/><Relationship Id="rId4" Type="http://schemas.openxmlformats.org/officeDocument/2006/relationships/image" Target="../media/image38.png"/><Relationship Id="rId9" Type="http://schemas.openxmlformats.org/officeDocument/2006/relationships/image" Target="../media/image43.png"/><Relationship Id="rId13" Type="http://schemas.openxmlformats.org/officeDocument/2006/relationships/image" Target="../media/image47.png"/><Relationship Id="rId18" Type="http://schemas.openxmlformats.org/officeDocument/2006/relationships/image" Target="../media/image52.png"/><Relationship Id="rId39" Type="http://schemas.openxmlformats.org/officeDocument/2006/relationships/image" Target="../media/image73.png"/></Relationships>
</file>

<file path=ppt/slides/_rels/slide5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103.png"/><Relationship Id="rId4" Type="http://schemas.openxmlformats.org/officeDocument/2006/relationships/image" Target="../media/image102.png"/></Relationships>
</file>

<file path=ppt/slides/_rels/slide53.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5.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8" Type="http://schemas.openxmlformats.org/officeDocument/2006/relationships/image" Target="../media/image109.jpeg"/><Relationship Id="rId3" Type="http://schemas.openxmlformats.org/officeDocument/2006/relationships/image" Target="../media/image107.jpeg"/><Relationship Id="rId7" Type="http://schemas.openxmlformats.org/officeDocument/2006/relationships/image" Target="../media/image108.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3" name="Google Shape;125;p1" descr="Google Shape;125;p1"/>
          <p:cNvPicPr>
            <a:picLocks noChangeAspect="1"/>
          </p:cNvPicPr>
          <p:nvPr/>
        </p:nvPicPr>
        <p:blipFill>
          <a:blip r:embed="rId2"/>
          <a:stretch>
            <a:fillRect/>
          </a:stretch>
        </p:blipFill>
        <p:spPr>
          <a:xfrm>
            <a:off x="0" y="0"/>
            <a:ext cx="9144004" cy="5143490"/>
          </a:xfrm>
          <a:prstGeom prst="rect">
            <a:avLst/>
          </a:prstGeom>
          <a:ln w="12700">
            <a:miter lim="400000"/>
          </a:ln>
        </p:spPr>
      </p:pic>
      <p:sp>
        <p:nvSpPr>
          <p:cNvPr id="2" name="GVCLASSIFICATIONHEADER1475820181">
            <a:extLst>
              <a:ext uri="{FF2B5EF4-FFF2-40B4-BE49-F238E27FC236}">
                <a16:creationId xmlns:a16="http://schemas.microsoft.com/office/drawing/2014/main" id="{09B3E091-FF05-FE47-6EEB-00E9CCAD2BAD}"/>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dirty="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dirty="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5" name="Google Shape;130;p2" descr="Google Shape;130;p2"/>
          <p:cNvPicPr>
            <a:picLocks noChangeAspect="1"/>
          </p:cNvPicPr>
          <p:nvPr/>
        </p:nvPicPr>
        <p:blipFill>
          <a:blip r:embed="rId2"/>
          <a:stretch>
            <a:fillRect/>
          </a:stretch>
        </p:blipFill>
        <p:spPr>
          <a:xfrm>
            <a:off x="0" y="6875"/>
            <a:ext cx="9144004" cy="5143514"/>
          </a:xfrm>
          <a:prstGeom prst="rect">
            <a:avLst/>
          </a:prstGeom>
          <a:ln w="12700">
            <a:miter lim="400000"/>
          </a:ln>
        </p:spPr>
      </p:pic>
      <p:sp>
        <p:nvSpPr>
          <p:cNvPr id="296" name="Google Shape;131;p2"/>
          <p:cNvSpPr txBox="1"/>
          <p:nvPr/>
        </p:nvSpPr>
        <p:spPr>
          <a:xfrm>
            <a:off x="280097" y="1919368"/>
            <a:ext cx="1760405" cy="9694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defRPr sz="2100">
                <a:solidFill>
                  <a:srgbClr val="003868"/>
                </a:solidFill>
                <a:latin typeface="Montserrat Bold"/>
                <a:ea typeface="Montserrat Bold"/>
                <a:cs typeface="Montserrat Bold"/>
                <a:sym typeface="Montserrat Bold"/>
              </a:defRPr>
            </a:pPr>
            <a:r>
              <a:rPr dirty="0"/>
              <a:t>EMPLOYEE  </a:t>
            </a:r>
          </a:p>
          <a:p>
            <a:pPr>
              <a:defRPr sz="2100">
                <a:solidFill>
                  <a:srgbClr val="003868"/>
                </a:solidFill>
                <a:latin typeface="Montserrat Bold"/>
                <a:ea typeface="Montserrat Bold"/>
                <a:cs typeface="Montserrat Bold"/>
                <a:sym typeface="Montserrat Bold"/>
              </a:defRPr>
            </a:pPr>
            <a:r>
              <a:rPr dirty="0"/>
              <a:t>INDUCTION</a:t>
            </a:r>
            <a:br>
              <a:rPr dirty="0"/>
            </a:br>
            <a:endParaRPr dirty="0">
              <a:latin typeface="+mn-lt"/>
              <a:ea typeface="+mn-ea"/>
              <a:cs typeface="+mn-cs"/>
              <a:sym typeface="Arial"/>
            </a:endParaRPr>
          </a:p>
        </p:txBody>
      </p:sp>
      <p:pic>
        <p:nvPicPr>
          <p:cNvPr id="297" name="Google Shape;132;p2" descr="Google Shape;132;p2"/>
          <p:cNvPicPr>
            <a:picLocks noChangeAspect="1"/>
          </p:cNvPicPr>
          <p:nvPr/>
        </p:nvPicPr>
        <p:blipFill>
          <a:blip r:embed="rId3"/>
          <a:stretch>
            <a:fillRect/>
          </a:stretch>
        </p:blipFill>
        <p:spPr>
          <a:xfrm>
            <a:off x="252350" y="146743"/>
            <a:ext cx="998700" cy="364316"/>
          </a:xfrm>
          <a:prstGeom prst="rect">
            <a:avLst/>
          </a:prstGeom>
          <a:ln w="12700">
            <a:miter lim="400000"/>
          </a:ln>
        </p:spPr>
      </p:pic>
      <p:grpSp>
        <p:nvGrpSpPr>
          <p:cNvPr id="301" name="Google Shape;133;p2"/>
          <p:cNvGrpSpPr/>
          <p:nvPr/>
        </p:nvGrpSpPr>
        <p:grpSpPr>
          <a:xfrm>
            <a:off x="252346" y="4832796"/>
            <a:ext cx="8659860" cy="127001"/>
            <a:chOff x="0" y="0"/>
            <a:chExt cx="8659858" cy="127000"/>
          </a:xfrm>
        </p:grpSpPr>
        <p:sp>
          <p:nvSpPr>
            <p:cNvPr id="298" name="Google Shape;134;p2"/>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299" name="Google Shape;135;p2"/>
            <p:cNvSpPr txBox="1"/>
            <p:nvPr/>
          </p:nvSpPr>
          <p:spPr>
            <a:xfrm>
              <a:off x="0" y="0"/>
              <a:ext cx="731105"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Introduction</a:t>
              </a:r>
            </a:p>
          </p:txBody>
        </p:sp>
        <p:sp>
          <p:nvSpPr>
            <p:cNvPr id="300" name="Google Shape;136;p2"/>
            <p:cNvSpPr txBox="1"/>
            <p:nvPr/>
          </p:nvSpPr>
          <p:spPr>
            <a:xfrm>
              <a:off x="8408455" y="0"/>
              <a:ext cx="251404"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02</a:t>
              </a:r>
            </a:p>
          </p:txBody>
        </p:sp>
      </p:grpSp>
      <p:sp>
        <p:nvSpPr>
          <p:cNvPr id="302" name="Google Shape;137;p2"/>
          <p:cNvSpPr txBox="1"/>
          <p:nvPr/>
        </p:nvSpPr>
        <p:spPr>
          <a:xfrm>
            <a:off x="280096" y="3653414"/>
            <a:ext cx="1542679" cy="1077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defRPr sz="700">
                <a:solidFill>
                  <a:srgbClr val="003868"/>
                </a:solidFill>
                <a:latin typeface="Montserrat Bold"/>
                <a:ea typeface="Montserrat Bold"/>
                <a:cs typeface="Montserrat Bold"/>
                <a:sym typeface="Montserrat Bold"/>
              </a:defRPr>
            </a:pPr>
            <a:r>
              <a:rPr dirty="0"/>
              <a:t>Presented by:</a:t>
            </a:r>
            <a:r>
              <a:rPr dirty="0">
                <a:latin typeface="Montserrat Medium"/>
                <a:ea typeface="Montserrat Medium"/>
                <a:cs typeface="Montserrat Medium"/>
                <a:sym typeface="Montserrat Medium"/>
              </a:rPr>
              <a:t> </a:t>
            </a:r>
            <a:r>
              <a:rPr lang="en-US" dirty="0">
                <a:latin typeface="Montserrat Medium"/>
                <a:ea typeface="Montserrat Medium"/>
                <a:cs typeface="Montserrat Medium"/>
                <a:sym typeface="Montserrat Medium"/>
              </a:rPr>
              <a:t>Waleed Abo Alola</a:t>
            </a:r>
            <a:endParaRPr dirty="0">
              <a:latin typeface="Montserrat Medium"/>
              <a:ea typeface="Montserrat Medium"/>
              <a:cs typeface="Montserrat Medium"/>
              <a:sym typeface="Montserrat Medium"/>
            </a:endParaRPr>
          </a:p>
        </p:txBody>
      </p:sp>
      <p:sp>
        <p:nvSpPr>
          <p:cNvPr id="2" name="GVCLASSIFICATIONHEADER1087262920">
            <a:extLst>
              <a:ext uri="{FF2B5EF4-FFF2-40B4-BE49-F238E27FC236}">
                <a16:creationId xmlns:a16="http://schemas.microsoft.com/office/drawing/2014/main" id="{49A573F6-CD14-391D-2960-18461E013E2B}"/>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Google Shape;142;p3"/>
          <p:cNvSpPr/>
          <p:nvPr/>
        </p:nvSpPr>
        <p:spPr>
          <a:xfrm>
            <a:off x="-15893" y="-3"/>
            <a:ext cx="9175786" cy="5143505"/>
          </a:xfrm>
          <a:prstGeom prst="rect">
            <a:avLst/>
          </a:prstGeom>
          <a:solidFill>
            <a:srgbClr val="003868"/>
          </a:solidFill>
          <a:ln w="12700">
            <a:miter lim="400000"/>
          </a:ln>
        </p:spPr>
        <p:txBody>
          <a:bodyPr lIns="0" tIns="0" rIns="0" bIns="0"/>
          <a:lstStyle/>
          <a:p>
            <a:endParaRPr/>
          </a:p>
        </p:txBody>
      </p:sp>
      <p:sp>
        <p:nvSpPr>
          <p:cNvPr id="305" name="Google Shape;143;p3"/>
          <p:cNvSpPr txBox="1"/>
          <p:nvPr/>
        </p:nvSpPr>
        <p:spPr>
          <a:xfrm>
            <a:off x="3364884" y="2425700"/>
            <a:ext cx="2414234" cy="2921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900">
                <a:solidFill>
                  <a:srgbClr val="FFFFFF"/>
                </a:solidFill>
                <a:latin typeface="Montserrat Light"/>
                <a:ea typeface="Montserrat Light"/>
                <a:cs typeface="Montserrat Light"/>
                <a:sym typeface="Montserrat Light"/>
              </a:defRPr>
            </a:lvl1pPr>
          </a:lstStyle>
          <a:p>
            <a:r>
              <a:t>Welcome On Board</a:t>
            </a:r>
          </a:p>
        </p:txBody>
      </p:sp>
      <p:sp>
        <p:nvSpPr>
          <p:cNvPr id="2" name="GVCLASSIFICATIONHEADER1506418957">
            <a:extLst>
              <a:ext uri="{FF2B5EF4-FFF2-40B4-BE49-F238E27FC236}">
                <a16:creationId xmlns:a16="http://schemas.microsoft.com/office/drawing/2014/main" id="{F2C4A0B7-8F3D-1EB6-DCED-D82769878735}"/>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Google Shape;148;p4"/>
          <p:cNvSpPr txBox="1"/>
          <p:nvPr/>
        </p:nvSpPr>
        <p:spPr>
          <a:xfrm>
            <a:off x="280098" y="787664"/>
            <a:ext cx="1760399" cy="317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100">
                <a:solidFill>
                  <a:srgbClr val="003868"/>
                </a:solidFill>
                <a:latin typeface="Montserrat Bold"/>
                <a:ea typeface="Montserrat Bold"/>
                <a:cs typeface="Montserrat Bold"/>
                <a:sym typeface="Montserrat Bold"/>
              </a:defRPr>
            </a:lvl1pPr>
          </a:lstStyle>
          <a:p>
            <a:r>
              <a:t>Agenda</a:t>
            </a:r>
          </a:p>
        </p:txBody>
      </p:sp>
      <p:pic>
        <p:nvPicPr>
          <p:cNvPr id="308" name="Google Shape;149;p4" descr="Google Shape;149;p4"/>
          <p:cNvPicPr>
            <a:picLocks noChangeAspect="1"/>
          </p:cNvPicPr>
          <p:nvPr/>
        </p:nvPicPr>
        <p:blipFill>
          <a:blip r:embed="rId2"/>
          <a:stretch>
            <a:fillRect/>
          </a:stretch>
        </p:blipFill>
        <p:spPr>
          <a:xfrm>
            <a:off x="252350" y="146743"/>
            <a:ext cx="998700" cy="364316"/>
          </a:xfrm>
          <a:prstGeom prst="rect">
            <a:avLst/>
          </a:prstGeom>
          <a:ln w="12700">
            <a:miter lim="400000"/>
          </a:ln>
        </p:spPr>
      </p:pic>
      <p:grpSp>
        <p:nvGrpSpPr>
          <p:cNvPr id="312" name="Google Shape;150;p4"/>
          <p:cNvGrpSpPr/>
          <p:nvPr/>
        </p:nvGrpSpPr>
        <p:grpSpPr>
          <a:xfrm>
            <a:off x="252346" y="4832796"/>
            <a:ext cx="8659860" cy="127001"/>
            <a:chOff x="0" y="0"/>
            <a:chExt cx="8659858" cy="127000"/>
          </a:xfrm>
        </p:grpSpPr>
        <p:sp>
          <p:nvSpPr>
            <p:cNvPr id="309" name="Google Shape;151;p4"/>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310" name="Google Shape;152;p4"/>
            <p:cNvSpPr txBox="1"/>
            <p:nvPr/>
          </p:nvSpPr>
          <p:spPr>
            <a:xfrm>
              <a:off x="0" y="0"/>
              <a:ext cx="731105"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Agenda</a:t>
              </a:r>
            </a:p>
          </p:txBody>
        </p:sp>
        <p:sp>
          <p:nvSpPr>
            <p:cNvPr id="311" name="Google Shape;153;p4"/>
            <p:cNvSpPr txBox="1"/>
            <p:nvPr/>
          </p:nvSpPr>
          <p:spPr>
            <a:xfrm>
              <a:off x="8408455" y="0"/>
              <a:ext cx="251404"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04</a:t>
              </a:r>
            </a:p>
          </p:txBody>
        </p:sp>
      </p:grpSp>
      <p:graphicFrame>
        <p:nvGraphicFramePr>
          <p:cNvPr id="2" name="Google Shape;154;p4">
            <a:extLst>
              <a:ext uri="{FF2B5EF4-FFF2-40B4-BE49-F238E27FC236}">
                <a16:creationId xmlns:a16="http://schemas.microsoft.com/office/drawing/2014/main" id="{A2B960D8-4C5B-CA42-311B-02724C9E93A7}"/>
              </a:ext>
            </a:extLst>
          </p:cNvPr>
          <p:cNvGraphicFramePr/>
          <p:nvPr>
            <p:extLst>
              <p:ext uri="{D42A27DB-BD31-4B8C-83A1-F6EECF244321}">
                <p14:modId xmlns:p14="http://schemas.microsoft.com/office/powerpoint/2010/main" val="4249675176"/>
              </p:ext>
            </p:extLst>
          </p:nvPr>
        </p:nvGraphicFramePr>
        <p:xfrm>
          <a:off x="252346" y="1381770"/>
          <a:ext cx="8491550" cy="2320020"/>
        </p:xfrm>
        <a:graphic>
          <a:graphicData uri="http://schemas.openxmlformats.org/drawingml/2006/table">
            <a:tbl>
              <a:tblPr firstRow="1" bandRow="1">
                <a:tableStyleId>{4C3C2611-4C71-4FC5-86AE-919BDF0F9419}</a:tableStyleId>
              </a:tblPr>
              <a:tblGrid>
                <a:gridCol w="2256150">
                  <a:extLst>
                    <a:ext uri="{9D8B030D-6E8A-4147-A177-3AD203B41FA5}">
                      <a16:colId xmlns:a16="http://schemas.microsoft.com/office/drawing/2014/main" val="20000"/>
                    </a:ext>
                  </a:extLst>
                </a:gridCol>
                <a:gridCol w="3117700">
                  <a:extLst>
                    <a:ext uri="{9D8B030D-6E8A-4147-A177-3AD203B41FA5}">
                      <a16:colId xmlns:a16="http://schemas.microsoft.com/office/drawing/2014/main" val="20001"/>
                    </a:ext>
                  </a:extLst>
                </a:gridCol>
                <a:gridCol w="3117700">
                  <a:extLst>
                    <a:ext uri="{9D8B030D-6E8A-4147-A177-3AD203B41FA5}">
                      <a16:colId xmlns:a16="http://schemas.microsoft.com/office/drawing/2014/main" val="20002"/>
                    </a:ext>
                  </a:extLst>
                </a:gridCol>
              </a:tblGrid>
              <a:tr h="294650">
                <a:tc>
                  <a:txBody>
                    <a:bodyPr/>
                    <a:lstStyle/>
                    <a:p>
                      <a:pPr algn="ctr">
                        <a:defRPr sz="1800" b="0">
                          <a:solidFill>
                            <a:srgbClr val="000000"/>
                          </a:solidFill>
                        </a:defRPr>
                      </a:pPr>
                      <a:r>
                        <a:rPr sz="1100">
                          <a:solidFill>
                            <a:srgbClr val="FFFFFF"/>
                          </a:solidFill>
                          <a:latin typeface="Montserrat Bold"/>
                          <a:ea typeface="Montserrat Bold"/>
                          <a:cs typeface="Montserrat Bold"/>
                          <a:sym typeface="Montserrat Bold"/>
                        </a:rPr>
                        <a:t>Time</a:t>
                      </a:r>
                    </a:p>
                  </a:txBody>
                  <a:tcPr marL="45725" marR="45725" marT="45725" marB="45725" anchor="ctr" horzOverflow="overflow">
                    <a:solidFill>
                      <a:srgbClr val="004A7A"/>
                    </a:solidFill>
                  </a:tcPr>
                </a:tc>
                <a:tc>
                  <a:txBody>
                    <a:bodyPr/>
                    <a:lstStyle/>
                    <a:p>
                      <a:pPr algn="ctr">
                        <a:defRPr sz="1800" b="0">
                          <a:solidFill>
                            <a:srgbClr val="000000"/>
                          </a:solidFill>
                        </a:defRPr>
                      </a:pPr>
                      <a:r>
                        <a:rPr sz="1100" dirty="0">
                          <a:solidFill>
                            <a:srgbClr val="FFFFFF"/>
                          </a:solidFill>
                          <a:latin typeface="Montserrat Bold"/>
                          <a:ea typeface="Montserrat Bold"/>
                          <a:cs typeface="Montserrat Bold"/>
                          <a:sym typeface="Montserrat Bold"/>
                        </a:rPr>
                        <a:t>Duration</a:t>
                      </a:r>
                    </a:p>
                  </a:txBody>
                  <a:tcPr marL="45725" marR="45725" marT="45725" marB="45725" anchor="ctr" horzOverflow="overflow">
                    <a:solidFill>
                      <a:srgbClr val="004A7A"/>
                    </a:solidFill>
                  </a:tcPr>
                </a:tc>
                <a:tc>
                  <a:txBody>
                    <a:bodyPr/>
                    <a:lstStyle/>
                    <a:p>
                      <a:pPr algn="ctr">
                        <a:defRPr sz="1800" b="0">
                          <a:solidFill>
                            <a:srgbClr val="000000"/>
                          </a:solidFill>
                        </a:defRPr>
                      </a:pPr>
                      <a:r>
                        <a:rPr sz="1100">
                          <a:solidFill>
                            <a:srgbClr val="FFFFFF"/>
                          </a:solidFill>
                          <a:latin typeface="Montserrat Bold"/>
                          <a:ea typeface="Montserrat Bold"/>
                          <a:cs typeface="Montserrat Bold"/>
                          <a:sym typeface="Montserrat Bold"/>
                        </a:rPr>
                        <a:t>Activity</a:t>
                      </a:r>
                    </a:p>
                  </a:txBody>
                  <a:tcPr marL="45725" marR="45725" marT="45725" marB="45725" anchor="ctr" horzOverflow="overflow">
                    <a:solidFill>
                      <a:srgbClr val="004A7A"/>
                    </a:solidFill>
                  </a:tcPr>
                </a:tc>
                <a:extLst>
                  <a:ext uri="{0D108BD9-81ED-4DB2-BD59-A6C34878D82A}">
                    <a16:rowId xmlns:a16="http://schemas.microsoft.com/office/drawing/2014/main" val="10000"/>
                  </a:ext>
                </a:extLst>
              </a:tr>
              <a:tr h="286875">
                <a:tc>
                  <a:txBody>
                    <a:bodyPr/>
                    <a:lstStyle/>
                    <a:p>
                      <a:pPr algn="ctr">
                        <a:defRPr sz="1800"/>
                      </a:pPr>
                      <a:r>
                        <a:rPr lang="en-US" sz="1100" dirty="0">
                          <a:solidFill>
                            <a:srgbClr val="004A7A"/>
                          </a:solidFill>
                          <a:latin typeface="Montserrat Medium"/>
                          <a:ea typeface="Montserrat Medium"/>
                          <a:cs typeface="Montserrat Medium"/>
                          <a:sym typeface="Montserrat Medium"/>
                        </a:rPr>
                        <a:t>10:00</a:t>
                      </a:r>
                      <a:r>
                        <a:rPr lang="en-US" sz="1100" baseline="0" dirty="0">
                          <a:solidFill>
                            <a:srgbClr val="004A7A"/>
                          </a:solidFill>
                          <a:latin typeface="Montserrat Medium"/>
                          <a:ea typeface="Montserrat Medium"/>
                          <a:cs typeface="Montserrat Medium"/>
                          <a:sym typeface="Montserrat Medium"/>
                        </a:rPr>
                        <a:t> AM</a:t>
                      </a:r>
                      <a:endParaRPr sz="1100" dirty="0">
                        <a:solidFill>
                          <a:srgbClr val="004A7A"/>
                        </a:solidFill>
                        <a:latin typeface="Montserrat Medium"/>
                        <a:ea typeface="Montserrat Medium"/>
                        <a:cs typeface="Montserrat Medium"/>
                        <a:sym typeface="Montserrat Medium"/>
                      </a:endParaRPr>
                    </a:p>
                  </a:txBody>
                  <a:tcPr marL="45725" marR="45725" marT="45725" marB="45725" anchor="ctr" horzOverflow="overflow">
                    <a:solidFill>
                      <a:srgbClr val="E8ECF4"/>
                    </a:solidFill>
                  </a:tcPr>
                </a:tc>
                <a:tc>
                  <a:txBody>
                    <a:bodyPr/>
                    <a:lstStyle/>
                    <a:p>
                      <a:pPr algn="ctr">
                        <a:defRPr sz="1800"/>
                      </a:pPr>
                      <a:r>
                        <a:rPr lang="en-GB" sz="1100" dirty="0">
                          <a:solidFill>
                            <a:srgbClr val="004A7A"/>
                          </a:solidFill>
                          <a:latin typeface="Montserrat Medium"/>
                          <a:ea typeface="Montserrat Medium"/>
                          <a:cs typeface="Montserrat Medium"/>
                          <a:sym typeface="Montserrat Medium"/>
                        </a:rPr>
                        <a:t>60</a:t>
                      </a:r>
                      <a:r>
                        <a:rPr sz="1100" dirty="0">
                          <a:solidFill>
                            <a:srgbClr val="004A7A"/>
                          </a:solidFill>
                          <a:latin typeface="Montserrat Medium"/>
                          <a:ea typeface="Montserrat Medium"/>
                          <a:cs typeface="Montserrat Medium"/>
                          <a:sym typeface="Montserrat Medium"/>
                        </a:rPr>
                        <a:t> </a:t>
                      </a:r>
                      <a:r>
                        <a:rPr sz="1100" dirty="0" err="1">
                          <a:solidFill>
                            <a:srgbClr val="004A7A"/>
                          </a:solidFill>
                          <a:latin typeface="Montserrat Medium"/>
                          <a:ea typeface="Montserrat Medium"/>
                          <a:cs typeface="Montserrat Medium"/>
                          <a:sym typeface="Montserrat Medium"/>
                        </a:rPr>
                        <a:t>mins</a:t>
                      </a:r>
                      <a:endParaRPr sz="1100" dirty="0">
                        <a:solidFill>
                          <a:srgbClr val="004A7A"/>
                        </a:solidFill>
                        <a:latin typeface="Montserrat Medium"/>
                        <a:ea typeface="Montserrat Medium"/>
                        <a:cs typeface="Montserrat Medium"/>
                        <a:sym typeface="Montserrat Medium"/>
                      </a:endParaRPr>
                    </a:p>
                  </a:txBody>
                  <a:tcPr marL="45725" marR="45725" marT="45725" marB="45725" anchor="ctr" horzOverflow="overflow">
                    <a:solidFill>
                      <a:srgbClr val="E8ECF4"/>
                    </a:solidFill>
                  </a:tcPr>
                </a:tc>
                <a:tc>
                  <a:txBody>
                    <a:bodyPr/>
                    <a:lstStyle/>
                    <a:p>
                      <a:pPr algn="ctr">
                        <a:defRPr sz="1800"/>
                      </a:pPr>
                      <a:r>
                        <a:rPr sz="1100">
                          <a:solidFill>
                            <a:srgbClr val="004A7A"/>
                          </a:solidFill>
                          <a:latin typeface="Montserrat Medium"/>
                          <a:ea typeface="Montserrat Medium"/>
                          <a:cs typeface="Montserrat Medium"/>
                          <a:sym typeface="Montserrat Medium"/>
                        </a:rPr>
                        <a:t>About My Clinic</a:t>
                      </a:r>
                    </a:p>
                  </a:txBody>
                  <a:tcPr marL="45725" marR="45725" marT="45725" marB="45725" anchor="ctr" horzOverflow="overflow">
                    <a:solidFill>
                      <a:srgbClr val="E8ECF4"/>
                    </a:solidFill>
                  </a:tcPr>
                </a:tc>
                <a:extLst>
                  <a:ext uri="{0D108BD9-81ED-4DB2-BD59-A6C34878D82A}">
                    <a16:rowId xmlns:a16="http://schemas.microsoft.com/office/drawing/2014/main" val="10002"/>
                  </a:ext>
                </a:extLst>
              </a:tr>
              <a:tr h="304120">
                <a:tc>
                  <a:txBody>
                    <a:bodyPr/>
                    <a:lstStyle/>
                    <a:p>
                      <a:pPr algn="ctr">
                        <a:defRPr sz="1800"/>
                      </a:pPr>
                      <a:r>
                        <a:rPr lang="en-GB" sz="1100" dirty="0">
                          <a:solidFill>
                            <a:srgbClr val="004A7A"/>
                          </a:solidFill>
                          <a:latin typeface="Montserrat Medium"/>
                          <a:ea typeface="Montserrat Medium"/>
                          <a:cs typeface="Montserrat Medium"/>
                          <a:sym typeface="Montserrat Medium"/>
                        </a:rPr>
                        <a:t>11:00</a:t>
                      </a:r>
                      <a:r>
                        <a:rPr sz="1100" dirty="0">
                          <a:solidFill>
                            <a:srgbClr val="004A7A"/>
                          </a:solidFill>
                          <a:latin typeface="Montserrat Medium"/>
                          <a:ea typeface="Montserrat Medium"/>
                          <a:cs typeface="Montserrat Medium"/>
                          <a:sym typeface="Montserrat Medium"/>
                        </a:rPr>
                        <a:t> </a:t>
                      </a:r>
                      <a:r>
                        <a:rPr lang="en-GB" sz="1100" dirty="0">
                          <a:solidFill>
                            <a:srgbClr val="004A7A"/>
                          </a:solidFill>
                          <a:latin typeface="Montserrat Medium"/>
                          <a:ea typeface="Montserrat Medium"/>
                          <a:cs typeface="Montserrat Medium"/>
                          <a:sym typeface="Montserrat Medium"/>
                        </a:rPr>
                        <a:t>AM</a:t>
                      </a:r>
                      <a:endParaRPr sz="1100" dirty="0">
                        <a:solidFill>
                          <a:srgbClr val="004A7A"/>
                        </a:solidFill>
                        <a:latin typeface="Montserrat Medium"/>
                        <a:ea typeface="Montserrat Medium"/>
                        <a:cs typeface="Montserrat Medium"/>
                        <a:sym typeface="Montserrat Medium"/>
                      </a:endParaRPr>
                    </a:p>
                  </a:txBody>
                  <a:tcPr marL="45725" marR="45725" marT="45725" marB="45725" anchor="ctr" horzOverflow="overflow">
                    <a:solidFill>
                      <a:srgbClr val="CFD7E7"/>
                    </a:solidFill>
                  </a:tcPr>
                </a:tc>
                <a:tc>
                  <a:txBody>
                    <a:bodyPr/>
                    <a:lstStyle/>
                    <a:p>
                      <a:pPr algn="ctr">
                        <a:defRPr sz="1800"/>
                      </a:pPr>
                      <a:r>
                        <a:rPr sz="1100" dirty="0">
                          <a:solidFill>
                            <a:srgbClr val="004A7A"/>
                          </a:solidFill>
                          <a:latin typeface="Montserrat Medium"/>
                          <a:ea typeface="Montserrat Medium"/>
                          <a:cs typeface="Montserrat Medium"/>
                          <a:sym typeface="Montserrat Medium"/>
                        </a:rPr>
                        <a:t>15 </a:t>
                      </a:r>
                      <a:r>
                        <a:rPr sz="1100" dirty="0" err="1">
                          <a:solidFill>
                            <a:srgbClr val="004A7A"/>
                          </a:solidFill>
                          <a:latin typeface="Montserrat Medium"/>
                          <a:ea typeface="Montserrat Medium"/>
                          <a:cs typeface="Montserrat Medium"/>
                          <a:sym typeface="Montserrat Medium"/>
                        </a:rPr>
                        <a:t>mins</a:t>
                      </a:r>
                      <a:endParaRPr sz="1100" dirty="0">
                        <a:solidFill>
                          <a:srgbClr val="004A7A"/>
                        </a:solidFill>
                        <a:latin typeface="Montserrat Medium"/>
                        <a:ea typeface="Montserrat Medium"/>
                        <a:cs typeface="Montserrat Medium"/>
                        <a:sym typeface="Montserrat Medium"/>
                      </a:endParaRPr>
                    </a:p>
                  </a:txBody>
                  <a:tcPr marL="45725" marR="45725" marT="45725" marB="45725" anchor="ctr" horzOverflow="overflow">
                    <a:solidFill>
                      <a:srgbClr val="CFD7E7"/>
                    </a:solidFill>
                  </a:tcPr>
                </a:tc>
                <a:tc>
                  <a:txBody>
                    <a:bodyPr/>
                    <a:lstStyle/>
                    <a:p>
                      <a:pPr algn="ctr">
                        <a:defRPr sz="1800"/>
                      </a:pPr>
                      <a:r>
                        <a:rPr sz="1100" dirty="0">
                          <a:solidFill>
                            <a:srgbClr val="004A7A"/>
                          </a:solidFill>
                          <a:latin typeface="Montserrat Medium"/>
                          <a:ea typeface="Montserrat Medium"/>
                          <a:cs typeface="Montserrat Medium"/>
                          <a:sym typeface="Montserrat Medium"/>
                        </a:rPr>
                        <a:t>Break</a:t>
                      </a:r>
                    </a:p>
                  </a:txBody>
                  <a:tcPr marL="45725" marR="45725" marT="45725" marB="45725" anchor="ctr" horzOverflow="overflow">
                    <a:solidFill>
                      <a:srgbClr val="CFD7E7"/>
                    </a:solidFill>
                  </a:tcPr>
                </a:tc>
                <a:extLst>
                  <a:ext uri="{0D108BD9-81ED-4DB2-BD59-A6C34878D82A}">
                    <a16:rowId xmlns:a16="http://schemas.microsoft.com/office/drawing/2014/main" val="10003"/>
                  </a:ext>
                </a:extLst>
              </a:tr>
              <a:tr h="286875">
                <a:tc>
                  <a:txBody>
                    <a:bodyPr/>
                    <a:lstStyle/>
                    <a:p>
                      <a:pPr algn="ctr">
                        <a:defRPr sz="1800"/>
                      </a:pPr>
                      <a:r>
                        <a:rPr lang="en-GB" sz="1100" dirty="0">
                          <a:solidFill>
                            <a:srgbClr val="004A7A"/>
                          </a:solidFill>
                          <a:latin typeface="Montserrat Medium"/>
                          <a:ea typeface="Montserrat Medium"/>
                          <a:cs typeface="Montserrat Medium"/>
                          <a:sym typeface="Montserrat Medium"/>
                        </a:rPr>
                        <a:t>11:15</a:t>
                      </a:r>
                      <a:r>
                        <a:rPr sz="1100" dirty="0">
                          <a:solidFill>
                            <a:srgbClr val="004A7A"/>
                          </a:solidFill>
                          <a:latin typeface="Montserrat Medium"/>
                          <a:ea typeface="Montserrat Medium"/>
                          <a:cs typeface="Montserrat Medium"/>
                          <a:sym typeface="Montserrat Medium"/>
                        </a:rPr>
                        <a:t> </a:t>
                      </a:r>
                      <a:r>
                        <a:rPr lang="en-GB" sz="1100" dirty="0">
                          <a:solidFill>
                            <a:srgbClr val="004A7A"/>
                          </a:solidFill>
                          <a:latin typeface="Montserrat Medium"/>
                          <a:ea typeface="Montserrat Medium"/>
                          <a:cs typeface="Montserrat Medium"/>
                          <a:sym typeface="Montserrat Medium"/>
                        </a:rPr>
                        <a:t>AM</a:t>
                      </a:r>
                      <a:endParaRPr sz="1100" dirty="0">
                        <a:solidFill>
                          <a:srgbClr val="004A7A"/>
                        </a:solidFill>
                        <a:latin typeface="Montserrat Medium"/>
                        <a:ea typeface="Montserrat Medium"/>
                        <a:cs typeface="Montserrat Medium"/>
                        <a:sym typeface="Montserrat Medium"/>
                      </a:endParaRPr>
                    </a:p>
                  </a:txBody>
                  <a:tcPr marL="45725" marR="45725" marT="45725" marB="45725" anchor="ctr" horzOverflow="overflow">
                    <a:solidFill>
                      <a:srgbClr val="E8ECF4"/>
                    </a:solidFill>
                  </a:tcPr>
                </a:tc>
                <a:tc>
                  <a:txBody>
                    <a:bodyPr/>
                    <a:lstStyle/>
                    <a:p>
                      <a:pPr algn="ctr">
                        <a:defRPr sz="1800"/>
                      </a:pPr>
                      <a:r>
                        <a:rPr lang="en-GB" sz="1100" dirty="0">
                          <a:solidFill>
                            <a:srgbClr val="004A7A"/>
                          </a:solidFill>
                          <a:latin typeface="Montserrat Medium"/>
                          <a:ea typeface="Montserrat Medium"/>
                          <a:cs typeface="Montserrat Medium"/>
                          <a:sym typeface="Montserrat Medium"/>
                        </a:rPr>
                        <a:t>6</a:t>
                      </a:r>
                      <a:r>
                        <a:rPr sz="1100" dirty="0">
                          <a:solidFill>
                            <a:srgbClr val="004A7A"/>
                          </a:solidFill>
                          <a:latin typeface="Montserrat Medium"/>
                          <a:ea typeface="Montserrat Medium"/>
                          <a:cs typeface="Montserrat Medium"/>
                          <a:sym typeface="Montserrat Medium"/>
                        </a:rPr>
                        <a:t>0 </a:t>
                      </a:r>
                      <a:r>
                        <a:rPr sz="1100" dirty="0" err="1">
                          <a:solidFill>
                            <a:srgbClr val="004A7A"/>
                          </a:solidFill>
                          <a:latin typeface="Montserrat Medium"/>
                          <a:ea typeface="Montserrat Medium"/>
                          <a:cs typeface="Montserrat Medium"/>
                          <a:sym typeface="Montserrat Medium"/>
                        </a:rPr>
                        <a:t>mins</a:t>
                      </a:r>
                      <a:endParaRPr sz="1100" dirty="0">
                        <a:solidFill>
                          <a:srgbClr val="004A7A"/>
                        </a:solidFill>
                        <a:latin typeface="Montserrat Medium"/>
                        <a:ea typeface="Montserrat Medium"/>
                        <a:cs typeface="Montserrat Medium"/>
                        <a:sym typeface="Montserrat Medium"/>
                      </a:endParaRPr>
                    </a:p>
                  </a:txBody>
                  <a:tcPr marL="45725" marR="45725" marT="45725" marB="45725" anchor="ctr" horzOverflow="overflow">
                    <a:solidFill>
                      <a:srgbClr val="E8ECF4"/>
                    </a:solidFill>
                  </a:tcPr>
                </a:tc>
                <a:tc>
                  <a:txBody>
                    <a:bodyPr/>
                    <a:lstStyle/>
                    <a:p>
                      <a:pPr algn="ctr">
                        <a:defRPr sz="1800"/>
                      </a:pPr>
                      <a:r>
                        <a:rPr sz="1100" dirty="0">
                          <a:solidFill>
                            <a:srgbClr val="004A7A"/>
                          </a:solidFill>
                          <a:latin typeface="Montserrat Medium"/>
                          <a:ea typeface="Montserrat Medium"/>
                          <a:cs typeface="Montserrat Medium"/>
                          <a:sym typeface="Montserrat Medium"/>
                        </a:rPr>
                        <a:t>HR policies </a:t>
                      </a:r>
                    </a:p>
                  </a:txBody>
                  <a:tcPr marL="45725" marR="45725" marT="45725" marB="45725" anchor="ctr" horzOverflow="overflow">
                    <a:solidFill>
                      <a:srgbClr val="E8ECF4"/>
                    </a:solidFill>
                  </a:tcPr>
                </a:tc>
                <a:extLst>
                  <a:ext uri="{0D108BD9-81ED-4DB2-BD59-A6C34878D82A}">
                    <a16:rowId xmlns:a16="http://schemas.microsoft.com/office/drawing/2014/main" val="10004"/>
                  </a:ext>
                </a:extLst>
              </a:tr>
              <a:tr h="286875">
                <a:tc>
                  <a:txBody>
                    <a:bodyPr/>
                    <a:lstStyle/>
                    <a:p>
                      <a:pPr algn="ctr">
                        <a:defRPr sz="1800"/>
                      </a:pPr>
                      <a:r>
                        <a:rPr lang="en-GB" sz="1100" dirty="0">
                          <a:solidFill>
                            <a:srgbClr val="004A7A"/>
                          </a:solidFill>
                          <a:latin typeface="Montserrat Medium"/>
                          <a:ea typeface="Montserrat Medium"/>
                          <a:cs typeface="Montserrat Medium"/>
                          <a:sym typeface="Montserrat Medium"/>
                        </a:rPr>
                        <a:t>12</a:t>
                      </a:r>
                      <a:r>
                        <a:rPr sz="1100" dirty="0">
                          <a:solidFill>
                            <a:srgbClr val="004A7A"/>
                          </a:solidFill>
                          <a:latin typeface="Montserrat Medium"/>
                          <a:ea typeface="Montserrat Medium"/>
                          <a:cs typeface="Montserrat Medium"/>
                          <a:sym typeface="Montserrat Medium"/>
                        </a:rPr>
                        <a:t>:</a:t>
                      </a:r>
                      <a:r>
                        <a:rPr lang="en-GB" sz="1100" dirty="0">
                          <a:solidFill>
                            <a:srgbClr val="004A7A"/>
                          </a:solidFill>
                          <a:latin typeface="Montserrat Medium"/>
                          <a:ea typeface="Montserrat Medium"/>
                          <a:cs typeface="Montserrat Medium"/>
                          <a:sym typeface="Montserrat Medium"/>
                        </a:rPr>
                        <a:t>15</a:t>
                      </a:r>
                      <a:r>
                        <a:rPr sz="1100" dirty="0">
                          <a:solidFill>
                            <a:srgbClr val="004A7A"/>
                          </a:solidFill>
                          <a:latin typeface="Montserrat Medium"/>
                          <a:ea typeface="Montserrat Medium"/>
                          <a:cs typeface="Montserrat Medium"/>
                          <a:sym typeface="Montserrat Medium"/>
                        </a:rPr>
                        <a:t> am</a:t>
                      </a:r>
                    </a:p>
                  </a:txBody>
                  <a:tcPr marL="45725" marR="45725" marT="45725" marB="45725" anchor="ctr" horzOverflow="overflow">
                    <a:solidFill>
                      <a:srgbClr val="CFD7E7"/>
                    </a:solidFill>
                  </a:tcPr>
                </a:tc>
                <a:tc>
                  <a:txBody>
                    <a:bodyPr/>
                    <a:lstStyle/>
                    <a:p>
                      <a:pPr algn="ctr">
                        <a:defRPr sz="1800"/>
                      </a:pPr>
                      <a:r>
                        <a:rPr lang="en-GB" sz="1100" dirty="0">
                          <a:solidFill>
                            <a:srgbClr val="004A7A"/>
                          </a:solidFill>
                          <a:latin typeface="Montserrat Medium"/>
                          <a:ea typeface="Montserrat Medium"/>
                          <a:cs typeface="Montserrat Medium"/>
                          <a:sym typeface="Montserrat Medium"/>
                        </a:rPr>
                        <a:t>30</a:t>
                      </a:r>
                      <a:r>
                        <a:rPr sz="1100" dirty="0">
                          <a:solidFill>
                            <a:srgbClr val="004A7A"/>
                          </a:solidFill>
                          <a:latin typeface="Montserrat Medium"/>
                          <a:ea typeface="Montserrat Medium"/>
                          <a:cs typeface="Montserrat Medium"/>
                          <a:sym typeface="Montserrat Medium"/>
                        </a:rPr>
                        <a:t> mins</a:t>
                      </a:r>
                    </a:p>
                  </a:txBody>
                  <a:tcPr marL="45725" marR="45725" marT="45725" marB="45725" anchor="ctr" horzOverflow="overflow">
                    <a:solidFill>
                      <a:srgbClr val="CFD7E7"/>
                    </a:solidFill>
                  </a:tcPr>
                </a:tc>
                <a:tc>
                  <a:txBody>
                    <a:bodyPr/>
                    <a:lstStyle/>
                    <a:p>
                      <a:pPr algn="ctr">
                        <a:defRPr sz="1800"/>
                      </a:pPr>
                      <a:r>
                        <a:rPr sz="1100" dirty="0">
                          <a:solidFill>
                            <a:srgbClr val="004A7A"/>
                          </a:solidFill>
                          <a:latin typeface="Montserrat Medium"/>
                          <a:ea typeface="Montserrat Medium"/>
                          <a:cs typeface="Montserrat Medium"/>
                          <a:sym typeface="Montserrat Medium"/>
                        </a:rPr>
                        <a:t>Break</a:t>
                      </a:r>
                    </a:p>
                  </a:txBody>
                  <a:tcPr marL="45725" marR="45725" marT="45725" marB="45725" anchor="ctr" horzOverflow="overflow">
                    <a:solidFill>
                      <a:srgbClr val="CFD7E7"/>
                    </a:solidFill>
                  </a:tcPr>
                </a:tc>
                <a:extLst>
                  <a:ext uri="{0D108BD9-81ED-4DB2-BD59-A6C34878D82A}">
                    <a16:rowId xmlns:a16="http://schemas.microsoft.com/office/drawing/2014/main" val="10005"/>
                  </a:ext>
                </a:extLst>
              </a:tr>
              <a:tr h="286875">
                <a:tc>
                  <a:txBody>
                    <a:bodyPr/>
                    <a:lstStyle/>
                    <a:p>
                      <a:pPr algn="ctr">
                        <a:defRPr sz="1800"/>
                      </a:pPr>
                      <a:r>
                        <a:rPr lang="en-GB" sz="1100" dirty="0">
                          <a:solidFill>
                            <a:srgbClr val="004A7A"/>
                          </a:solidFill>
                          <a:latin typeface="Montserrat Medium"/>
                          <a:ea typeface="Montserrat Medium"/>
                          <a:cs typeface="Montserrat Medium"/>
                          <a:sym typeface="Montserrat Medium"/>
                        </a:rPr>
                        <a:t>12</a:t>
                      </a:r>
                      <a:r>
                        <a:rPr sz="1100" dirty="0">
                          <a:solidFill>
                            <a:srgbClr val="004A7A"/>
                          </a:solidFill>
                          <a:latin typeface="Montserrat Medium"/>
                          <a:ea typeface="Montserrat Medium"/>
                          <a:cs typeface="Montserrat Medium"/>
                          <a:sym typeface="Montserrat Medium"/>
                        </a:rPr>
                        <a:t>:</a:t>
                      </a:r>
                      <a:r>
                        <a:rPr lang="en-US" sz="1100" dirty="0">
                          <a:solidFill>
                            <a:srgbClr val="004A7A"/>
                          </a:solidFill>
                          <a:latin typeface="Montserrat Medium"/>
                          <a:ea typeface="Montserrat Medium"/>
                          <a:cs typeface="Montserrat Medium"/>
                          <a:sym typeface="Montserrat Medium"/>
                        </a:rPr>
                        <a:t>45</a:t>
                      </a:r>
                      <a:r>
                        <a:rPr sz="1100" dirty="0">
                          <a:solidFill>
                            <a:srgbClr val="004A7A"/>
                          </a:solidFill>
                          <a:latin typeface="Montserrat Medium"/>
                          <a:ea typeface="Montserrat Medium"/>
                          <a:cs typeface="Montserrat Medium"/>
                          <a:sym typeface="Montserrat Medium"/>
                        </a:rPr>
                        <a:t> pm</a:t>
                      </a:r>
                    </a:p>
                  </a:txBody>
                  <a:tcPr marL="45725" marR="45725" marT="45725" marB="45725" anchor="ctr" horzOverflow="overflow">
                    <a:solidFill>
                      <a:srgbClr val="E8ECF4"/>
                    </a:solidFill>
                  </a:tcPr>
                </a:tc>
                <a:tc>
                  <a:txBody>
                    <a:bodyPr/>
                    <a:lstStyle/>
                    <a:p>
                      <a:pPr algn="ctr">
                        <a:defRPr sz="1800"/>
                      </a:pPr>
                      <a:r>
                        <a:rPr sz="1100">
                          <a:solidFill>
                            <a:srgbClr val="004A7A"/>
                          </a:solidFill>
                          <a:latin typeface="Montserrat Medium"/>
                          <a:ea typeface="Montserrat Medium"/>
                          <a:cs typeface="Montserrat Medium"/>
                          <a:sym typeface="Montserrat Medium"/>
                        </a:rPr>
                        <a:t>45 mins</a:t>
                      </a:r>
                    </a:p>
                  </a:txBody>
                  <a:tcPr marL="45725" marR="45725" marT="45725" marB="45725" anchor="ctr" horzOverflow="overflow">
                    <a:solidFill>
                      <a:srgbClr val="E8ECF4"/>
                    </a:solidFill>
                  </a:tcPr>
                </a:tc>
                <a:tc>
                  <a:txBody>
                    <a:bodyPr/>
                    <a:lstStyle/>
                    <a:p>
                      <a:pPr algn="ctr">
                        <a:defRPr sz="1800"/>
                      </a:pPr>
                      <a:r>
                        <a:rPr sz="1100" dirty="0">
                          <a:solidFill>
                            <a:srgbClr val="004A7A"/>
                          </a:solidFill>
                          <a:latin typeface="Montserrat Medium"/>
                          <a:ea typeface="Montserrat Medium"/>
                          <a:cs typeface="Montserrat Medium"/>
                          <a:sym typeface="Montserrat Medium"/>
                        </a:rPr>
                        <a:t>Health &amp; Safety</a:t>
                      </a:r>
                    </a:p>
                  </a:txBody>
                  <a:tcPr marL="45725" marR="45725" marT="45725" marB="45725" anchor="ctr" horzOverflow="overflow">
                    <a:solidFill>
                      <a:srgbClr val="E8ECF4"/>
                    </a:solidFill>
                  </a:tcPr>
                </a:tc>
                <a:extLst>
                  <a:ext uri="{0D108BD9-81ED-4DB2-BD59-A6C34878D82A}">
                    <a16:rowId xmlns:a16="http://schemas.microsoft.com/office/drawing/2014/main" val="10006"/>
                  </a:ext>
                </a:extLst>
              </a:tr>
              <a:tr h="286875">
                <a:tc>
                  <a:txBody>
                    <a:bodyPr/>
                    <a:lstStyle/>
                    <a:p>
                      <a:pPr algn="ctr">
                        <a:defRPr sz="1800"/>
                      </a:pPr>
                      <a:r>
                        <a:rPr lang="en-US" sz="1100" dirty="0">
                          <a:solidFill>
                            <a:srgbClr val="004A7A"/>
                          </a:solidFill>
                          <a:latin typeface="Montserrat Medium"/>
                          <a:ea typeface="Montserrat Medium"/>
                          <a:cs typeface="Montserrat Medium"/>
                          <a:sym typeface="Montserrat Medium"/>
                        </a:rPr>
                        <a:t>01</a:t>
                      </a:r>
                      <a:r>
                        <a:rPr sz="1100" dirty="0">
                          <a:solidFill>
                            <a:srgbClr val="004A7A"/>
                          </a:solidFill>
                          <a:latin typeface="Montserrat Medium"/>
                          <a:ea typeface="Montserrat Medium"/>
                          <a:cs typeface="Montserrat Medium"/>
                          <a:sym typeface="Montserrat Medium"/>
                        </a:rPr>
                        <a:t>:</a:t>
                      </a:r>
                      <a:r>
                        <a:rPr lang="en-GB" sz="1100" dirty="0">
                          <a:solidFill>
                            <a:srgbClr val="004A7A"/>
                          </a:solidFill>
                          <a:latin typeface="Montserrat Medium"/>
                          <a:ea typeface="Montserrat Medium"/>
                          <a:cs typeface="Montserrat Medium"/>
                          <a:sym typeface="Montserrat Medium"/>
                        </a:rPr>
                        <a:t>30</a:t>
                      </a:r>
                      <a:r>
                        <a:rPr sz="1100" dirty="0">
                          <a:solidFill>
                            <a:srgbClr val="004A7A"/>
                          </a:solidFill>
                          <a:latin typeface="Montserrat Medium"/>
                          <a:ea typeface="Montserrat Medium"/>
                          <a:cs typeface="Montserrat Medium"/>
                          <a:sym typeface="Montserrat Medium"/>
                        </a:rPr>
                        <a:t> pm</a:t>
                      </a:r>
                    </a:p>
                  </a:txBody>
                  <a:tcPr marL="45725" marR="45725" marT="45725" marB="45725" anchor="ctr" horzOverflow="overflow">
                    <a:solidFill>
                      <a:srgbClr val="E8ECF4"/>
                    </a:solidFill>
                  </a:tcPr>
                </a:tc>
                <a:tc>
                  <a:txBody>
                    <a:bodyPr/>
                    <a:lstStyle/>
                    <a:p>
                      <a:pPr algn="ctr">
                        <a:defRPr sz="1800"/>
                      </a:pPr>
                      <a:r>
                        <a:rPr sz="1100">
                          <a:solidFill>
                            <a:srgbClr val="004A7A"/>
                          </a:solidFill>
                          <a:latin typeface="Montserrat Medium"/>
                          <a:ea typeface="Montserrat Medium"/>
                          <a:cs typeface="Montserrat Medium"/>
                          <a:sym typeface="Montserrat Medium"/>
                        </a:rPr>
                        <a:t>45 mins</a:t>
                      </a:r>
                    </a:p>
                  </a:txBody>
                  <a:tcPr marL="45725" marR="45725" marT="45725" marB="45725" anchor="ctr" horzOverflow="overflow">
                    <a:solidFill>
                      <a:srgbClr val="E8ECF4"/>
                    </a:solidFill>
                  </a:tcPr>
                </a:tc>
                <a:tc>
                  <a:txBody>
                    <a:bodyPr/>
                    <a:lstStyle/>
                    <a:p>
                      <a:pPr algn="ctr">
                        <a:defRPr sz="1800"/>
                      </a:pPr>
                      <a:r>
                        <a:rPr sz="1100" dirty="0">
                          <a:solidFill>
                            <a:srgbClr val="004A7A"/>
                          </a:solidFill>
                          <a:latin typeface="Montserrat Medium"/>
                          <a:ea typeface="Montserrat Medium"/>
                          <a:cs typeface="Montserrat Medium"/>
                          <a:sym typeface="Montserrat Medium"/>
                        </a:rPr>
                        <a:t>Clinical Risk</a:t>
                      </a:r>
                    </a:p>
                  </a:txBody>
                  <a:tcPr marL="45725" marR="45725" marT="45725" marB="45725" anchor="ctr" horzOverflow="overflow">
                    <a:solidFill>
                      <a:srgbClr val="E8ECF4"/>
                    </a:solidFill>
                  </a:tcPr>
                </a:tc>
                <a:extLst>
                  <a:ext uri="{0D108BD9-81ED-4DB2-BD59-A6C34878D82A}">
                    <a16:rowId xmlns:a16="http://schemas.microsoft.com/office/drawing/2014/main" val="10008"/>
                  </a:ext>
                </a:extLst>
              </a:tr>
              <a:tr h="286875">
                <a:tc>
                  <a:txBody>
                    <a:bodyPr/>
                    <a:lstStyle/>
                    <a:p>
                      <a:pPr algn="ctr">
                        <a:defRPr sz="1800"/>
                      </a:pPr>
                      <a:r>
                        <a:rPr lang="en-US" sz="1100" dirty="0">
                          <a:solidFill>
                            <a:srgbClr val="004A7A"/>
                          </a:solidFill>
                          <a:latin typeface="Montserrat Medium"/>
                          <a:ea typeface="Montserrat Medium"/>
                          <a:cs typeface="Montserrat Medium"/>
                          <a:sym typeface="Montserrat Medium"/>
                        </a:rPr>
                        <a:t>02:15 pm</a:t>
                      </a:r>
                      <a:endParaRPr sz="1100" dirty="0">
                        <a:solidFill>
                          <a:srgbClr val="004A7A"/>
                        </a:solidFill>
                        <a:latin typeface="Montserrat Medium"/>
                        <a:ea typeface="Montserrat Medium"/>
                        <a:cs typeface="Montserrat Medium"/>
                        <a:sym typeface="Montserrat Medium"/>
                      </a:endParaRPr>
                    </a:p>
                  </a:txBody>
                  <a:tcPr marL="45725" marR="45725" marT="45725" marB="45725" anchor="ctr" horzOverflow="overflow">
                    <a:solidFill>
                      <a:srgbClr val="E8ECF4"/>
                    </a:solidFill>
                  </a:tcPr>
                </a:tc>
                <a:tc>
                  <a:txBody>
                    <a:bodyPr/>
                    <a:lstStyle/>
                    <a:p>
                      <a:pPr algn="ctr">
                        <a:defRPr sz="1800"/>
                      </a:pPr>
                      <a:r>
                        <a:rPr lang="en-US" sz="1100" dirty="0">
                          <a:solidFill>
                            <a:srgbClr val="004A7A"/>
                          </a:solidFill>
                          <a:latin typeface="Montserrat Medium"/>
                          <a:ea typeface="Montserrat Medium"/>
                          <a:cs typeface="Montserrat Medium"/>
                          <a:sym typeface="Montserrat Medium"/>
                        </a:rPr>
                        <a:t>45 mins</a:t>
                      </a:r>
                      <a:endParaRPr sz="1100" dirty="0">
                        <a:solidFill>
                          <a:srgbClr val="004A7A"/>
                        </a:solidFill>
                        <a:latin typeface="Montserrat Medium"/>
                        <a:ea typeface="Montserrat Medium"/>
                        <a:cs typeface="Montserrat Medium"/>
                        <a:sym typeface="Montserrat Medium"/>
                      </a:endParaRPr>
                    </a:p>
                  </a:txBody>
                  <a:tcPr marL="45725" marR="45725" marT="45725" marB="45725" anchor="ctr" horzOverflow="overflow">
                    <a:solidFill>
                      <a:srgbClr val="E8ECF4"/>
                    </a:solidFill>
                  </a:tcPr>
                </a:tc>
                <a:tc>
                  <a:txBody>
                    <a:bodyPr/>
                    <a:lstStyle/>
                    <a:p>
                      <a:pPr algn="ctr">
                        <a:defRPr sz="1800"/>
                      </a:pPr>
                      <a:r>
                        <a:rPr lang="en-US" sz="1100" dirty="0">
                          <a:solidFill>
                            <a:srgbClr val="004A7A"/>
                          </a:solidFill>
                          <a:latin typeface="Montserrat Medium"/>
                          <a:ea typeface="Montserrat Medium"/>
                          <a:cs typeface="Montserrat Medium"/>
                          <a:sym typeface="Montserrat Medium"/>
                        </a:rPr>
                        <a:t>Infection Control </a:t>
                      </a:r>
                      <a:endParaRPr sz="1100" dirty="0">
                        <a:solidFill>
                          <a:srgbClr val="004A7A"/>
                        </a:solidFill>
                        <a:latin typeface="Montserrat Medium"/>
                        <a:ea typeface="Montserrat Medium"/>
                        <a:cs typeface="Montserrat Medium"/>
                        <a:sym typeface="Montserrat Medium"/>
                      </a:endParaRPr>
                    </a:p>
                  </a:txBody>
                  <a:tcPr marL="45725" marR="45725" marT="45725" marB="45725" anchor="ctr" horzOverflow="overflow">
                    <a:solidFill>
                      <a:srgbClr val="E8ECF4"/>
                    </a:solidFill>
                  </a:tcPr>
                </a:tc>
                <a:extLst>
                  <a:ext uri="{0D108BD9-81ED-4DB2-BD59-A6C34878D82A}">
                    <a16:rowId xmlns:a16="http://schemas.microsoft.com/office/drawing/2014/main" val="2604092838"/>
                  </a:ext>
                </a:extLst>
              </a:tr>
            </a:tbl>
          </a:graphicData>
        </a:graphic>
      </p:graphicFrame>
      <p:sp>
        <p:nvSpPr>
          <p:cNvPr id="3" name="GVCLASSIFICATIONHEADER1925574994">
            <a:extLst>
              <a:ext uri="{FF2B5EF4-FFF2-40B4-BE49-F238E27FC236}">
                <a16:creationId xmlns:a16="http://schemas.microsoft.com/office/drawing/2014/main" id="{26575473-A726-92B5-FABC-F5C48144935C}"/>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Google Shape;159;p5"/>
          <p:cNvSpPr/>
          <p:nvPr/>
        </p:nvSpPr>
        <p:spPr>
          <a:xfrm>
            <a:off x="-15893" y="-3"/>
            <a:ext cx="9175786" cy="5143505"/>
          </a:xfrm>
          <a:prstGeom prst="rect">
            <a:avLst/>
          </a:prstGeom>
          <a:solidFill>
            <a:srgbClr val="003868"/>
          </a:solidFill>
          <a:ln w="12700">
            <a:miter lim="400000"/>
          </a:ln>
        </p:spPr>
        <p:txBody>
          <a:bodyPr lIns="0" tIns="0" rIns="0" bIns="0"/>
          <a:lstStyle/>
          <a:p>
            <a:endParaRPr dirty="0"/>
          </a:p>
        </p:txBody>
      </p:sp>
      <p:pic>
        <p:nvPicPr>
          <p:cNvPr id="316" name="Google Shape;160;p5" descr="Google Shape;160;p5"/>
          <p:cNvPicPr>
            <a:picLocks noChangeAspect="1"/>
          </p:cNvPicPr>
          <p:nvPr/>
        </p:nvPicPr>
        <p:blipFill>
          <a:blip r:embed="rId2">
            <a:alphaModFix amt="17751"/>
          </a:blip>
          <a:stretch>
            <a:fillRect/>
          </a:stretch>
        </p:blipFill>
        <p:spPr>
          <a:xfrm>
            <a:off x="2616200" y="599602"/>
            <a:ext cx="3911600" cy="3721104"/>
          </a:xfrm>
          <a:prstGeom prst="rect">
            <a:avLst/>
          </a:prstGeom>
          <a:ln w="12700">
            <a:miter lim="400000"/>
          </a:ln>
        </p:spPr>
      </p:pic>
      <p:sp>
        <p:nvSpPr>
          <p:cNvPr id="317" name="Google Shape;161;p5"/>
          <p:cNvSpPr txBox="1"/>
          <p:nvPr/>
        </p:nvSpPr>
        <p:spPr>
          <a:xfrm>
            <a:off x="2809070" y="1743155"/>
            <a:ext cx="3525859"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ctr">
            <a:spAutoFit/>
          </a:bodyPr>
          <a:lstStyle/>
          <a:p>
            <a:pPr algn="ctr">
              <a:defRPr sz="1900">
                <a:solidFill>
                  <a:srgbClr val="EFFAFF"/>
                </a:solidFill>
              </a:defRPr>
            </a:pPr>
            <a:r>
              <a:rPr sz="2400" dirty="0"/>
              <a:t>Let</a:t>
            </a:r>
            <a:r>
              <a:rPr lang="en-GB" sz="2400" dirty="0"/>
              <a:t> U</a:t>
            </a:r>
            <a:r>
              <a:rPr sz="2400" dirty="0"/>
              <a:t>s Know</a:t>
            </a:r>
            <a:r>
              <a:rPr sz="2400" dirty="0">
                <a:latin typeface="Montserrat Light"/>
                <a:ea typeface="Montserrat Light"/>
                <a:cs typeface="Montserrat Light"/>
                <a:sym typeface="Montserrat Light"/>
              </a:rPr>
              <a:t> Each Other</a:t>
            </a:r>
          </a:p>
        </p:txBody>
      </p:sp>
      <p:sp>
        <p:nvSpPr>
          <p:cNvPr id="2" name="Google Shape;161;p5">
            <a:extLst>
              <a:ext uri="{FF2B5EF4-FFF2-40B4-BE49-F238E27FC236}">
                <a16:creationId xmlns:a16="http://schemas.microsoft.com/office/drawing/2014/main" id="{FBC26091-A289-EE27-E581-35608E40F006}"/>
              </a:ext>
            </a:extLst>
          </p:cNvPr>
          <p:cNvSpPr txBox="1"/>
          <p:nvPr/>
        </p:nvSpPr>
        <p:spPr>
          <a:xfrm>
            <a:off x="3001941" y="2565951"/>
            <a:ext cx="3140118" cy="11695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ctr">
            <a:spAutoFit/>
          </a:bodyPr>
          <a:lstStyle/>
          <a:p>
            <a:pPr algn="ctr">
              <a:defRPr sz="1900">
                <a:solidFill>
                  <a:srgbClr val="EFFAFF"/>
                </a:solidFill>
              </a:defRPr>
            </a:pPr>
            <a:r>
              <a:rPr lang="en-US" b="1" dirty="0"/>
              <a:t>Todays question:</a:t>
            </a:r>
          </a:p>
          <a:p>
            <a:pPr algn="ctr">
              <a:defRPr sz="1900">
                <a:solidFill>
                  <a:srgbClr val="EFFAFF"/>
                </a:solidFill>
              </a:defRPr>
            </a:pPr>
            <a:r>
              <a:rPr lang="en-US" dirty="0">
                <a:latin typeface="Montserrat Light"/>
                <a:ea typeface="Montserrat Light"/>
                <a:cs typeface="Montserrat Light"/>
                <a:sym typeface="Montserrat Light"/>
              </a:rPr>
              <a:t>If you had one million Saudi Riyals, where would you spend it?</a:t>
            </a:r>
            <a:endParaRPr dirty="0">
              <a:latin typeface="Montserrat Light"/>
              <a:ea typeface="Montserrat Light"/>
              <a:cs typeface="Montserrat Light"/>
              <a:sym typeface="Montserrat Light"/>
            </a:endParaRPr>
          </a:p>
        </p:txBody>
      </p:sp>
      <p:sp>
        <p:nvSpPr>
          <p:cNvPr id="3" name="GVCLASSIFICATIONHEADER197247384">
            <a:extLst>
              <a:ext uri="{FF2B5EF4-FFF2-40B4-BE49-F238E27FC236}">
                <a16:creationId xmlns:a16="http://schemas.microsoft.com/office/drawing/2014/main" id="{F9ECDC32-1E4C-F5F8-C8E2-E16CE7BF78B1}"/>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46D80-E9D5-DED0-8D25-E48029105A1D}"/>
            </a:ext>
          </a:extLst>
        </p:cNvPr>
        <p:cNvGrpSpPr/>
        <p:nvPr/>
      </p:nvGrpSpPr>
      <p:grpSpPr>
        <a:xfrm>
          <a:off x="0" y="0"/>
          <a:ext cx="0" cy="0"/>
          <a:chOff x="0" y="0"/>
          <a:chExt cx="0" cy="0"/>
        </a:xfrm>
      </p:grpSpPr>
      <p:pic>
        <p:nvPicPr>
          <p:cNvPr id="922" name="Google Shape;867;p43" descr="Google Shape;867;p43">
            <a:extLst>
              <a:ext uri="{FF2B5EF4-FFF2-40B4-BE49-F238E27FC236}">
                <a16:creationId xmlns:a16="http://schemas.microsoft.com/office/drawing/2014/main" id="{9887D08E-E6D7-8AE1-3E45-A3FB71BF46E2}"/>
              </a:ext>
            </a:extLst>
          </p:cNvPr>
          <p:cNvPicPr>
            <a:picLocks noChangeAspect="1"/>
          </p:cNvPicPr>
          <p:nvPr/>
        </p:nvPicPr>
        <p:blipFill>
          <a:blip r:embed="rId2"/>
          <a:stretch>
            <a:fillRect/>
          </a:stretch>
        </p:blipFill>
        <p:spPr>
          <a:xfrm>
            <a:off x="252350" y="146743"/>
            <a:ext cx="998700" cy="364316"/>
          </a:xfrm>
          <a:prstGeom prst="rect">
            <a:avLst/>
          </a:prstGeom>
          <a:ln w="12700">
            <a:miter lim="400000"/>
          </a:ln>
        </p:spPr>
      </p:pic>
      <p:grpSp>
        <p:nvGrpSpPr>
          <p:cNvPr id="926" name="Google Shape;868;p43">
            <a:extLst>
              <a:ext uri="{FF2B5EF4-FFF2-40B4-BE49-F238E27FC236}">
                <a16:creationId xmlns:a16="http://schemas.microsoft.com/office/drawing/2014/main" id="{2ACCB790-5A18-5BF9-B3C2-EF80FB5979A7}"/>
              </a:ext>
            </a:extLst>
          </p:cNvPr>
          <p:cNvGrpSpPr/>
          <p:nvPr/>
        </p:nvGrpSpPr>
        <p:grpSpPr>
          <a:xfrm>
            <a:off x="252346" y="4832796"/>
            <a:ext cx="8659860" cy="127001"/>
            <a:chOff x="0" y="0"/>
            <a:chExt cx="8659858" cy="127000"/>
          </a:xfrm>
        </p:grpSpPr>
        <p:sp>
          <p:nvSpPr>
            <p:cNvPr id="923" name="Google Shape;869;p43">
              <a:extLst>
                <a:ext uri="{FF2B5EF4-FFF2-40B4-BE49-F238E27FC236}">
                  <a16:creationId xmlns:a16="http://schemas.microsoft.com/office/drawing/2014/main" id="{7F721958-6A62-B26C-BFC6-7DAE0D3F2438}"/>
                </a:ext>
              </a:extLst>
            </p:cNvPr>
            <p:cNvSpPr/>
            <p:nvPr/>
          </p:nvSpPr>
          <p:spPr>
            <a:xfrm>
              <a:off x="543982" y="54650"/>
              <a:ext cx="7881852" cy="17706"/>
            </a:xfrm>
            <a:prstGeom prst="rect">
              <a:avLst/>
            </a:prstGeom>
            <a:solidFill>
              <a:srgbClr val="004A7A"/>
            </a:solidFill>
            <a:ln w="12700" cap="flat">
              <a:noFill/>
              <a:miter lim="400000"/>
            </a:ln>
            <a:effectLst/>
          </p:spPr>
          <p:txBody>
            <a:bodyPr wrap="square" lIns="0" tIns="0" rIns="0" bIns="0" numCol="1" anchor="ctr">
              <a:noAutofit/>
            </a:bodyPr>
            <a:lstStyle/>
            <a:p>
              <a:pPr algn="ctr"/>
              <a:endParaRPr/>
            </a:p>
          </p:txBody>
        </p:sp>
        <p:sp>
          <p:nvSpPr>
            <p:cNvPr id="924" name="Google Shape;870;p43">
              <a:extLst>
                <a:ext uri="{FF2B5EF4-FFF2-40B4-BE49-F238E27FC236}">
                  <a16:creationId xmlns:a16="http://schemas.microsoft.com/office/drawing/2014/main" id="{C5D1E60A-0071-7FD1-AD1D-FF15D62A2F89}"/>
                </a:ext>
              </a:extLst>
            </p:cNvPr>
            <p:cNvSpPr txBox="1"/>
            <p:nvPr/>
          </p:nvSpPr>
          <p:spPr>
            <a:xfrm>
              <a:off x="0" y="0"/>
              <a:ext cx="731105" cy="1270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rPr lang="en-GB" dirty="0"/>
                <a:t>Oracle</a:t>
              </a:r>
              <a:endParaRPr dirty="0"/>
            </a:p>
          </p:txBody>
        </p:sp>
        <p:sp>
          <p:nvSpPr>
            <p:cNvPr id="925" name="Google Shape;871;p43">
              <a:extLst>
                <a:ext uri="{FF2B5EF4-FFF2-40B4-BE49-F238E27FC236}">
                  <a16:creationId xmlns:a16="http://schemas.microsoft.com/office/drawing/2014/main" id="{02B197DD-7204-55C0-11EE-EB31BBA2BF29}"/>
                </a:ext>
              </a:extLst>
            </p:cNvPr>
            <p:cNvSpPr txBox="1"/>
            <p:nvPr/>
          </p:nvSpPr>
          <p:spPr>
            <a:xfrm>
              <a:off x="8408455" y="0"/>
              <a:ext cx="251404" cy="1270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43</a:t>
              </a:r>
            </a:p>
          </p:txBody>
        </p:sp>
      </p:grpSp>
      <p:pic>
        <p:nvPicPr>
          <p:cNvPr id="3" name="Graphic 2" descr="Presentation with media with solid fill">
            <a:extLst>
              <a:ext uri="{FF2B5EF4-FFF2-40B4-BE49-F238E27FC236}">
                <a16:creationId xmlns:a16="http://schemas.microsoft.com/office/drawing/2014/main" id="{AB9A9187-733C-EF6F-0604-5C09790E8F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60052" y="500396"/>
            <a:ext cx="4023896" cy="4023896"/>
          </a:xfrm>
          <a:prstGeom prst="rect">
            <a:avLst/>
          </a:prstGeom>
        </p:spPr>
      </p:pic>
      <p:sp>
        <p:nvSpPr>
          <p:cNvPr id="2" name="GVCLASSIFICATIONHEADER1738303240">
            <a:extLst>
              <a:ext uri="{FF2B5EF4-FFF2-40B4-BE49-F238E27FC236}">
                <a16:creationId xmlns:a16="http://schemas.microsoft.com/office/drawing/2014/main" id="{B2007439-0BE5-D147-A4A1-3ED7E1C1B67F}"/>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extLst>
      <p:ext uri="{BB962C8B-B14F-4D97-AF65-F5344CB8AC3E}">
        <p14:creationId xmlns:p14="http://schemas.microsoft.com/office/powerpoint/2010/main" val="373141671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Google Shape;166;p6"/>
          <p:cNvSpPr txBox="1"/>
          <p:nvPr/>
        </p:nvSpPr>
        <p:spPr>
          <a:xfrm>
            <a:off x="280098" y="784864"/>
            <a:ext cx="1760404" cy="317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100" i="1">
                <a:solidFill>
                  <a:srgbClr val="003868"/>
                </a:solidFill>
                <a:latin typeface="Montserrat Bold"/>
                <a:ea typeface="Montserrat Bold"/>
                <a:cs typeface="Montserrat Bold"/>
                <a:sym typeface="Montserrat Bold"/>
              </a:defRPr>
            </a:lvl1pPr>
          </a:lstStyle>
          <a:p>
            <a:r>
              <a:t>Overview</a:t>
            </a:r>
          </a:p>
        </p:txBody>
      </p:sp>
      <p:pic>
        <p:nvPicPr>
          <p:cNvPr id="320" name="Google Shape;167;p6" descr="Google Shape;167;p6"/>
          <p:cNvPicPr>
            <a:picLocks noChangeAspect="1"/>
          </p:cNvPicPr>
          <p:nvPr/>
        </p:nvPicPr>
        <p:blipFill>
          <a:blip r:embed="rId2"/>
          <a:stretch>
            <a:fillRect/>
          </a:stretch>
        </p:blipFill>
        <p:spPr>
          <a:xfrm>
            <a:off x="252350" y="146743"/>
            <a:ext cx="998700" cy="364316"/>
          </a:xfrm>
          <a:prstGeom prst="rect">
            <a:avLst/>
          </a:prstGeom>
          <a:ln w="12700">
            <a:miter lim="400000"/>
          </a:ln>
        </p:spPr>
      </p:pic>
      <p:grpSp>
        <p:nvGrpSpPr>
          <p:cNvPr id="324" name="Google Shape;168;p6"/>
          <p:cNvGrpSpPr/>
          <p:nvPr/>
        </p:nvGrpSpPr>
        <p:grpSpPr>
          <a:xfrm>
            <a:off x="252346" y="4832796"/>
            <a:ext cx="8659860" cy="127001"/>
            <a:chOff x="0" y="0"/>
            <a:chExt cx="8659858" cy="127000"/>
          </a:xfrm>
        </p:grpSpPr>
        <p:sp>
          <p:nvSpPr>
            <p:cNvPr id="321" name="Google Shape;169;p6"/>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322" name="Google Shape;170;p6"/>
            <p:cNvSpPr txBox="1"/>
            <p:nvPr/>
          </p:nvSpPr>
          <p:spPr>
            <a:xfrm>
              <a:off x="0" y="0"/>
              <a:ext cx="731105"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Overview</a:t>
              </a:r>
            </a:p>
          </p:txBody>
        </p:sp>
        <p:sp>
          <p:nvSpPr>
            <p:cNvPr id="323" name="Google Shape;171;p6"/>
            <p:cNvSpPr txBox="1"/>
            <p:nvPr/>
          </p:nvSpPr>
          <p:spPr>
            <a:xfrm>
              <a:off x="8408455" y="0"/>
              <a:ext cx="251404"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06</a:t>
              </a:r>
            </a:p>
          </p:txBody>
        </p:sp>
      </p:grpSp>
      <p:sp>
        <p:nvSpPr>
          <p:cNvPr id="325" name="Google Shape;172;p6"/>
          <p:cNvSpPr txBox="1"/>
          <p:nvPr/>
        </p:nvSpPr>
        <p:spPr>
          <a:xfrm>
            <a:off x="1099005" y="2309430"/>
            <a:ext cx="1192650" cy="4366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marL="205104" marR="5080" indent="-193038">
              <a:lnSpc>
                <a:spcPct val="114900"/>
              </a:lnSpc>
              <a:defRPr sz="1300">
                <a:solidFill>
                  <a:srgbClr val="003868"/>
                </a:solidFill>
                <a:latin typeface="Montserrat Regular"/>
                <a:ea typeface="Montserrat Regular"/>
                <a:cs typeface="Montserrat Regular"/>
                <a:sym typeface="Montserrat Regular"/>
              </a:defRPr>
            </a:pPr>
            <a:r>
              <a:rPr dirty="0"/>
              <a:t>Our Purpose</a:t>
            </a:r>
          </a:p>
          <a:p>
            <a:pPr marL="205104" marR="5080" indent="-193038">
              <a:lnSpc>
                <a:spcPct val="114900"/>
              </a:lnSpc>
              <a:defRPr sz="1300">
                <a:solidFill>
                  <a:srgbClr val="003868"/>
                </a:solidFill>
                <a:latin typeface="Montserrat Regular"/>
                <a:ea typeface="Montserrat Regular"/>
                <a:cs typeface="Montserrat Regular"/>
                <a:sym typeface="Montserrat Regular"/>
              </a:defRPr>
            </a:pPr>
            <a:r>
              <a:rPr dirty="0"/>
              <a:t>&amp; Mission</a:t>
            </a:r>
          </a:p>
        </p:txBody>
      </p:sp>
      <p:sp>
        <p:nvSpPr>
          <p:cNvPr id="326" name="Google Shape;173;p6"/>
          <p:cNvSpPr txBox="1"/>
          <p:nvPr/>
        </p:nvSpPr>
        <p:spPr>
          <a:xfrm>
            <a:off x="1099005" y="1336276"/>
            <a:ext cx="998701" cy="876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5700">
                <a:solidFill>
                  <a:srgbClr val="52A0D7"/>
                </a:solidFill>
                <a:latin typeface="Montserrat Bold"/>
                <a:ea typeface="Montserrat Bold"/>
                <a:cs typeface="Montserrat Bold"/>
                <a:sym typeface="Montserrat Bold"/>
              </a:defRPr>
            </a:lvl1pPr>
          </a:lstStyle>
          <a:p>
            <a:r>
              <a:t>01</a:t>
            </a:r>
          </a:p>
        </p:txBody>
      </p:sp>
      <p:sp>
        <p:nvSpPr>
          <p:cNvPr id="327" name="Google Shape;174;p6"/>
          <p:cNvSpPr txBox="1"/>
          <p:nvPr/>
        </p:nvSpPr>
        <p:spPr>
          <a:xfrm>
            <a:off x="2884816" y="2327934"/>
            <a:ext cx="1271148" cy="203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1300">
                <a:solidFill>
                  <a:srgbClr val="003868"/>
                </a:solidFill>
                <a:latin typeface="Montserrat Regular"/>
                <a:ea typeface="Montserrat Regular"/>
                <a:cs typeface="Montserrat Regular"/>
                <a:sym typeface="Montserrat Regular"/>
              </a:defRPr>
            </a:lvl1pPr>
          </a:lstStyle>
          <a:p>
            <a:r>
              <a:rPr dirty="0"/>
              <a:t>Core Values</a:t>
            </a:r>
          </a:p>
        </p:txBody>
      </p:sp>
      <p:sp>
        <p:nvSpPr>
          <p:cNvPr id="328" name="Google Shape;175;p6"/>
          <p:cNvSpPr txBox="1"/>
          <p:nvPr/>
        </p:nvSpPr>
        <p:spPr>
          <a:xfrm>
            <a:off x="1092175" y="4083619"/>
            <a:ext cx="1276023" cy="4191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indent="12700">
              <a:defRPr sz="1300">
                <a:solidFill>
                  <a:srgbClr val="003868"/>
                </a:solidFill>
                <a:latin typeface="Montserrat Regular"/>
                <a:ea typeface="Montserrat Regular"/>
                <a:cs typeface="Montserrat Regular"/>
                <a:sym typeface="Montserrat Regular"/>
              </a:defRPr>
            </a:pPr>
            <a:r>
              <a:rPr dirty="0"/>
              <a:t>Our </a:t>
            </a:r>
          </a:p>
          <a:p>
            <a:pPr indent="12700">
              <a:spcBef>
                <a:spcPts val="100"/>
              </a:spcBef>
              <a:defRPr sz="1300">
                <a:solidFill>
                  <a:srgbClr val="003868"/>
                </a:solidFill>
                <a:latin typeface="Montserrat Regular"/>
                <a:ea typeface="Montserrat Regular"/>
                <a:cs typeface="Montserrat Regular"/>
                <a:sym typeface="Montserrat Regular"/>
              </a:defRPr>
            </a:pPr>
            <a:r>
              <a:rPr dirty="0"/>
              <a:t>Branches</a:t>
            </a:r>
          </a:p>
        </p:txBody>
      </p:sp>
      <p:sp>
        <p:nvSpPr>
          <p:cNvPr id="329" name="Google Shape;176;p6"/>
          <p:cNvSpPr txBox="1"/>
          <p:nvPr/>
        </p:nvSpPr>
        <p:spPr>
          <a:xfrm>
            <a:off x="1099005" y="3061178"/>
            <a:ext cx="1192650" cy="876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5700">
                <a:solidFill>
                  <a:srgbClr val="52A0D7"/>
                </a:solidFill>
                <a:latin typeface="Montserrat Bold"/>
                <a:ea typeface="Montserrat Bold"/>
                <a:cs typeface="Montserrat Bold"/>
                <a:sym typeface="Montserrat Bold"/>
              </a:defRPr>
            </a:lvl1pPr>
          </a:lstStyle>
          <a:p>
            <a:r>
              <a:t>05</a:t>
            </a:r>
          </a:p>
        </p:txBody>
      </p:sp>
      <p:sp>
        <p:nvSpPr>
          <p:cNvPr id="330" name="Google Shape;177;p6"/>
          <p:cNvSpPr txBox="1"/>
          <p:nvPr/>
        </p:nvSpPr>
        <p:spPr>
          <a:xfrm>
            <a:off x="2884816" y="4083965"/>
            <a:ext cx="1280373" cy="406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1300">
                <a:solidFill>
                  <a:srgbClr val="003868"/>
                </a:solidFill>
                <a:latin typeface="Montserrat Regular"/>
                <a:ea typeface="Montserrat Regular"/>
                <a:cs typeface="Montserrat Regular"/>
                <a:sym typeface="Montserrat Regular"/>
              </a:defRPr>
            </a:lvl1pPr>
          </a:lstStyle>
          <a:p>
            <a:r>
              <a:t>Company History</a:t>
            </a:r>
          </a:p>
        </p:txBody>
      </p:sp>
      <p:sp>
        <p:nvSpPr>
          <p:cNvPr id="331" name="Google Shape;178;p6"/>
          <p:cNvSpPr txBox="1"/>
          <p:nvPr/>
        </p:nvSpPr>
        <p:spPr>
          <a:xfrm>
            <a:off x="2884816" y="3077086"/>
            <a:ext cx="1055267" cy="876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5700">
                <a:solidFill>
                  <a:srgbClr val="52A0D7"/>
                </a:solidFill>
                <a:latin typeface="Montserrat Bold"/>
                <a:ea typeface="Montserrat Bold"/>
                <a:cs typeface="Montserrat Bold"/>
                <a:sym typeface="Montserrat Bold"/>
              </a:defRPr>
            </a:lvl1pPr>
          </a:lstStyle>
          <a:p>
            <a:r>
              <a:t>06</a:t>
            </a:r>
          </a:p>
        </p:txBody>
      </p:sp>
      <p:sp>
        <p:nvSpPr>
          <p:cNvPr id="332" name="Google Shape;179;p6"/>
          <p:cNvSpPr txBox="1"/>
          <p:nvPr/>
        </p:nvSpPr>
        <p:spPr>
          <a:xfrm>
            <a:off x="4749124" y="2303866"/>
            <a:ext cx="1573357" cy="4191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indent="12700">
              <a:defRPr sz="1300">
                <a:solidFill>
                  <a:srgbClr val="003868"/>
                </a:solidFill>
                <a:latin typeface="Montserrat Regular"/>
                <a:ea typeface="Montserrat Regular"/>
                <a:cs typeface="Montserrat Regular"/>
                <a:sym typeface="Montserrat Regular"/>
              </a:defRPr>
            </a:pPr>
            <a:r>
              <a:rPr dirty="0"/>
              <a:t>Company </a:t>
            </a:r>
          </a:p>
          <a:p>
            <a:pPr indent="12700">
              <a:spcBef>
                <a:spcPts val="100"/>
              </a:spcBef>
              <a:defRPr sz="1300">
                <a:solidFill>
                  <a:srgbClr val="003868"/>
                </a:solidFill>
                <a:latin typeface="Montserrat Regular"/>
                <a:ea typeface="Montserrat Regular"/>
                <a:cs typeface="Montserrat Regular"/>
                <a:sym typeface="Montserrat Regular"/>
              </a:defRPr>
            </a:pPr>
            <a:r>
              <a:rPr dirty="0"/>
              <a:t>Strategy</a:t>
            </a:r>
          </a:p>
        </p:txBody>
      </p:sp>
      <p:sp>
        <p:nvSpPr>
          <p:cNvPr id="333" name="Google Shape;180;p6"/>
          <p:cNvSpPr txBox="1"/>
          <p:nvPr/>
        </p:nvSpPr>
        <p:spPr>
          <a:xfrm>
            <a:off x="2884816" y="1336276"/>
            <a:ext cx="1055267" cy="876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5700">
                <a:solidFill>
                  <a:srgbClr val="52A0D7"/>
                </a:solidFill>
                <a:latin typeface="Montserrat Bold"/>
                <a:ea typeface="Montserrat Bold"/>
                <a:cs typeface="Montserrat Bold"/>
                <a:sym typeface="Montserrat Bold"/>
              </a:defRPr>
            </a:lvl1pPr>
          </a:lstStyle>
          <a:p>
            <a:r>
              <a:t>02</a:t>
            </a:r>
          </a:p>
        </p:txBody>
      </p:sp>
      <p:sp>
        <p:nvSpPr>
          <p:cNvPr id="334" name="Google Shape;181;p6"/>
          <p:cNvSpPr txBox="1"/>
          <p:nvPr/>
        </p:nvSpPr>
        <p:spPr>
          <a:xfrm>
            <a:off x="4749124" y="4083619"/>
            <a:ext cx="1339125" cy="203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1300">
                <a:solidFill>
                  <a:srgbClr val="003868"/>
                </a:solidFill>
                <a:latin typeface="Montserrat Regular"/>
                <a:ea typeface="Montserrat Regular"/>
                <a:cs typeface="Montserrat Regular"/>
                <a:sym typeface="Montserrat Regular"/>
              </a:defRPr>
            </a:lvl1pPr>
          </a:lstStyle>
          <a:p>
            <a:r>
              <a:t>Key Awards</a:t>
            </a:r>
          </a:p>
        </p:txBody>
      </p:sp>
      <p:sp>
        <p:nvSpPr>
          <p:cNvPr id="335" name="Google Shape;182;p6"/>
          <p:cNvSpPr txBox="1"/>
          <p:nvPr/>
        </p:nvSpPr>
        <p:spPr>
          <a:xfrm>
            <a:off x="4749124" y="3077086"/>
            <a:ext cx="1055268" cy="876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5700">
                <a:solidFill>
                  <a:srgbClr val="52A0D7"/>
                </a:solidFill>
                <a:latin typeface="Montserrat Bold"/>
                <a:ea typeface="Montserrat Bold"/>
                <a:cs typeface="Montserrat Bold"/>
                <a:sym typeface="Montserrat Bold"/>
              </a:defRPr>
            </a:lvl1pPr>
          </a:lstStyle>
          <a:p>
            <a:r>
              <a:t>07</a:t>
            </a:r>
          </a:p>
        </p:txBody>
      </p:sp>
      <p:sp>
        <p:nvSpPr>
          <p:cNvPr id="336" name="Google Shape;183;p6"/>
          <p:cNvSpPr txBox="1"/>
          <p:nvPr/>
        </p:nvSpPr>
        <p:spPr>
          <a:xfrm>
            <a:off x="6693671" y="4089501"/>
            <a:ext cx="1760406" cy="6001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1300">
                <a:solidFill>
                  <a:srgbClr val="003868"/>
                </a:solidFill>
                <a:latin typeface="Montserrat Regular"/>
                <a:ea typeface="Montserrat Regular"/>
                <a:cs typeface="Montserrat Regular"/>
                <a:sym typeface="Montserrat Regular"/>
              </a:defRPr>
            </a:lvl1pPr>
          </a:lstStyle>
          <a:p>
            <a:r>
              <a:rPr lang="en-GB" dirty="0"/>
              <a:t>Code of Ethics &amp; Professional Conduct</a:t>
            </a:r>
            <a:endParaRPr dirty="0"/>
          </a:p>
        </p:txBody>
      </p:sp>
      <p:sp>
        <p:nvSpPr>
          <p:cNvPr id="337" name="Google Shape;184;p6"/>
          <p:cNvSpPr txBox="1"/>
          <p:nvPr/>
        </p:nvSpPr>
        <p:spPr>
          <a:xfrm>
            <a:off x="6693671" y="3061178"/>
            <a:ext cx="1276022" cy="876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5700">
                <a:solidFill>
                  <a:srgbClr val="52A0D7"/>
                </a:solidFill>
                <a:latin typeface="Montserrat Bold"/>
                <a:ea typeface="Montserrat Bold"/>
                <a:cs typeface="Montserrat Bold"/>
                <a:sym typeface="Montserrat Bold"/>
              </a:defRPr>
            </a:lvl1pPr>
          </a:lstStyle>
          <a:p>
            <a:r>
              <a:rPr dirty="0"/>
              <a:t>08</a:t>
            </a:r>
          </a:p>
        </p:txBody>
      </p:sp>
      <p:sp>
        <p:nvSpPr>
          <p:cNvPr id="338" name="Google Shape;185;p6"/>
          <p:cNvSpPr txBox="1"/>
          <p:nvPr/>
        </p:nvSpPr>
        <p:spPr>
          <a:xfrm>
            <a:off x="6693671" y="2314584"/>
            <a:ext cx="1001595" cy="406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1300">
                <a:solidFill>
                  <a:srgbClr val="003868"/>
                </a:solidFill>
                <a:latin typeface="Montserrat Regular"/>
                <a:ea typeface="Montserrat Regular"/>
                <a:cs typeface="Montserrat Regular"/>
                <a:sym typeface="Montserrat Regular"/>
              </a:defRPr>
            </a:lvl1pPr>
          </a:lstStyle>
          <a:p>
            <a:r>
              <a:rPr dirty="0"/>
              <a:t>Our Leaders</a:t>
            </a:r>
          </a:p>
        </p:txBody>
      </p:sp>
      <p:sp>
        <p:nvSpPr>
          <p:cNvPr id="339" name="Google Shape;186;p6"/>
          <p:cNvSpPr txBox="1"/>
          <p:nvPr/>
        </p:nvSpPr>
        <p:spPr>
          <a:xfrm>
            <a:off x="6693671" y="1336276"/>
            <a:ext cx="1192652" cy="876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5700">
                <a:solidFill>
                  <a:srgbClr val="52A0D7"/>
                </a:solidFill>
                <a:latin typeface="Montserrat Bold"/>
                <a:ea typeface="Montserrat Bold"/>
                <a:cs typeface="Montserrat Bold"/>
                <a:sym typeface="Montserrat Bold"/>
              </a:defRPr>
            </a:lvl1pPr>
          </a:lstStyle>
          <a:p>
            <a:r>
              <a:t>04</a:t>
            </a:r>
          </a:p>
        </p:txBody>
      </p:sp>
      <p:sp>
        <p:nvSpPr>
          <p:cNvPr id="340" name="Google Shape;187;p6"/>
          <p:cNvSpPr txBox="1"/>
          <p:nvPr/>
        </p:nvSpPr>
        <p:spPr>
          <a:xfrm>
            <a:off x="4749124" y="1336276"/>
            <a:ext cx="1192654" cy="876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5700">
                <a:solidFill>
                  <a:srgbClr val="52A0D7"/>
                </a:solidFill>
                <a:latin typeface="Montserrat Bold"/>
                <a:ea typeface="Montserrat Bold"/>
                <a:cs typeface="Montserrat Bold"/>
                <a:sym typeface="Montserrat Bold"/>
              </a:defRPr>
            </a:lvl1pPr>
          </a:lstStyle>
          <a:p>
            <a:r>
              <a:t>03</a:t>
            </a:r>
          </a:p>
        </p:txBody>
      </p:sp>
      <p:sp>
        <p:nvSpPr>
          <p:cNvPr id="341" name="Google Shape;188;p6"/>
          <p:cNvSpPr/>
          <p:nvPr/>
        </p:nvSpPr>
        <p:spPr>
          <a:xfrm>
            <a:off x="1092175" y="2914800"/>
            <a:ext cx="6658469" cy="3"/>
          </a:xfrm>
          <a:prstGeom prst="line">
            <a:avLst/>
          </a:prstGeom>
          <a:ln>
            <a:solidFill>
              <a:srgbClr val="D6D5D5"/>
            </a:solidFill>
          </a:ln>
        </p:spPr>
        <p:txBody>
          <a:bodyPr lIns="0" tIns="0" rIns="0" bIns="0"/>
          <a:lstStyle/>
          <a:p>
            <a:endParaRPr/>
          </a:p>
        </p:txBody>
      </p:sp>
      <p:sp>
        <p:nvSpPr>
          <p:cNvPr id="342" name="Google Shape;189;p6"/>
          <p:cNvSpPr/>
          <p:nvPr/>
        </p:nvSpPr>
        <p:spPr>
          <a:xfrm flipV="1">
            <a:off x="2483777" y="1964693"/>
            <a:ext cx="3" cy="1900222"/>
          </a:xfrm>
          <a:prstGeom prst="line">
            <a:avLst/>
          </a:prstGeom>
          <a:ln>
            <a:solidFill>
              <a:srgbClr val="D6D5D5"/>
            </a:solidFill>
          </a:ln>
        </p:spPr>
        <p:txBody>
          <a:bodyPr lIns="0" tIns="0" rIns="0" bIns="0"/>
          <a:lstStyle/>
          <a:p>
            <a:endParaRPr/>
          </a:p>
        </p:txBody>
      </p:sp>
      <p:sp>
        <p:nvSpPr>
          <p:cNvPr id="343" name="Google Shape;190;p6"/>
          <p:cNvSpPr/>
          <p:nvPr/>
        </p:nvSpPr>
        <p:spPr>
          <a:xfrm flipV="1">
            <a:off x="4316021" y="1964693"/>
            <a:ext cx="3" cy="1900222"/>
          </a:xfrm>
          <a:prstGeom prst="line">
            <a:avLst/>
          </a:prstGeom>
          <a:ln>
            <a:solidFill>
              <a:srgbClr val="D6D5D5"/>
            </a:solidFill>
          </a:ln>
        </p:spPr>
        <p:txBody>
          <a:bodyPr lIns="0" tIns="0" rIns="0" bIns="0"/>
          <a:lstStyle/>
          <a:p>
            <a:endParaRPr/>
          </a:p>
        </p:txBody>
      </p:sp>
      <p:sp>
        <p:nvSpPr>
          <p:cNvPr id="344" name="Google Shape;191;p6"/>
          <p:cNvSpPr/>
          <p:nvPr/>
        </p:nvSpPr>
        <p:spPr>
          <a:xfrm flipV="1">
            <a:off x="6148266" y="1964693"/>
            <a:ext cx="3" cy="1900222"/>
          </a:xfrm>
          <a:prstGeom prst="line">
            <a:avLst/>
          </a:prstGeom>
          <a:ln>
            <a:solidFill>
              <a:srgbClr val="D6D5D5"/>
            </a:solidFill>
          </a:ln>
        </p:spPr>
        <p:txBody>
          <a:bodyPr lIns="0" tIns="0" rIns="0" bIns="0"/>
          <a:lstStyle/>
          <a:p>
            <a:endParaRPr/>
          </a:p>
        </p:txBody>
      </p:sp>
      <p:sp>
        <p:nvSpPr>
          <p:cNvPr id="2" name="GVCLASSIFICATIONHEADER9975630">
            <a:extLst>
              <a:ext uri="{FF2B5EF4-FFF2-40B4-BE49-F238E27FC236}">
                <a16:creationId xmlns:a16="http://schemas.microsoft.com/office/drawing/2014/main" id="{0720BB4E-4590-7D82-C2DA-35FBFA0EFAB7}"/>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 name="Google Shape;200;p7"/>
          <p:cNvSpPr/>
          <p:nvPr/>
        </p:nvSpPr>
        <p:spPr>
          <a:xfrm>
            <a:off x="-126161" y="-178224"/>
            <a:ext cx="9396322" cy="5499948"/>
          </a:xfrm>
          <a:prstGeom prst="rect">
            <a:avLst/>
          </a:prstGeom>
          <a:solidFill>
            <a:srgbClr val="0C1C3F"/>
          </a:solidFill>
          <a:ln w="12700">
            <a:miter lim="400000"/>
          </a:ln>
        </p:spPr>
        <p:txBody>
          <a:bodyPr lIns="0" tIns="0" rIns="0" bIns="0"/>
          <a:lstStyle/>
          <a:p>
            <a:endParaRPr/>
          </a:p>
        </p:txBody>
      </p:sp>
      <p:sp>
        <p:nvSpPr>
          <p:cNvPr id="347" name="Google Shape;196;p7"/>
          <p:cNvSpPr/>
          <p:nvPr/>
        </p:nvSpPr>
        <p:spPr>
          <a:xfrm>
            <a:off x="7689012" y="-51224"/>
            <a:ext cx="1486017" cy="5245948"/>
          </a:xfrm>
          <a:prstGeom prst="rect">
            <a:avLst/>
          </a:prstGeom>
          <a:solidFill>
            <a:srgbClr val="0C1C3F"/>
          </a:solidFill>
          <a:ln w="12700">
            <a:miter lim="400000"/>
          </a:ln>
        </p:spPr>
        <p:txBody>
          <a:bodyPr lIns="0" tIns="0" rIns="0" bIns="0"/>
          <a:lstStyle/>
          <a:p>
            <a:endParaRPr/>
          </a:p>
        </p:txBody>
      </p:sp>
      <p:pic>
        <p:nvPicPr>
          <p:cNvPr id="348" name="Google Shape;197;p7" descr="Google Shape;197;p7"/>
          <p:cNvPicPr>
            <a:picLocks noChangeAspect="1"/>
          </p:cNvPicPr>
          <p:nvPr/>
        </p:nvPicPr>
        <p:blipFill>
          <a:blip r:embed="rId2"/>
          <a:srcRect r="32483"/>
          <a:stretch>
            <a:fillRect/>
          </a:stretch>
        </p:blipFill>
        <p:spPr>
          <a:xfrm>
            <a:off x="1430802" y="-45246"/>
            <a:ext cx="6282396" cy="5234063"/>
          </a:xfrm>
          <a:prstGeom prst="rect">
            <a:avLst/>
          </a:prstGeom>
          <a:ln w="12700">
            <a:miter lim="400000"/>
          </a:ln>
        </p:spPr>
      </p:pic>
      <p:sp>
        <p:nvSpPr>
          <p:cNvPr id="349" name="Google Shape;198;p7"/>
          <p:cNvSpPr/>
          <p:nvPr/>
        </p:nvSpPr>
        <p:spPr>
          <a:xfrm>
            <a:off x="1485900" y="25400"/>
            <a:ext cx="1270000" cy="1270000"/>
          </a:xfrm>
          <a:prstGeom prst="rect">
            <a:avLst/>
          </a:prstGeom>
          <a:solidFill>
            <a:srgbClr val="0C1C3F"/>
          </a:solidFill>
          <a:ln w="12700">
            <a:miter lim="400000"/>
          </a:ln>
        </p:spPr>
        <p:txBody>
          <a:bodyPr lIns="0" tIns="0" rIns="0" bIns="0"/>
          <a:lstStyle/>
          <a:p>
            <a:endParaRPr/>
          </a:p>
        </p:txBody>
      </p:sp>
      <p:sp>
        <p:nvSpPr>
          <p:cNvPr id="350" name="Google Shape;199;p7"/>
          <p:cNvSpPr/>
          <p:nvPr/>
        </p:nvSpPr>
        <p:spPr>
          <a:xfrm rot="917049">
            <a:off x="7354141" y="2941969"/>
            <a:ext cx="1280905" cy="2392239"/>
          </a:xfrm>
          <a:prstGeom prst="rect">
            <a:avLst/>
          </a:prstGeom>
          <a:solidFill>
            <a:srgbClr val="0C1C3F"/>
          </a:solidFill>
          <a:ln w="12700">
            <a:miter lim="400000"/>
          </a:ln>
        </p:spPr>
        <p:txBody>
          <a:bodyPr lIns="0" tIns="0" rIns="0" bIns="0"/>
          <a:lstStyle/>
          <a:p>
            <a:endParaRPr/>
          </a:p>
        </p:txBody>
      </p:sp>
      <p:sp>
        <p:nvSpPr>
          <p:cNvPr id="351" name="Google Shape;200;p7"/>
          <p:cNvSpPr/>
          <p:nvPr/>
        </p:nvSpPr>
        <p:spPr>
          <a:xfrm>
            <a:off x="-840" y="-51224"/>
            <a:ext cx="1486019" cy="5245948"/>
          </a:xfrm>
          <a:prstGeom prst="rect">
            <a:avLst/>
          </a:prstGeom>
          <a:solidFill>
            <a:srgbClr val="0C1C3F"/>
          </a:solidFill>
          <a:ln w="12700">
            <a:miter lim="400000"/>
          </a:ln>
        </p:spPr>
        <p:txBody>
          <a:bodyPr lIns="0" tIns="0" rIns="0" bIns="0"/>
          <a:lstStyle/>
          <a:p>
            <a:endParaRPr/>
          </a:p>
        </p:txBody>
      </p:sp>
      <p:sp>
        <p:nvSpPr>
          <p:cNvPr id="2" name="GVCLASSIFICATIONHEADER429131667">
            <a:extLst>
              <a:ext uri="{FF2B5EF4-FFF2-40B4-BE49-F238E27FC236}">
                <a16:creationId xmlns:a16="http://schemas.microsoft.com/office/drawing/2014/main" id="{005A3902-FAD9-2979-7353-540A1C43992E}"/>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 name="Google Shape;261;p10"/>
          <p:cNvSpPr txBox="1"/>
          <p:nvPr/>
        </p:nvSpPr>
        <p:spPr>
          <a:xfrm>
            <a:off x="261048" y="676914"/>
            <a:ext cx="3747631" cy="317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100">
                <a:solidFill>
                  <a:srgbClr val="003868"/>
                </a:solidFill>
                <a:latin typeface="Montserrat Bold"/>
                <a:ea typeface="Montserrat Bold"/>
                <a:cs typeface="Montserrat Bold"/>
                <a:sym typeface="Montserrat Bold"/>
              </a:defRPr>
            </a:lvl1pPr>
          </a:lstStyle>
          <a:p>
            <a:r>
              <a:t>Why Our Values Matter</a:t>
            </a:r>
          </a:p>
        </p:txBody>
      </p:sp>
      <p:pic>
        <p:nvPicPr>
          <p:cNvPr id="404" name="Google Shape;262;p10" descr="Google Shape;262;p10"/>
          <p:cNvPicPr>
            <a:picLocks noChangeAspect="1"/>
          </p:cNvPicPr>
          <p:nvPr/>
        </p:nvPicPr>
        <p:blipFill>
          <a:blip r:embed="rId2"/>
          <a:stretch>
            <a:fillRect/>
          </a:stretch>
        </p:blipFill>
        <p:spPr>
          <a:xfrm>
            <a:off x="252350" y="146743"/>
            <a:ext cx="998700" cy="364316"/>
          </a:xfrm>
          <a:prstGeom prst="rect">
            <a:avLst/>
          </a:prstGeom>
          <a:ln w="12700">
            <a:miter lim="400000"/>
          </a:ln>
        </p:spPr>
      </p:pic>
      <p:grpSp>
        <p:nvGrpSpPr>
          <p:cNvPr id="408" name="Google Shape;263;p10"/>
          <p:cNvGrpSpPr/>
          <p:nvPr/>
        </p:nvGrpSpPr>
        <p:grpSpPr>
          <a:xfrm>
            <a:off x="252346" y="4832796"/>
            <a:ext cx="8659860" cy="127001"/>
            <a:chOff x="0" y="0"/>
            <a:chExt cx="8659858" cy="127000"/>
          </a:xfrm>
        </p:grpSpPr>
        <p:sp>
          <p:nvSpPr>
            <p:cNvPr id="405" name="Google Shape;264;p10"/>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406" name="Google Shape;265;p10"/>
            <p:cNvSpPr txBox="1"/>
            <p:nvPr/>
          </p:nvSpPr>
          <p:spPr>
            <a:xfrm>
              <a:off x="0" y="0"/>
              <a:ext cx="731105"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Our Why</a:t>
              </a:r>
            </a:p>
          </p:txBody>
        </p:sp>
        <p:sp>
          <p:nvSpPr>
            <p:cNvPr id="407" name="Google Shape;266;p10"/>
            <p:cNvSpPr txBox="1"/>
            <p:nvPr/>
          </p:nvSpPr>
          <p:spPr>
            <a:xfrm>
              <a:off x="8408455" y="0"/>
              <a:ext cx="251404"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10</a:t>
              </a:r>
            </a:p>
          </p:txBody>
        </p:sp>
      </p:grpSp>
      <p:sp>
        <p:nvSpPr>
          <p:cNvPr id="409" name="Google Shape;267;p10"/>
          <p:cNvSpPr txBox="1"/>
          <p:nvPr/>
        </p:nvSpPr>
        <p:spPr>
          <a:xfrm>
            <a:off x="286447" y="1038842"/>
            <a:ext cx="5518800" cy="2154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a:solidFill>
                  <a:srgbClr val="003868"/>
                </a:solidFill>
                <a:latin typeface="Montserrat Light"/>
                <a:ea typeface="Montserrat Light"/>
                <a:cs typeface="Montserrat Light"/>
                <a:sym typeface="Montserrat Light"/>
              </a:defRPr>
            </a:lvl1pPr>
          </a:lstStyle>
          <a:p>
            <a:r>
              <a:rPr dirty="0"/>
              <a:t>Each value is a </a:t>
            </a:r>
            <a:r>
              <a:rPr lang="en-US" dirty="0"/>
              <a:t>steppingstone</a:t>
            </a:r>
            <a:r>
              <a:rPr dirty="0"/>
              <a:t> toward achieving our purpose.</a:t>
            </a:r>
          </a:p>
        </p:txBody>
      </p:sp>
      <p:sp>
        <p:nvSpPr>
          <p:cNvPr id="410" name="Google Shape;268;p10"/>
          <p:cNvSpPr txBox="1"/>
          <p:nvPr/>
        </p:nvSpPr>
        <p:spPr>
          <a:xfrm>
            <a:off x="286448" y="3820164"/>
            <a:ext cx="7656115" cy="533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defRPr sz="1100">
                <a:solidFill>
                  <a:srgbClr val="003868"/>
                </a:solidFill>
                <a:latin typeface="Montserrat Bold"/>
                <a:ea typeface="Montserrat Bold"/>
                <a:cs typeface="Montserrat Bold"/>
                <a:sym typeface="Montserrat Bold"/>
              </a:defRPr>
            </a:pPr>
            <a:r>
              <a:t>Collective Impact:</a:t>
            </a:r>
            <a:r>
              <a:rPr>
                <a:latin typeface="Montserrat Light"/>
                <a:ea typeface="Montserrat Light"/>
                <a:cs typeface="Montserrat Light"/>
                <a:sym typeface="Montserrat Light"/>
              </a:rPr>
              <a:t> </a:t>
            </a:r>
          </a:p>
          <a:p>
            <a:pPr>
              <a:defRPr sz="1100">
                <a:solidFill>
                  <a:srgbClr val="003868"/>
                </a:solidFill>
                <a:latin typeface="Montserrat Light"/>
                <a:ea typeface="Montserrat Light"/>
                <a:cs typeface="Montserrat Light"/>
                <a:sym typeface="Montserrat Light"/>
              </a:defRPr>
            </a:pPr>
            <a:r>
              <a:t>Together, our values shape a culture of care, responsibility, ambition, and collaboration that positively impacts both individuals and society.</a:t>
            </a:r>
          </a:p>
        </p:txBody>
      </p:sp>
      <p:sp>
        <p:nvSpPr>
          <p:cNvPr id="411" name="Google Shape;269;p10"/>
          <p:cNvSpPr txBox="1"/>
          <p:nvPr/>
        </p:nvSpPr>
        <p:spPr>
          <a:xfrm>
            <a:off x="283865" y="1455032"/>
            <a:ext cx="1576494"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800">
                <a:solidFill>
                  <a:srgbClr val="00A6E5"/>
                </a:solidFill>
                <a:latin typeface="Montserrat Medium"/>
                <a:ea typeface="Montserrat Medium"/>
                <a:cs typeface="Montserrat Medium"/>
                <a:sym typeface="Montserrat Medium"/>
              </a:defRPr>
            </a:lvl1pPr>
          </a:lstStyle>
          <a:p>
            <a:r>
              <a:t>Actions We Take</a:t>
            </a:r>
          </a:p>
        </p:txBody>
      </p:sp>
      <p:grpSp>
        <p:nvGrpSpPr>
          <p:cNvPr id="417" name="Google Shape;270;p10"/>
          <p:cNvGrpSpPr/>
          <p:nvPr/>
        </p:nvGrpSpPr>
        <p:grpSpPr>
          <a:xfrm>
            <a:off x="5070011" y="1769602"/>
            <a:ext cx="1432561" cy="1464574"/>
            <a:chOff x="0" y="0"/>
            <a:chExt cx="1432560" cy="1464572"/>
          </a:xfrm>
        </p:grpSpPr>
        <p:sp>
          <p:nvSpPr>
            <p:cNvPr id="412" name="Google Shape;271;p10"/>
            <p:cNvSpPr/>
            <p:nvPr/>
          </p:nvSpPr>
          <p:spPr>
            <a:xfrm>
              <a:off x="12700" y="12701"/>
              <a:ext cx="1369421" cy="1451872"/>
            </a:xfrm>
            <a:prstGeom prst="roundRect">
              <a:avLst>
                <a:gd name="adj" fmla="val 15000"/>
              </a:avLst>
            </a:prstGeom>
            <a:solidFill>
              <a:srgbClr val="FFFFFF"/>
            </a:solidFill>
            <a:ln w="25400" cap="flat">
              <a:solidFill>
                <a:srgbClr val="7C0040"/>
              </a:solidFill>
              <a:prstDash val="solid"/>
              <a:round/>
            </a:ln>
            <a:effectLst/>
          </p:spPr>
          <p:txBody>
            <a:bodyPr wrap="square" lIns="0" tIns="0" rIns="0" bIns="0" numCol="1" anchor="t">
              <a:noAutofit/>
            </a:bodyPr>
            <a:lstStyle/>
            <a:p>
              <a:endParaRPr/>
            </a:p>
          </p:txBody>
        </p:sp>
        <p:sp>
          <p:nvSpPr>
            <p:cNvPr id="413" name="Google Shape;272;p10"/>
            <p:cNvSpPr txBox="1"/>
            <p:nvPr/>
          </p:nvSpPr>
          <p:spPr>
            <a:xfrm>
              <a:off x="101895" y="393970"/>
              <a:ext cx="1330666" cy="2286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defRPr>
                  <a:solidFill>
                    <a:srgbClr val="7C0040"/>
                  </a:solidFill>
                  <a:latin typeface="Montserrat Bold"/>
                  <a:ea typeface="Montserrat Bold"/>
                  <a:cs typeface="Montserrat Bold"/>
                  <a:sym typeface="Montserrat Bold"/>
                </a:defRPr>
              </a:lvl1pPr>
            </a:lstStyle>
            <a:p>
              <a:r>
                <a:t>Collaborative</a:t>
              </a:r>
            </a:p>
          </p:txBody>
        </p:sp>
        <p:sp>
          <p:nvSpPr>
            <p:cNvPr id="414" name="Google Shape;273;p10"/>
            <p:cNvSpPr txBox="1"/>
            <p:nvPr/>
          </p:nvSpPr>
          <p:spPr>
            <a:xfrm>
              <a:off x="114595" y="617187"/>
              <a:ext cx="683059"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defRPr sz="700">
                  <a:solidFill>
                    <a:srgbClr val="003868"/>
                  </a:solidFill>
                  <a:latin typeface="Montserrat Medium"/>
                  <a:ea typeface="Montserrat Medium"/>
                  <a:cs typeface="Montserrat Medium"/>
                  <a:sym typeface="Montserrat Medium"/>
                </a:defRPr>
              </a:lvl1pPr>
            </a:lstStyle>
            <a:p>
              <a:r>
                <a:t>Unites diverse</a:t>
              </a:r>
            </a:p>
          </p:txBody>
        </p:sp>
        <p:sp>
          <p:nvSpPr>
            <p:cNvPr id="415" name="Google Shape;274;p10"/>
            <p:cNvSpPr txBox="1"/>
            <p:nvPr/>
          </p:nvSpPr>
          <p:spPr>
            <a:xfrm>
              <a:off x="114031" y="851904"/>
              <a:ext cx="1166757" cy="381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p>
              <a:pPr marL="76200" indent="-63500">
                <a:buClr>
                  <a:srgbClr val="7C0041"/>
                </a:buClr>
                <a:buSzPts val="500"/>
                <a:buFont typeface="Montserrat Medium"/>
                <a:buChar char="•"/>
                <a:defRPr sz="500">
                  <a:solidFill>
                    <a:srgbClr val="7C0041"/>
                  </a:solidFill>
                  <a:latin typeface="Montserrat Medium"/>
                  <a:ea typeface="Montserrat Medium"/>
                  <a:cs typeface="Montserrat Medium"/>
                  <a:sym typeface="Montserrat Medium"/>
                </a:defRPr>
              </a:pPr>
              <a:r>
                <a:t>Act together</a:t>
              </a:r>
            </a:p>
            <a:p>
              <a:pPr marL="76200" indent="-63500">
                <a:buClr>
                  <a:srgbClr val="7C0041"/>
                </a:buClr>
                <a:buSzPts val="500"/>
                <a:buFont typeface="Montserrat Medium"/>
                <a:buChar char="•"/>
                <a:defRPr sz="500">
                  <a:solidFill>
                    <a:srgbClr val="7C0041"/>
                  </a:solidFill>
                  <a:latin typeface="Montserrat Medium"/>
                  <a:ea typeface="Montserrat Medium"/>
                  <a:cs typeface="Montserrat Medium"/>
                  <a:sym typeface="Montserrat Medium"/>
                </a:defRPr>
              </a:pPr>
              <a:r>
                <a:t>Treat everyone with respect </a:t>
              </a:r>
            </a:p>
            <a:p>
              <a:pPr marL="76200" indent="-63500">
                <a:buClr>
                  <a:srgbClr val="7C0041"/>
                </a:buClr>
                <a:buSzPts val="500"/>
                <a:buFont typeface="Montserrat Medium"/>
                <a:buChar char="•"/>
                <a:defRPr sz="500">
                  <a:solidFill>
                    <a:srgbClr val="7C0041"/>
                  </a:solidFill>
                  <a:latin typeface="Montserrat Medium"/>
                  <a:ea typeface="Montserrat Medium"/>
                  <a:cs typeface="Montserrat Medium"/>
                  <a:sym typeface="Montserrat Medium"/>
                </a:defRPr>
              </a:pPr>
              <a:r>
                <a:t>Be transparent </a:t>
              </a:r>
            </a:p>
            <a:p>
              <a:pPr marL="76200" indent="-63500">
                <a:buClr>
                  <a:srgbClr val="7C0041"/>
                </a:buClr>
                <a:buSzPts val="500"/>
                <a:buFont typeface="Montserrat Medium"/>
                <a:buChar char="•"/>
                <a:defRPr sz="500">
                  <a:solidFill>
                    <a:srgbClr val="7C0041"/>
                  </a:solidFill>
                  <a:latin typeface="Montserrat Medium"/>
                  <a:ea typeface="Montserrat Medium"/>
                  <a:cs typeface="Montserrat Medium"/>
                  <a:sym typeface="Montserrat Medium"/>
                </a:defRPr>
              </a:pPr>
              <a:r>
                <a:t>Embrace diverse perspectives </a:t>
              </a:r>
            </a:p>
            <a:p>
              <a:pPr marL="76200" indent="-63500">
                <a:buClr>
                  <a:srgbClr val="7C0041"/>
                </a:buClr>
                <a:buSzPts val="500"/>
                <a:buFont typeface="Montserrat Medium"/>
                <a:buChar char="•"/>
                <a:defRPr sz="500">
                  <a:solidFill>
                    <a:srgbClr val="7C0041"/>
                  </a:solidFill>
                  <a:latin typeface="Montserrat Medium"/>
                  <a:ea typeface="Montserrat Medium"/>
                  <a:cs typeface="Montserrat Medium"/>
                  <a:sym typeface="Montserrat Medium"/>
                </a:defRPr>
              </a:pPr>
              <a:r>
                <a:t>Deliver outstanding results</a:t>
              </a:r>
            </a:p>
          </p:txBody>
        </p:sp>
        <p:pic>
          <p:nvPicPr>
            <p:cNvPr id="416" name="Google Shape;275;p10" descr="Google Shape;275;p10"/>
            <p:cNvPicPr>
              <a:picLocks noChangeAspect="1"/>
            </p:cNvPicPr>
            <p:nvPr/>
          </p:nvPicPr>
          <p:blipFill>
            <a:blip r:embed="rId3"/>
            <a:stretch>
              <a:fillRect/>
            </a:stretch>
          </p:blipFill>
          <p:spPr>
            <a:xfrm>
              <a:off x="-1" y="0"/>
              <a:ext cx="356044" cy="362310"/>
            </a:xfrm>
            <a:prstGeom prst="rect">
              <a:avLst/>
            </a:prstGeom>
            <a:ln w="12700" cap="flat">
              <a:noFill/>
              <a:miter lim="400000"/>
            </a:ln>
            <a:effectLst/>
          </p:spPr>
        </p:pic>
      </p:grpSp>
      <p:grpSp>
        <p:nvGrpSpPr>
          <p:cNvPr id="423" name="Google Shape;276;p10"/>
          <p:cNvGrpSpPr/>
          <p:nvPr/>
        </p:nvGrpSpPr>
        <p:grpSpPr>
          <a:xfrm>
            <a:off x="3479779" y="1769602"/>
            <a:ext cx="1762475" cy="1464574"/>
            <a:chOff x="0" y="0"/>
            <a:chExt cx="1762474" cy="1464572"/>
          </a:xfrm>
        </p:grpSpPr>
        <p:sp>
          <p:nvSpPr>
            <p:cNvPr id="418" name="Google Shape;277;p10"/>
            <p:cNvSpPr/>
            <p:nvPr/>
          </p:nvSpPr>
          <p:spPr>
            <a:xfrm>
              <a:off x="12699" y="12701"/>
              <a:ext cx="1369421" cy="1451872"/>
            </a:xfrm>
            <a:prstGeom prst="roundRect">
              <a:avLst>
                <a:gd name="adj" fmla="val 15000"/>
              </a:avLst>
            </a:prstGeom>
            <a:solidFill>
              <a:srgbClr val="FFFFFF"/>
            </a:solidFill>
            <a:ln w="25400" cap="flat">
              <a:solidFill>
                <a:srgbClr val="9C3292"/>
              </a:solidFill>
              <a:prstDash val="solid"/>
              <a:round/>
            </a:ln>
            <a:effectLst/>
          </p:spPr>
          <p:txBody>
            <a:bodyPr wrap="square" lIns="0" tIns="0" rIns="0" bIns="0" numCol="1" anchor="t">
              <a:noAutofit/>
            </a:bodyPr>
            <a:lstStyle/>
            <a:p>
              <a:endParaRPr/>
            </a:p>
          </p:txBody>
        </p:sp>
        <p:sp>
          <p:nvSpPr>
            <p:cNvPr id="419" name="Google Shape;278;p10"/>
            <p:cNvSpPr txBox="1"/>
            <p:nvPr/>
          </p:nvSpPr>
          <p:spPr>
            <a:xfrm>
              <a:off x="119587" y="393970"/>
              <a:ext cx="1330665" cy="2286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defRPr>
                  <a:solidFill>
                    <a:srgbClr val="9C3292"/>
                  </a:solidFill>
                  <a:latin typeface="Montserrat Bold"/>
                  <a:ea typeface="Montserrat Bold"/>
                  <a:cs typeface="Montserrat Bold"/>
                  <a:sym typeface="Montserrat Bold"/>
                </a:defRPr>
              </a:lvl1pPr>
            </a:lstStyle>
            <a:p>
              <a:r>
                <a:t>Responsible</a:t>
              </a:r>
            </a:p>
          </p:txBody>
        </p:sp>
        <p:sp>
          <p:nvSpPr>
            <p:cNvPr id="420" name="Google Shape;279;p10"/>
            <p:cNvSpPr txBox="1"/>
            <p:nvPr/>
          </p:nvSpPr>
          <p:spPr>
            <a:xfrm>
              <a:off x="119587" y="624334"/>
              <a:ext cx="1642888" cy="2286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p>
              <a:pPr>
                <a:defRPr sz="700">
                  <a:solidFill>
                    <a:srgbClr val="003868"/>
                  </a:solidFill>
                  <a:latin typeface="Montserrat Medium"/>
                  <a:ea typeface="Montserrat Medium"/>
                  <a:cs typeface="Montserrat Medium"/>
                  <a:sym typeface="Montserrat Medium"/>
                </a:defRPr>
              </a:pPr>
              <a:r>
                <a:t>Creating a culture </a:t>
              </a:r>
            </a:p>
            <a:p>
              <a:pPr>
                <a:defRPr sz="700">
                  <a:solidFill>
                    <a:srgbClr val="003868"/>
                  </a:solidFill>
                  <a:latin typeface="Montserrat Medium"/>
                  <a:ea typeface="Montserrat Medium"/>
                  <a:cs typeface="Montserrat Medium"/>
                  <a:sym typeface="Montserrat Medium"/>
                </a:defRPr>
              </a:pPr>
              <a:r>
                <a:t>of accountability</a:t>
              </a:r>
            </a:p>
          </p:txBody>
        </p:sp>
        <p:sp>
          <p:nvSpPr>
            <p:cNvPr id="421" name="Google Shape;280;p10"/>
            <p:cNvSpPr txBox="1"/>
            <p:nvPr/>
          </p:nvSpPr>
          <p:spPr>
            <a:xfrm>
              <a:off x="114220" y="877304"/>
              <a:ext cx="1290599" cy="4572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p>
              <a:pPr marL="76200" indent="-63500">
                <a:buClr>
                  <a:srgbClr val="9D3292"/>
                </a:buClr>
                <a:buSzPts val="500"/>
                <a:buFont typeface="Montserrat Medium"/>
                <a:buChar char="•"/>
                <a:defRPr sz="500">
                  <a:solidFill>
                    <a:srgbClr val="9D3292"/>
                  </a:solidFill>
                  <a:latin typeface="Montserrat Medium"/>
                  <a:ea typeface="Montserrat Medium"/>
                  <a:cs typeface="Montserrat Medium"/>
                  <a:sym typeface="Montserrat Medium"/>
                </a:defRPr>
              </a:pPr>
              <a:r>
                <a:t>Own our decisions and actions </a:t>
              </a:r>
            </a:p>
            <a:p>
              <a:pPr marL="76200" indent="-63500">
                <a:buClr>
                  <a:srgbClr val="9D3292"/>
                </a:buClr>
                <a:buSzPts val="500"/>
                <a:buFont typeface="Montserrat Medium"/>
                <a:buChar char="•"/>
                <a:defRPr sz="500">
                  <a:solidFill>
                    <a:srgbClr val="9D3292"/>
                  </a:solidFill>
                  <a:latin typeface="Montserrat Medium"/>
                  <a:ea typeface="Montserrat Medium"/>
                  <a:cs typeface="Montserrat Medium"/>
                  <a:sym typeface="Montserrat Medium"/>
                </a:defRPr>
              </a:pPr>
              <a:r>
                <a:t>Make things happen </a:t>
              </a:r>
            </a:p>
            <a:p>
              <a:pPr marL="76200" indent="-63500">
                <a:buClr>
                  <a:srgbClr val="9D3292"/>
                </a:buClr>
                <a:buSzPts val="500"/>
                <a:buFont typeface="Montserrat Medium"/>
                <a:buChar char="•"/>
                <a:defRPr sz="500">
                  <a:solidFill>
                    <a:srgbClr val="9D3292"/>
                  </a:solidFill>
                  <a:latin typeface="Montserrat Medium"/>
                  <a:ea typeface="Montserrat Medium"/>
                  <a:cs typeface="Montserrat Medium"/>
                  <a:sym typeface="Montserrat Medium"/>
                </a:defRPr>
              </a:pPr>
              <a:r>
                <a:t>Demonstrate high professional standards </a:t>
              </a:r>
            </a:p>
            <a:p>
              <a:pPr marL="76200" indent="-63500">
                <a:buClr>
                  <a:srgbClr val="9D3292"/>
                </a:buClr>
                <a:buSzPts val="500"/>
                <a:buFont typeface="Montserrat Medium"/>
                <a:buChar char="•"/>
                <a:defRPr sz="500">
                  <a:solidFill>
                    <a:srgbClr val="9D3292"/>
                  </a:solidFill>
                  <a:latin typeface="Montserrat Medium"/>
                  <a:ea typeface="Montserrat Medium"/>
                  <a:cs typeface="Montserrat Medium"/>
                  <a:sym typeface="Montserrat Medium"/>
                </a:defRPr>
              </a:pPr>
              <a:r>
                <a:t>Hold yourself and each other accountable</a:t>
              </a:r>
            </a:p>
          </p:txBody>
        </p:sp>
        <p:pic>
          <p:nvPicPr>
            <p:cNvPr id="422" name="Google Shape;281;p10" descr="Google Shape;281;p10"/>
            <p:cNvPicPr>
              <a:picLocks noChangeAspect="1"/>
            </p:cNvPicPr>
            <p:nvPr/>
          </p:nvPicPr>
          <p:blipFill>
            <a:blip r:embed="rId4"/>
            <a:stretch>
              <a:fillRect/>
            </a:stretch>
          </p:blipFill>
          <p:spPr>
            <a:xfrm>
              <a:off x="-1" y="0"/>
              <a:ext cx="356044" cy="362310"/>
            </a:xfrm>
            <a:prstGeom prst="rect">
              <a:avLst/>
            </a:prstGeom>
            <a:ln w="12700" cap="flat">
              <a:noFill/>
              <a:miter lim="400000"/>
            </a:ln>
            <a:effectLst/>
          </p:spPr>
        </p:pic>
      </p:grpSp>
      <p:grpSp>
        <p:nvGrpSpPr>
          <p:cNvPr id="429" name="Google Shape;282;p10"/>
          <p:cNvGrpSpPr/>
          <p:nvPr/>
        </p:nvGrpSpPr>
        <p:grpSpPr>
          <a:xfrm>
            <a:off x="1880554" y="1769602"/>
            <a:ext cx="1445293" cy="1464574"/>
            <a:chOff x="0" y="0"/>
            <a:chExt cx="1445292" cy="1464572"/>
          </a:xfrm>
        </p:grpSpPr>
        <p:sp>
          <p:nvSpPr>
            <p:cNvPr id="424" name="Google Shape;283;p10"/>
            <p:cNvSpPr/>
            <p:nvPr/>
          </p:nvSpPr>
          <p:spPr>
            <a:xfrm>
              <a:off x="12699" y="12701"/>
              <a:ext cx="1369422" cy="1451872"/>
            </a:xfrm>
            <a:prstGeom prst="roundRect">
              <a:avLst>
                <a:gd name="adj" fmla="val 15000"/>
              </a:avLst>
            </a:prstGeom>
            <a:solidFill>
              <a:srgbClr val="FFFFFF"/>
            </a:solidFill>
            <a:ln w="25400" cap="flat">
              <a:solidFill>
                <a:srgbClr val="008B98"/>
              </a:solidFill>
              <a:prstDash val="solid"/>
              <a:round/>
            </a:ln>
            <a:effectLst/>
          </p:spPr>
          <p:txBody>
            <a:bodyPr wrap="square" lIns="0" tIns="0" rIns="0" bIns="0" numCol="1" anchor="t">
              <a:noAutofit/>
            </a:bodyPr>
            <a:lstStyle/>
            <a:p>
              <a:endParaRPr/>
            </a:p>
          </p:txBody>
        </p:sp>
        <p:sp>
          <p:nvSpPr>
            <p:cNvPr id="425" name="Google Shape;284;p10"/>
            <p:cNvSpPr txBox="1"/>
            <p:nvPr/>
          </p:nvSpPr>
          <p:spPr>
            <a:xfrm>
              <a:off x="114627" y="393970"/>
              <a:ext cx="1330666" cy="2286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defRPr>
                  <a:solidFill>
                    <a:srgbClr val="008B98"/>
                  </a:solidFill>
                  <a:latin typeface="Montserrat Bold"/>
                  <a:ea typeface="Montserrat Bold"/>
                  <a:cs typeface="Montserrat Bold"/>
                  <a:sym typeface="Montserrat Bold"/>
                </a:defRPr>
              </a:lvl1pPr>
            </a:lstStyle>
            <a:p>
              <a:r>
                <a:t>Ambitious</a:t>
              </a:r>
            </a:p>
          </p:txBody>
        </p:sp>
        <p:sp>
          <p:nvSpPr>
            <p:cNvPr id="426" name="Google Shape;285;p10"/>
            <p:cNvSpPr txBox="1"/>
            <p:nvPr/>
          </p:nvSpPr>
          <p:spPr>
            <a:xfrm>
              <a:off x="114627" y="617187"/>
              <a:ext cx="998704"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defRPr sz="700">
                  <a:solidFill>
                    <a:srgbClr val="003868"/>
                  </a:solidFill>
                  <a:latin typeface="Montserrat Medium"/>
                  <a:ea typeface="Montserrat Medium"/>
                  <a:cs typeface="Montserrat Medium"/>
                  <a:sym typeface="Montserrat Medium"/>
                </a:defRPr>
              </a:lvl1pPr>
            </a:lstStyle>
            <a:p>
              <a:r>
                <a:t>Set new standards</a:t>
              </a:r>
            </a:p>
          </p:txBody>
        </p:sp>
        <p:sp>
          <p:nvSpPr>
            <p:cNvPr id="427" name="Google Shape;286;p10"/>
            <p:cNvSpPr txBox="1"/>
            <p:nvPr/>
          </p:nvSpPr>
          <p:spPr>
            <a:xfrm>
              <a:off x="108277" y="851904"/>
              <a:ext cx="1178266" cy="381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p>
              <a:pPr marL="76200" indent="-63500">
                <a:buClr>
                  <a:srgbClr val="008C99"/>
                </a:buClr>
                <a:buSzPts val="500"/>
                <a:buFont typeface="Montserrat Medium"/>
                <a:buChar char="•"/>
                <a:defRPr sz="500">
                  <a:solidFill>
                    <a:srgbClr val="008C99"/>
                  </a:solidFill>
                  <a:latin typeface="Montserrat Medium"/>
                  <a:ea typeface="Montserrat Medium"/>
                  <a:cs typeface="Montserrat Medium"/>
                  <a:sym typeface="Montserrat Medium"/>
                </a:defRPr>
              </a:pPr>
              <a:r>
                <a:t>Go above and beyond </a:t>
              </a:r>
            </a:p>
            <a:p>
              <a:pPr marL="76200" indent="-63500">
                <a:buClr>
                  <a:srgbClr val="008C99"/>
                </a:buClr>
                <a:buSzPts val="500"/>
                <a:buFont typeface="Montserrat Medium"/>
                <a:buChar char="•"/>
                <a:defRPr sz="500">
                  <a:solidFill>
                    <a:srgbClr val="008C99"/>
                  </a:solidFill>
                  <a:latin typeface="Montserrat Medium"/>
                  <a:ea typeface="Montserrat Medium"/>
                  <a:cs typeface="Montserrat Medium"/>
                  <a:sym typeface="Montserrat Medium"/>
                </a:defRPr>
              </a:pPr>
              <a:r>
                <a:t>Make new possibilities happen </a:t>
              </a:r>
            </a:p>
            <a:p>
              <a:pPr marL="76200" indent="-63500">
                <a:buClr>
                  <a:srgbClr val="008C99"/>
                </a:buClr>
                <a:buSzPts val="500"/>
                <a:buFont typeface="Montserrat Medium"/>
                <a:buChar char="•"/>
                <a:defRPr sz="500">
                  <a:solidFill>
                    <a:srgbClr val="008C99"/>
                  </a:solidFill>
                  <a:latin typeface="Montserrat Medium"/>
                  <a:ea typeface="Montserrat Medium"/>
                  <a:cs typeface="Montserrat Medium"/>
                  <a:sym typeface="Montserrat Medium"/>
                </a:defRPr>
              </a:pPr>
              <a:r>
                <a:t>Challenge the status quo </a:t>
              </a:r>
            </a:p>
            <a:p>
              <a:pPr marL="76200" indent="-63500">
                <a:buClr>
                  <a:srgbClr val="008C99"/>
                </a:buClr>
                <a:buSzPts val="500"/>
                <a:buFont typeface="Montserrat Medium"/>
                <a:buChar char="•"/>
                <a:defRPr sz="500">
                  <a:solidFill>
                    <a:srgbClr val="008C99"/>
                  </a:solidFill>
                  <a:latin typeface="Montserrat Medium"/>
                  <a:ea typeface="Montserrat Medium"/>
                  <a:cs typeface="Montserrat Medium"/>
                  <a:sym typeface="Montserrat Medium"/>
                </a:defRPr>
              </a:pPr>
              <a:r>
                <a:t>Become industry shapers</a:t>
              </a:r>
            </a:p>
            <a:p>
              <a:pPr marL="76200" indent="-63500">
                <a:buClr>
                  <a:srgbClr val="008C99"/>
                </a:buClr>
                <a:buSzPts val="500"/>
                <a:buFont typeface="Montserrat Medium"/>
                <a:buChar char="•"/>
                <a:defRPr sz="500">
                  <a:solidFill>
                    <a:srgbClr val="008C99"/>
                  </a:solidFill>
                  <a:latin typeface="Montserrat Medium"/>
                  <a:ea typeface="Montserrat Medium"/>
                  <a:cs typeface="Montserrat Medium"/>
                  <a:sym typeface="Montserrat Medium"/>
                </a:defRPr>
              </a:pPr>
              <a:r>
                <a:t> Deliver outstanding results</a:t>
              </a:r>
            </a:p>
          </p:txBody>
        </p:sp>
        <p:pic>
          <p:nvPicPr>
            <p:cNvPr id="428" name="Google Shape;287;p10" descr="Google Shape;287;p10"/>
            <p:cNvPicPr>
              <a:picLocks noChangeAspect="1"/>
            </p:cNvPicPr>
            <p:nvPr/>
          </p:nvPicPr>
          <p:blipFill>
            <a:blip r:embed="rId5"/>
            <a:stretch>
              <a:fillRect/>
            </a:stretch>
          </p:blipFill>
          <p:spPr>
            <a:xfrm>
              <a:off x="-1" y="0"/>
              <a:ext cx="356044" cy="362310"/>
            </a:xfrm>
            <a:prstGeom prst="rect">
              <a:avLst/>
            </a:prstGeom>
            <a:ln w="12700" cap="flat">
              <a:noFill/>
              <a:miter lim="400000"/>
            </a:ln>
            <a:effectLst/>
          </p:spPr>
        </p:pic>
      </p:grpSp>
      <p:grpSp>
        <p:nvGrpSpPr>
          <p:cNvPr id="435" name="Google Shape;288;p10"/>
          <p:cNvGrpSpPr/>
          <p:nvPr/>
        </p:nvGrpSpPr>
        <p:grpSpPr>
          <a:xfrm>
            <a:off x="279814" y="1769602"/>
            <a:ext cx="1385177" cy="1464574"/>
            <a:chOff x="0" y="0"/>
            <a:chExt cx="1385176" cy="1464572"/>
          </a:xfrm>
        </p:grpSpPr>
        <p:sp>
          <p:nvSpPr>
            <p:cNvPr id="430" name="Google Shape;289;p10"/>
            <p:cNvSpPr/>
            <p:nvPr/>
          </p:nvSpPr>
          <p:spPr>
            <a:xfrm>
              <a:off x="15754" y="12701"/>
              <a:ext cx="1369423" cy="1451872"/>
            </a:xfrm>
            <a:prstGeom prst="roundRect">
              <a:avLst>
                <a:gd name="adj" fmla="val 15000"/>
              </a:avLst>
            </a:prstGeom>
            <a:solidFill>
              <a:srgbClr val="FFFFFF"/>
            </a:solidFill>
            <a:ln w="25400" cap="flat">
              <a:solidFill>
                <a:srgbClr val="652D8A"/>
              </a:solidFill>
              <a:prstDash val="solid"/>
              <a:round/>
            </a:ln>
            <a:effectLst/>
          </p:spPr>
          <p:txBody>
            <a:bodyPr wrap="square" lIns="0" tIns="0" rIns="0" bIns="0" numCol="1" anchor="t">
              <a:noAutofit/>
            </a:bodyPr>
            <a:lstStyle/>
            <a:p>
              <a:endParaRPr/>
            </a:p>
          </p:txBody>
        </p:sp>
        <p:sp>
          <p:nvSpPr>
            <p:cNvPr id="431" name="Google Shape;290;p10"/>
            <p:cNvSpPr txBox="1"/>
            <p:nvPr/>
          </p:nvSpPr>
          <p:spPr>
            <a:xfrm>
              <a:off x="107542" y="412947"/>
              <a:ext cx="1185847" cy="2286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defRPr>
                  <a:solidFill>
                    <a:srgbClr val="652D8A"/>
                  </a:solidFill>
                  <a:latin typeface="Montserrat Bold"/>
                  <a:ea typeface="Montserrat Bold"/>
                  <a:cs typeface="Montserrat Bold"/>
                  <a:sym typeface="Montserrat Bold"/>
                </a:defRPr>
              </a:lvl1pPr>
            </a:lstStyle>
            <a:p>
              <a:r>
                <a:t>Caring</a:t>
              </a:r>
            </a:p>
          </p:txBody>
        </p:sp>
        <p:sp>
          <p:nvSpPr>
            <p:cNvPr id="432" name="Google Shape;291;p10"/>
            <p:cNvSpPr txBox="1"/>
            <p:nvPr/>
          </p:nvSpPr>
          <p:spPr>
            <a:xfrm>
              <a:off x="107542" y="851904"/>
              <a:ext cx="1185847" cy="304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p>
              <a:pPr marL="76200" indent="-63500">
                <a:buClr>
                  <a:srgbClr val="946CAF"/>
                </a:buClr>
                <a:buSzPts val="500"/>
                <a:buFont typeface="Montserrat Medium"/>
                <a:buChar char="•"/>
                <a:defRPr sz="500">
                  <a:solidFill>
                    <a:srgbClr val="946CAF"/>
                  </a:solidFill>
                  <a:latin typeface="Montserrat Medium"/>
                  <a:ea typeface="Montserrat Medium"/>
                  <a:cs typeface="Montserrat Medium"/>
                  <a:sym typeface="Montserrat Medium"/>
                </a:defRPr>
              </a:pPr>
              <a:r>
                <a:rPr dirty="0"/>
                <a:t>Act with empathy</a:t>
              </a:r>
            </a:p>
            <a:p>
              <a:pPr marL="76200" indent="-63500">
                <a:buClr>
                  <a:srgbClr val="946CAF"/>
                </a:buClr>
                <a:buSzPts val="500"/>
                <a:buFont typeface="Montserrat Medium"/>
                <a:buChar char="•"/>
                <a:defRPr sz="500">
                  <a:solidFill>
                    <a:srgbClr val="946CAF"/>
                  </a:solidFill>
                  <a:latin typeface="Montserrat Medium"/>
                  <a:ea typeface="Montserrat Medium"/>
                  <a:cs typeface="Montserrat Medium"/>
                  <a:sym typeface="Montserrat Medium"/>
                </a:defRPr>
              </a:pPr>
              <a:r>
                <a:rPr dirty="0"/>
                <a:t>Everyone matters</a:t>
              </a:r>
            </a:p>
            <a:p>
              <a:pPr marL="76200" indent="-63500">
                <a:buClr>
                  <a:srgbClr val="946CAF"/>
                </a:buClr>
                <a:buSzPts val="500"/>
                <a:buFont typeface="Montserrat Medium"/>
                <a:buChar char="•"/>
                <a:defRPr sz="500">
                  <a:solidFill>
                    <a:srgbClr val="946CAF"/>
                  </a:solidFill>
                  <a:latin typeface="Montserrat Medium"/>
                  <a:ea typeface="Montserrat Medium"/>
                  <a:cs typeface="Montserrat Medium"/>
                  <a:sym typeface="Montserrat Medium"/>
                </a:defRPr>
              </a:pPr>
              <a:r>
                <a:rPr dirty="0"/>
                <a:t>Love our customers</a:t>
              </a:r>
            </a:p>
            <a:p>
              <a:pPr marL="76200" indent="-63500">
                <a:buClr>
                  <a:srgbClr val="946CAF"/>
                </a:buClr>
                <a:buSzPts val="500"/>
                <a:buFont typeface="Montserrat Medium"/>
                <a:buChar char="•"/>
                <a:defRPr sz="500">
                  <a:solidFill>
                    <a:srgbClr val="946CAF"/>
                  </a:solidFill>
                  <a:latin typeface="Montserrat Medium"/>
                  <a:ea typeface="Montserrat Medium"/>
                  <a:cs typeface="Montserrat Medium"/>
                  <a:sym typeface="Montserrat Medium"/>
                </a:defRPr>
              </a:pPr>
              <a:r>
                <a:rPr dirty="0"/>
                <a:t>Deliver with quality</a:t>
              </a:r>
            </a:p>
          </p:txBody>
        </p:sp>
        <p:sp>
          <p:nvSpPr>
            <p:cNvPr id="433" name="Google Shape;292;p10"/>
            <p:cNvSpPr txBox="1"/>
            <p:nvPr/>
          </p:nvSpPr>
          <p:spPr>
            <a:xfrm>
              <a:off x="107542" y="636164"/>
              <a:ext cx="998704"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defRPr sz="700">
                  <a:solidFill>
                    <a:srgbClr val="003868"/>
                  </a:solidFill>
                  <a:latin typeface="Montserrat Medium"/>
                  <a:ea typeface="Montserrat Medium"/>
                  <a:cs typeface="Montserrat Medium"/>
                  <a:sym typeface="Montserrat Medium"/>
                </a:defRPr>
              </a:lvl1pPr>
            </a:lstStyle>
            <a:p>
              <a:r>
                <a:t>Putting empathy first</a:t>
              </a:r>
            </a:p>
          </p:txBody>
        </p:sp>
        <p:pic>
          <p:nvPicPr>
            <p:cNvPr id="434" name="Google Shape;293;p10" descr="Google Shape;293;p10"/>
            <p:cNvPicPr>
              <a:picLocks noChangeAspect="1"/>
            </p:cNvPicPr>
            <p:nvPr/>
          </p:nvPicPr>
          <p:blipFill>
            <a:blip r:embed="rId6"/>
            <a:stretch>
              <a:fillRect/>
            </a:stretch>
          </p:blipFill>
          <p:spPr>
            <a:xfrm>
              <a:off x="-1" y="0"/>
              <a:ext cx="356044" cy="362310"/>
            </a:xfrm>
            <a:prstGeom prst="rect">
              <a:avLst/>
            </a:prstGeom>
            <a:ln w="12700" cap="flat">
              <a:noFill/>
              <a:miter lim="400000"/>
            </a:ln>
            <a:effectLst/>
          </p:spPr>
        </p:pic>
      </p:grpSp>
      <p:sp>
        <p:nvSpPr>
          <p:cNvPr id="2" name="GVCLASSIFICATIONHEADER1618815632">
            <a:extLst>
              <a:ext uri="{FF2B5EF4-FFF2-40B4-BE49-F238E27FC236}">
                <a16:creationId xmlns:a16="http://schemas.microsoft.com/office/drawing/2014/main" id="{E7EB0628-0261-84F9-75ED-8E03206411EC}"/>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 name="Google Shape;298;p11"/>
          <p:cNvSpPr txBox="1"/>
          <p:nvPr/>
        </p:nvSpPr>
        <p:spPr>
          <a:xfrm>
            <a:off x="261048" y="676914"/>
            <a:ext cx="3747631" cy="317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100">
                <a:solidFill>
                  <a:srgbClr val="003868"/>
                </a:solidFill>
                <a:latin typeface="Montserrat Bold"/>
                <a:ea typeface="Montserrat Bold"/>
                <a:cs typeface="Montserrat Bold"/>
                <a:sym typeface="Montserrat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2100" b="0" i="0" u="none" strike="noStrike" kern="0" cap="none" spc="0" normalizeH="0" baseline="0" noProof="0">
                <a:ln>
                  <a:noFill/>
                </a:ln>
                <a:solidFill>
                  <a:srgbClr val="003868"/>
                </a:solidFill>
                <a:effectLst/>
                <a:uLnTx/>
                <a:uFillTx/>
                <a:latin typeface="Montserrat Bold"/>
                <a:sym typeface="Montserrat Bold"/>
              </a:rPr>
              <a:t>Our Customer Proposition</a:t>
            </a:r>
          </a:p>
        </p:txBody>
      </p:sp>
      <p:pic>
        <p:nvPicPr>
          <p:cNvPr id="438" name="Google Shape;299;p11" descr="Google Shape;299;p11"/>
          <p:cNvPicPr>
            <a:picLocks noChangeAspect="1"/>
          </p:cNvPicPr>
          <p:nvPr/>
        </p:nvPicPr>
        <p:blipFill>
          <a:blip r:embed="rId2"/>
          <a:stretch>
            <a:fillRect/>
          </a:stretch>
        </p:blipFill>
        <p:spPr>
          <a:xfrm>
            <a:off x="252350" y="146743"/>
            <a:ext cx="998700" cy="364316"/>
          </a:xfrm>
          <a:prstGeom prst="rect">
            <a:avLst/>
          </a:prstGeom>
          <a:ln w="12700">
            <a:miter lim="400000"/>
          </a:ln>
        </p:spPr>
      </p:pic>
      <p:grpSp>
        <p:nvGrpSpPr>
          <p:cNvPr id="442" name="Google Shape;300;p11"/>
          <p:cNvGrpSpPr/>
          <p:nvPr/>
        </p:nvGrpSpPr>
        <p:grpSpPr>
          <a:xfrm>
            <a:off x="252346" y="4832798"/>
            <a:ext cx="8659860" cy="127001"/>
            <a:chOff x="0" y="0"/>
            <a:chExt cx="8659858" cy="127000"/>
          </a:xfrm>
        </p:grpSpPr>
        <p:sp>
          <p:nvSpPr>
            <p:cNvPr id="439" name="Google Shape;301;p11"/>
            <p:cNvSpPr/>
            <p:nvPr/>
          </p:nvSpPr>
          <p:spPr>
            <a:xfrm>
              <a:off x="895315" y="54649"/>
              <a:ext cx="7530519" cy="17704"/>
            </a:xfrm>
            <a:prstGeom prst="rect">
              <a:avLst/>
            </a:prstGeom>
            <a:solidFill>
              <a:srgbClr val="CFE2F3"/>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0" name="Google Shape;302;p11"/>
            <p:cNvSpPr txBox="1"/>
            <p:nvPr/>
          </p:nvSpPr>
          <p:spPr>
            <a:xfrm>
              <a:off x="0" y="0"/>
              <a:ext cx="998707"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pPr marL="0" marR="0" lvl="0" indent="0" algn="l" defTabSz="914400" rtl="0" eaLnBrk="1" fontAlgn="auto" latinLnBrk="0" hangingPunct="0">
                <a:lnSpc>
                  <a:spcPct val="150000"/>
                </a:lnSpc>
                <a:spcBef>
                  <a:spcPts val="0"/>
                </a:spcBef>
                <a:spcAft>
                  <a:spcPts val="0"/>
                </a:spcAft>
                <a:buClrTx/>
                <a:buSzTx/>
                <a:buFontTx/>
                <a:buNone/>
                <a:tabLst/>
                <a:defRPr/>
              </a:pPr>
              <a:r>
                <a:rPr kumimoji="0" sz="600" b="0" i="0" u="none" strike="noStrike" kern="0" cap="none" spc="0" normalizeH="0" baseline="0" noProof="0">
                  <a:ln>
                    <a:noFill/>
                  </a:ln>
                  <a:solidFill>
                    <a:srgbClr val="122658"/>
                  </a:solidFill>
                  <a:effectLst/>
                  <a:uLnTx/>
                  <a:uFillTx/>
                  <a:latin typeface="Montserrat Bold"/>
                  <a:sym typeface="Montserrat Bold"/>
                </a:rPr>
                <a:t>Customer Proposition</a:t>
              </a:r>
            </a:p>
          </p:txBody>
        </p:sp>
        <p:sp>
          <p:nvSpPr>
            <p:cNvPr id="441" name="Google Shape;303;p11"/>
            <p:cNvSpPr txBox="1"/>
            <p:nvPr/>
          </p:nvSpPr>
          <p:spPr>
            <a:xfrm>
              <a:off x="8408455" y="0"/>
              <a:ext cx="251404"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pPr marL="0" marR="0" lvl="0" indent="0" algn="ctr" defTabSz="914400" rtl="0" eaLnBrk="1" fontAlgn="auto" latinLnBrk="0" hangingPunct="0">
                <a:lnSpc>
                  <a:spcPct val="150000"/>
                </a:lnSpc>
                <a:spcBef>
                  <a:spcPts val="0"/>
                </a:spcBef>
                <a:spcAft>
                  <a:spcPts val="0"/>
                </a:spcAft>
                <a:buClrTx/>
                <a:buSzTx/>
                <a:buFontTx/>
                <a:buNone/>
                <a:tabLst/>
                <a:defRPr/>
              </a:pPr>
              <a:r>
                <a:rPr kumimoji="0" sz="800" b="0" i="0" u="none" strike="noStrike" kern="0" cap="none" spc="0" normalizeH="0" baseline="0" noProof="0">
                  <a:ln>
                    <a:noFill/>
                  </a:ln>
                  <a:solidFill>
                    <a:srgbClr val="122658"/>
                  </a:solidFill>
                  <a:effectLst/>
                  <a:uLnTx/>
                  <a:uFillTx/>
                  <a:latin typeface="Montserrat Bold"/>
                  <a:sym typeface="Montserrat Bold"/>
                </a:rPr>
                <a:t>11</a:t>
              </a:r>
            </a:p>
          </p:txBody>
        </p:sp>
      </p:grpSp>
      <p:sp>
        <p:nvSpPr>
          <p:cNvPr id="443" name="Google Shape;304;p11"/>
          <p:cNvSpPr txBox="1"/>
          <p:nvPr/>
        </p:nvSpPr>
        <p:spPr>
          <a:xfrm>
            <a:off x="261822" y="1677210"/>
            <a:ext cx="2021989" cy="177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100">
                <a:solidFill>
                  <a:srgbClr val="003868"/>
                </a:solidFill>
                <a:latin typeface="Montserrat Bold"/>
                <a:ea typeface="Montserrat Bold"/>
                <a:cs typeface="Montserrat Bold"/>
                <a:sym typeface="Montserrat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100" b="0" i="0" u="none" strike="noStrike" kern="0" cap="none" spc="0" normalizeH="0" baseline="0" noProof="0">
                <a:ln>
                  <a:noFill/>
                </a:ln>
                <a:solidFill>
                  <a:srgbClr val="003868"/>
                </a:solidFill>
                <a:effectLst/>
                <a:uLnTx/>
                <a:uFillTx/>
                <a:latin typeface="Montserrat Bold"/>
                <a:sym typeface="Montserrat Bold"/>
              </a:rPr>
              <a:t>Strategic Objectives</a:t>
            </a:r>
          </a:p>
        </p:txBody>
      </p:sp>
      <p:sp>
        <p:nvSpPr>
          <p:cNvPr id="444" name="Google Shape;305;p11"/>
          <p:cNvSpPr txBox="1"/>
          <p:nvPr/>
        </p:nvSpPr>
        <p:spPr>
          <a:xfrm>
            <a:off x="1916564" y="1702610"/>
            <a:ext cx="2835376"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marL="0" marR="0" lvl="0" indent="0" algn="l" defTabSz="914400" rtl="0" eaLnBrk="1" fontAlgn="auto" latinLnBrk="0" hangingPunct="0">
              <a:lnSpc>
                <a:spcPct val="100000"/>
              </a:lnSpc>
              <a:spcBef>
                <a:spcPts val="0"/>
              </a:spcBef>
              <a:spcAft>
                <a:spcPts val="0"/>
              </a:spcAft>
              <a:buClrTx/>
              <a:buSzTx/>
              <a:buFontTx/>
              <a:buNone/>
              <a:tabLst/>
              <a:defRPr sz="700">
                <a:solidFill>
                  <a:srgbClr val="003868"/>
                </a:solidFill>
                <a:latin typeface="Montserrat Medium"/>
                <a:ea typeface="Montserrat Medium"/>
                <a:cs typeface="Montserrat Medium"/>
                <a:sym typeface="Montserrat Medium"/>
              </a:defRPr>
            </a:pPr>
            <a:r>
              <a:rPr kumimoji="0" sz="700" b="0" i="0" u="none" strike="noStrike" kern="0" cap="none" spc="0" normalizeH="0" baseline="0" noProof="0" dirty="0">
                <a:ln>
                  <a:noFill/>
                </a:ln>
                <a:solidFill>
                  <a:srgbClr val="003868"/>
                </a:solidFill>
                <a:effectLst/>
                <a:uLnTx/>
                <a:uFillTx/>
                <a:latin typeface="Montserrat Medium"/>
                <a:sym typeface="Montserrat Medium"/>
              </a:rPr>
              <a:t>How are we going to progress? </a:t>
            </a:r>
            <a:r>
              <a:rPr kumimoji="0" sz="700" b="0" i="1" u="none" strike="noStrike" kern="0" cap="none" spc="0" normalizeH="0" baseline="0" noProof="0">
                <a:ln>
                  <a:noFill/>
                </a:ln>
                <a:solidFill>
                  <a:srgbClr val="003868"/>
                </a:solidFill>
                <a:effectLst/>
                <a:uLnTx/>
                <a:uFillTx/>
                <a:latin typeface="Montserrat Regular"/>
                <a:ea typeface="Montserrat Regular"/>
                <a:cs typeface="Montserrat Regular"/>
                <a:sym typeface="Montserrat Regular"/>
              </a:rPr>
              <a:t>Plan, Goals, Sequencing</a:t>
            </a:r>
          </a:p>
        </p:txBody>
      </p:sp>
      <p:sp>
        <p:nvSpPr>
          <p:cNvPr id="445" name="Google Shape;306;p11"/>
          <p:cNvSpPr txBox="1"/>
          <p:nvPr/>
        </p:nvSpPr>
        <p:spPr>
          <a:xfrm>
            <a:off x="238344" y="4057162"/>
            <a:ext cx="514772" cy="203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marL="0" marR="0" lvl="0" indent="0" algn="l" defTabSz="914400" rtl="0" eaLnBrk="1" fontAlgn="auto" latinLnBrk="0" hangingPunct="0">
              <a:lnSpc>
                <a:spcPct val="100000"/>
              </a:lnSpc>
              <a:spcBef>
                <a:spcPts val="0"/>
              </a:spcBef>
              <a:spcAft>
                <a:spcPts val="0"/>
              </a:spcAft>
              <a:buClrTx/>
              <a:buSzTx/>
              <a:buFontTx/>
              <a:buNone/>
              <a:tabLst/>
              <a:defRPr sz="600">
                <a:solidFill>
                  <a:srgbClr val="91949E"/>
                </a:solidFill>
                <a:latin typeface="Montserrat Bold"/>
                <a:ea typeface="Montserrat Bold"/>
                <a:cs typeface="Montserrat Bold"/>
                <a:sym typeface="Montserrat Bold"/>
              </a:defRPr>
            </a:pPr>
            <a:r>
              <a:rPr kumimoji="0" sz="600" b="0" i="0" u="none" strike="noStrike" kern="0" cap="none" spc="0" normalizeH="0" baseline="0" noProof="0">
                <a:ln>
                  <a:noFill/>
                </a:ln>
                <a:solidFill>
                  <a:srgbClr val="91949E"/>
                </a:solidFill>
                <a:effectLst/>
                <a:uLnTx/>
                <a:uFillTx/>
                <a:latin typeface="Montserrat Bold"/>
                <a:sym typeface="Montserrat Bold"/>
              </a:rPr>
              <a:t>What are</a:t>
            </a:r>
          </a:p>
          <a:p>
            <a:pPr marL="0" marR="0" lvl="0" indent="0" algn="l" defTabSz="914400" rtl="0" eaLnBrk="1" fontAlgn="auto" latinLnBrk="0" hangingPunct="0">
              <a:lnSpc>
                <a:spcPct val="100000"/>
              </a:lnSpc>
              <a:spcBef>
                <a:spcPts val="0"/>
              </a:spcBef>
              <a:spcAft>
                <a:spcPts val="0"/>
              </a:spcAft>
              <a:buClrTx/>
              <a:buSzTx/>
              <a:buFontTx/>
              <a:buNone/>
              <a:tabLst/>
              <a:defRPr sz="600">
                <a:solidFill>
                  <a:srgbClr val="91949E"/>
                </a:solidFill>
                <a:latin typeface="Montserrat Bold"/>
                <a:ea typeface="Montserrat Bold"/>
                <a:cs typeface="Montserrat Bold"/>
                <a:sym typeface="Montserrat Bold"/>
              </a:defRPr>
            </a:pPr>
            <a:r>
              <a:rPr kumimoji="0" sz="600" b="0" i="0" u="none" strike="noStrike" kern="0" cap="none" spc="0" normalizeH="0" baseline="0" noProof="0">
                <a:ln>
                  <a:noFill/>
                </a:ln>
                <a:solidFill>
                  <a:srgbClr val="91949E"/>
                </a:solidFill>
                <a:effectLst/>
                <a:uLnTx/>
                <a:uFillTx/>
                <a:latin typeface="Montserrat Bold"/>
                <a:sym typeface="Montserrat Bold"/>
              </a:rPr>
              <a:t>the enablers</a:t>
            </a:r>
          </a:p>
        </p:txBody>
      </p:sp>
      <p:sp>
        <p:nvSpPr>
          <p:cNvPr id="446" name="Google Shape;307;p11"/>
          <p:cNvSpPr txBox="1"/>
          <p:nvPr/>
        </p:nvSpPr>
        <p:spPr>
          <a:xfrm>
            <a:off x="270158" y="2681731"/>
            <a:ext cx="549079" cy="203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marL="0" marR="0" lvl="0" indent="0" algn="l" defTabSz="914400" rtl="0" eaLnBrk="1" fontAlgn="auto" latinLnBrk="0" hangingPunct="0">
              <a:lnSpc>
                <a:spcPct val="100000"/>
              </a:lnSpc>
              <a:spcBef>
                <a:spcPts val="0"/>
              </a:spcBef>
              <a:spcAft>
                <a:spcPts val="0"/>
              </a:spcAft>
              <a:buClrTx/>
              <a:buSzTx/>
              <a:buFontTx/>
              <a:buNone/>
              <a:tabLst/>
              <a:defRPr sz="600">
                <a:solidFill>
                  <a:srgbClr val="91949E"/>
                </a:solidFill>
                <a:latin typeface="Montserrat Bold"/>
                <a:ea typeface="Montserrat Bold"/>
                <a:cs typeface="Montserrat Bold"/>
                <a:sym typeface="Montserrat Bold"/>
              </a:defRPr>
            </a:pPr>
            <a:r>
              <a:rPr kumimoji="0" sz="600" b="0" i="0" u="none" strike="noStrike" kern="0" cap="none" spc="0" normalizeH="0" baseline="0" noProof="0">
                <a:ln>
                  <a:noFill/>
                </a:ln>
                <a:solidFill>
                  <a:srgbClr val="91949E"/>
                </a:solidFill>
                <a:effectLst/>
                <a:uLnTx/>
                <a:uFillTx/>
                <a:latin typeface="Montserrat Bold"/>
                <a:sym typeface="Montserrat Bold"/>
              </a:rPr>
              <a:t>How do </a:t>
            </a:r>
          </a:p>
          <a:p>
            <a:pPr marL="0" marR="0" lvl="0" indent="0" algn="l" defTabSz="914400" rtl="0" eaLnBrk="1" fontAlgn="auto" latinLnBrk="0" hangingPunct="0">
              <a:lnSpc>
                <a:spcPct val="100000"/>
              </a:lnSpc>
              <a:spcBef>
                <a:spcPts val="0"/>
              </a:spcBef>
              <a:spcAft>
                <a:spcPts val="0"/>
              </a:spcAft>
              <a:buClrTx/>
              <a:buSzTx/>
              <a:buFontTx/>
              <a:buNone/>
              <a:tabLst/>
              <a:defRPr sz="600">
                <a:solidFill>
                  <a:srgbClr val="91949E"/>
                </a:solidFill>
                <a:latin typeface="Montserrat Bold"/>
                <a:ea typeface="Montserrat Bold"/>
                <a:cs typeface="Montserrat Bold"/>
                <a:sym typeface="Montserrat Bold"/>
              </a:defRPr>
            </a:pPr>
            <a:r>
              <a:rPr kumimoji="0" sz="600" b="0" i="0" u="none" strike="noStrike" kern="0" cap="none" spc="0" normalizeH="0" baseline="0" noProof="0">
                <a:ln>
                  <a:noFill/>
                </a:ln>
                <a:solidFill>
                  <a:srgbClr val="91949E"/>
                </a:solidFill>
                <a:effectLst/>
                <a:uLnTx/>
                <a:uFillTx/>
                <a:latin typeface="Montserrat Bold"/>
                <a:sym typeface="Montserrat Bold"/>
              </a:rPr>
              <a:t>we deliver</a:t>
            </a:r>
          </a:p>
        </p:txBody>
      </p:sp>
      <p:sp>
        <p:nvSpPr>
          <p:cNvPr id="447" name="Google Shape;308;p11"/>
          <p:cNvSpPr/>
          <p:nvPr/>
        </p:nvSpPr>
        <p:spPr>
          <a:xfrm rot="13523778">
            <a:off x="716885" y="4105011"/>
            <a:ext cx="128098" cy="1280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solidFill>
            <a:srgbClr val="00A6E5"/>
          </a:solidFill>
          <a:ln w="12700">
            <a:miter lim="400000"/>
          </a:ln>
        </p:spPr>
        <p:txBody>
          <a:bodyPr lIns="0" tIns="0" rIns="0" bIns="0"/>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8" name="Google Shape;309;p11"/>
          <p:cNvSpPr/>
          <p:nvPr/>
        </p:nvSpPr>
        <p:spPr>
          <a:xfrm rot="13523778">
            <a:off x="748699" y="2732234"/>
            <a:ext cx="128097" cy="12809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solidFill>
            <a:srgbClr val="00A6E5"/>
          </a:solidFill>
          <a:ln w="12700">
            <a:miter lim="400000"/>
          </a:ln>
        </p:spPr>
        <p:txBody>
          <a:bodyPr lIns="0" tIns="0" rIns="0" bIns="0"/>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456" name="Google Shape;310;p11"/>
          <p:cNvGrpSpPr/>
          <p:nvPr/>
        </p:nvGrpSpPr>
        <p:grpSpPr>
          <a:xfrm>
            <a:off x="5127240" y="2043432"/>
            <a:ext cx="2035263" cy="1256568"/>
            <a:chOff x="0" y="0"/>
            <a:chExt cx="2035262" cy="1256567"/>
          </a:xfrm>
        </p:grpSpPr>
        <p:grpSp>
          <p:nvGrpSpPr>
            <p:cNvPr id="451" name="Google Shape;311;p11"/>
            <p:cNvGrpSpPr/>
            <p:nvPr/>
          </p:nvGrpSpPr>
          <p:grpSpPr>
            <a:xfrm>
              <a:off x="0" y="0"/>
              <a:ext cx="2035262" cy="1256567"/>
              <a:chOff x="0" y="0"/>
              <a:chExt cx="2035260" cy="1256565"/>
            </a:xfrm>
          </p:grpSpPr>
          <p:sp>
            <p:nvSpPr>
              <p:cNvPr id="449" name="Google Shape;312;p11"/>
              <p:cNvSpPr/>
              <p:nvPr/>
            </p:nvSpPr>
            <p:spPr>
              <a:xfrm>
                <a:off x="118071" y="140141"/>
                <a:ext cx="1917191" cy="1116426"/>
              </a:xfrm>
              <a:prstGeom prst="roundRect">
                <a:avLst>
                  <a:gd name="adj" fmla="val 10850"/>
                </a:avLst>
              </a:prstGeom>
              <a:solidFill>
                <a:srgbClr val="007D79">
                  <a:alpha val="20000"/>
                </a:srgbClr>
              </a:solidFill>
              <a:ln w="12700" cap="flat">
                <a:noFill/>
                <a:miter lim="400000"/>
              </a:ln>
              <a:effectLst/>
            </p:spPr>
            <p:txBody>
              <a:bodyPr wrap="square" lIns="0" tIns="0" rIns="0" bIns="0" numCol="1" anchor="t">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0" name="Google Shape;313;p11"/>
              <p:cNvSpPr/>
              <p:nvPr/>
            </p:nvSpPr>
            <p:spPr>
              <a:xfrm>
                <a:off x="0" y="0"/>
                <a:ext cx="331351" cy="342903"/>
              </a:xfrm>
              <a:prstGeom prst="roundRect">
                <a:avLst>
                  <a:gd name="adj" fmla="val 18100"/>
                </a:avLst>
              </a:prstGeom>
              <a:solidFill>
                <a:srgbClr val="007D79">
                  <a:alpha val="72941"/>
                </a:srgbClr>
              </a:solidFill>
              <a:ln w="12700" cap="flat">
                <a:noFill/>
                <a:miter lim="400000"/>
              </a:ln>
              <a:effectLst/>
            </p:spPr>
            <p:txBody>
              <a:bodyPr wrap="square" lIns="0" tIns="0" rIns="0" bIns="0" numCol="1" anchor="t">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452" name="Google Shape;314;p11"/>
            <p:cNvSpPr txBox="1"/>
            <p:nvPr/>
          </p:nvSpPr>
          <p:spPr>
            <a:xfrm>
              <a:off x="336965" y="338448"/>
              <a:ext cx="675395" cy="177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defRPr sz="1100">
                  <a:solidFill>
                    <a:srgbClr val="0A8889"/>
                  </a:solidFill>
                  <a:latin typeface="Montserrat Bold"/>
                  <a:ea typeface="Montserrat Bold"/>
                  <a:cs typeface="Montserrat Bold"/>
                  <a:sym typeface="Montserrat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100" b="0" i="0" u="none" strike="noStrike" kern="0" cap="none" spc="0" normalizeH="0" baseline="0" noProof="0">
                  <a:ln>
                    <a:noFill/>
                  </a:ln>
                  <a:solidFill>
                    <a:srgbClr val="0A8889"/>
                  </a:solidFill>
                  <a:effectLst/>
                  <a:uLnTx/>
                  <a:uFillTx/>
                  <a:latin typeface="Montserrat Bold"/>
                  <a:sym typeface="Montserrat Bold"/>
                </a:rPr>
                <a:t>CLOSER</a:t>
              </a:r>
            </a:p>
          </p:txBody>
        </p:sp>
        <p:sp>
          <p:nvSpPr>
            <p:cNvPr id="453" name="Google Shape;315;p11"/>
            <p:cNvSpPr txBox="1"/>
            <p:nvPr/>
          </p:nvSpPr>
          <p:spPr>
            <a:xfrm>
              <a:off x="354457" y="501281"/>
              <a:ext cx="1475074"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defRPr sz="700">
                  <a:solidFill>
                    <a:srgbClr val="0A8889"/>
                  </a:solidFill>
                  <a:latin typeface="Montserrat Medium"/>
                  <a:ea typeface="Montserrat Medium"/>
                  <a:cs typeface="Montserrat Medium"/>
                  <a:sym typeface="Montserrat Medium"/>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700" b="0" i="0" u="none" strike="noStrike" kern="0" cap="none" spc="0" normalizeH="0" baseline="0" noProof="0" dirty="0">
                  <a:ln>
                    <a:noFill/>
                  </a:ln>
                  <a:solidFill>
                    <a:srgbClr val="0A8889"/>
                  </a:solidFill>
                  <a:effectLst/>
                  <a:uLnTx/>
                  <a:uFillTx/>
                  <a:latin typeface="Montserrat Medium"/>
                  <a:sym typeface="Montserrat Medium"/>
                </a:rPr>
                <a:t>Convenient &amp; Easy Access</a:t>
              </a:r>
            </a:p>
          </p:txBody>
        </p:sp>
        <p:sp>
          <p:nvSpPr>
            <p:cNvPr id="454" name="Google Shape;316;p11"/>
            <p:cNvSpPr txBox="1"/>
            <p:nvPr/>
          </p:nvSpPr>
          <p:spPr>
            <a:xfrm>
              <a:off x="287230" y="717450"/>
              <a:ext cx="1707400" cy="36933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p>
              <a:pPr marL="76200" marR="0" lvl="0" indent="-63500" algn="l" defTabSz="914400" rtl="0" eaLnBrk="1" fontAlgn="auto" latinLnBrk="0" hangingPunct="0">
                <a:lnSpc>
                  <a:spcPct val="100000"/>
                </a:lnSpc>
                <a:spcBef>
                  <a:spcPts val="0"/>
                </a:spcBef>
                <a:spcAft>
                  <a:spcPts val="0"/>
                </a:spcAft>
                <a:buClr>
                  <a:srgbClr val="0A8889"/>
                </a:buClr>
                <a:buSzPts val="500"/>
                <a:buFont typeface="Montserrat Medium"/>
                <a:buChar char="•"/>
                <a:tabLst/>
                <a:defRPr sz="500">
                  <a:solidFill>
                    <a:srgbClr val="0A8889"/>
                  </a:solidFill>
                  <a:latin typeface="Montserrat Medium"/>
                  <a:ea typeface="Montserrat Medium"/>
                  <a:cs typeface="Montserrat Medium"/>
                  <a:sym typeface="Montserrat Medium"/>
                </a:defRPr>
              </a:pPr>
              <a:r>
                <a:rPr kumimoji="0" sz="600" b="0" i="0" u="none" strike="noStrike" kern="0" cap="none" spc="0" normalizeH="0" baseline="0" noProof="0" dirty="0">
                  <a:ln>
                    <a:noFill/>
                  </a:ln>
                  <a:solidFill>
                    <a:srgbClr val="0A8889"/>
                  </a:solidFill>
                  <a:effectLst/>
                  <a:uLnTx/>
                  <a:uFillTx/>
                  <a:latin typeface="Montserrat Medium"/>
                  <a:sym typeface="Montserrat Medium"/>
                </a:rPr>
                <a:t>Convenient physical access </a:t>
              </a:r>
            </a:p>
            <a:p>
              <a:pPr marL="76200" marR="0" lvl="0" indent="-63500" algn="l" defTabSz="914400" rtl="0" eaLnBrk="1" fontAlgn="auto" latinLnBrk="0" hangingPunct="0">
                <a:lnSpc>
                  <a:spcPct val="100000"/>
                </a:lnSpc>
                <a:spcBef>
                  <a:spcPts val="0"/>
                </a:spcBef>
                <a:spcAft>
                  <a:spcPts val="0"/>
                </a:spcAft>
                <a:buClr>
                  <a:srgbClr val="0A8889"/>
                </a:buClr>
                <a:buSzPts val="500"/>
                <a:buFont typeface="Montserrat Medium"/>
                <a:buChar char="•"/>
                <a:tabLst/>
                <a:defRPr sz="500">
                  <a:solidFill>
                    <a:srgbClr val="0A8889"/>
                  </a:solidFill>
                  <a:latin typeface="Montserrat Medium"/>
                  <a:ea typeface="Montserrat Medium"/>
                  <a:cs typeface="Montserrat Medium"/>
                  <a:sym typeface="Montserrat Medium"/>
                </a:defRPr>
              </a:pPr>
              <a:r>
                <a:rPr kumimoji="0" sz="600" b="0" i="0" u="none" strike="noStrike" kern="0" cap="none" spc="0" normalizeH="0" baseline="0" noProof="0" dirty="0">
                  <a:ln>
                    <a:noFill/>
                  </a:ln>
                  <a:solidFill>
                    <a:srgbClr val="0A8889"/>
                  </a:solidFill>
                  <a:effectLst/>
                  <a:uLnTx/>
                  <a:uFillTx/>
                  <a:latin typeface="Montserrat Medium"/>
                  <a:sym typeface="Montserrat Medium"/>
                </a:rPr>
                <a:t>Community Clinics &amp; HHC access </a:t>
              </a:r>
            </a:p>
            <a:p>
              <a:pPr marL="76200" marR="0" lvl="0" indent="-63500" algn="l" defTabSz="914400" rtl="0" eaLnBrk="1" fontAlgn="auto" latinLnBrk="0" hangingPunct="0">
                <a:lnSpc>
                  <a:spcPct val="100000"/>
                </a:lnSpc>
                <a:spcBef>
                  <a:spcPts val="0"/>
                </a:spcBef>
                <a:spcAft>
                  <a:spcPts val="0"/>
                </a:spcAft>
                <a:buClr>
                  <a:srgbClr val="0A8889"/>
                </a:buClr>
                <a:buSzPts val="500"/>
                <a:buFont typeface="Montserrat Medium"/>
                <a:buChar char="•"/>
                <a:tabLst/>
                <a:defRPr sz="500">
                  <a:solidFill>
                    <a:srgbClr val="0A8889"/>
                  </a:solidFill>
                  <a:latin typeface="Montserrat Medium"/>
                  <a:ea typeface="Montserrat Medium"/>
                  <a:cs typeface="Montserrat Medium"/>
                  <a:sym typeface="Montserrat Medium"/>
                </a:defRPr>
              </a:pPr>
              <a:r>
                <a:rPr kumimoji="0" sz="600" b="0" i="0" u="none" strike="noStrike" kern="0" cap="none" spc="0" normalizeH="0" baseline="0" noProof="0" dirty="0">
                  <a:ln>
                    <a:noFill/>
                  </a:ln>
                  <a:solidFill>
                    <a:srgbClr val="0A8889"/>
                  </a:solidFill>
                  <a:effectLst/>
                  <a:uLnTx/>
                  <a:uFillTx/>
                  <a:latin typeface="Montserrat Medium"/>
                  <a:sym typeface="Montserrat Medium"/>
                </a:rPr>
                <a:t>Digital leadership through Access &amp; Services</a:t>
              </a:r>
            </a:p>
            <a:p>
              <a:pPr marL="76200" marR="0" lvl="0" indent="-63500" algn="l" defTabSz="914400" rtl="0" eaLnBrk="1" fontAlgn="auto" latinLnBrk="0" hangingPunct="0">
                <a:lnSpc>
                  <a:spcPct val="100000"/>
                </a:lnSpc>
                <a:spcBef>
                  <a:spcPts val="0"/>
                </a:spcBef>
                <a:spcAft>
                  <a:spcPts val="0"/>
                </a:spcAft>
                <a:buClr>
                  <a:srgbClr val="0A8889"/>
                </a:buClr>
                <a:buSzPts val="500"/>
                <a:buFont typeface="Montserrat Medium"/>
                <a:buChar char="•"/>
                <a:tabLst/>
                <a:defRPr sz="500">
                  <a:solidFill>
                    <a:srgbClr val="0A8889"/>
                  </a:solidFill>
                  <a:latin typeface="Montserrat Medium"/>
                  <a:ea typeface="Montserrat Medium"/>
                  <a:cs typeface="Montserrat Medium"/>
                  <a:sym typeface="Montserrat Medium"/>
                </a:defRPr>
              </a:pPr>
              <a:r>
                <a:rPr kumimoji="0" sz="600" b="0" i="0" u="none" strike="noStrike" kern="0" cap="none" spc="0" normalizeH="0" baseline="0" noProof="0" dirty="0">
                  <a:ln>
                    <a:noFill/>
                  </a:ln>
                  <a:solidFill>
                    <a:srgbClr val="0A8889"/>
                  </a:solidFill>
                  <a:effectLst/>
                  <a:uLnTx/>
                  <a:uFillTx/>
                  <a:latin typeface="Montserrat Medium"/>
                  <a:sym typeface="Montserrat Medium"/>
                </a:rPr>
                <a:t>Reliable Call Centre &amp; </a:t>
              </a:r>
              <a:r>
                <a:rPr kumimoji="0" sz="600" b="0" i="0" u="none" strike="noStrike" kern="0" cap="none" spc="0" normalizeH="0" baseline="0" noProof="0" dirty="0" err="1">
                  <a:ln>
                    <a:noFill/>
                  </a:ln>
                  <a:solidFill>
                    <a:srgbClr val="0A8889"/>
                  </a:solidFill>
                  <a:effectLst/>
                  <a:uLnTx/>
                  <a:uFillTx/>
                  <a:latin typeface="Montserrat Medium"/>
                  <a:sym typeface="Montserrat Medium"/>
                </a:rPr>
                <a:t>Telemed</a:t>
              </a:r>
              <a:r>
                <a:rPr kumimoji="0" sz="600" b="0" i="0" u="none" strike="noStrike" kern="0" cap="none" spc="0" normalizeH="0" baseline="0" noProof="0" dirty="0">
                  <a:ln>
                    <a:noFill/>
                  </a:ln>
                  <a:solidFill>
                    <a:srgbClr val="0A8889"/>
                  </a:solidFill>
                  <a:effectLst/>
                  <a:uLnTx/>
                  <a:uFillTx/>
                  <a:latin typeface="Montserrat Medium"/>
                  <a:sym typeface="Montserrat Medium"/>
                </a:rPr>
                <a:t> services</a:t>
              </a:r>
            </a:p>
          </p:txBody>
        </p:sp>
        <p:pic>
          <p:nvPicPr>
            <p:cNvPr id="455" name="Google Shape;317;p11" descr="Google Shape;317;p11"/>
            <p:cNvPicPr>
              <a:picLocks noChangeAspect="1"/>
            </p:cNvPicPr>
            <p:nvPr/>
          </p:nvPicPr>
          <p:blipFill>
            <a:blip r:embed="rId3"/>
            <a:stretch>
              <a:fillRect/>
            </a:stretch>
          </p:blipFill>
          <p:spPr>
            <a:xfrm>
              <a:off x="58627" y="66262"/>
              <a:ext cx="228603" cy="228603"/>
            </a:xfrm>
            <a:prstGeom prst="rect">
              <a:avLst/>
            </a:prstGeom>
            <a:ln w="12700" cap="flat">
              <a:noFill/>
              <a:miter lim="400000"/>
            </a:ln>
            <a:effectLst/>
          </p:spPr>
        </p:pic>
      </p:grpSp>
      <p:grpSp>
        <p:nvGrpSpPr>
          <p:cNvPr id="464" name="Google Shape;318;p11"/>
          <p:cNvGrpSpPr/>
          <p:nvPr/>
        </p:nvGrpSpPr>
        <p:grpSpPr>
          <a:xfrm>
            <a:off x="3007460" y="2043432"/>
            <a:ext cx="2035262" cy="1256567"/>
            <a:chOff x="0" y="0"/>
            <a:chExt cx="2035261" cy="1256566"/>
          </a:xfrm>
        </p:grpSpPr>
        <p:grpSp>
          <p:nvGrpSpPr>
            <p:cNvPr id="459" name="Google Shape;319;p11"/>
            <p:cNvGrpSpPr/>
            <p:nvPr/>
          </p:nvGrpSpPr>
          <p:grpSpPr>
            <a:xfrm>
              <a:off x="0" y="0"/>
              <a:ext cx="2035262" cy="1256567"/>
              <a:chOff x="0" y="0"/>
              <a:chExt cx="2035260" cy="1256565"/>
            </a:xfrm>
          </p:grpSpPr>
          <p:sp>
            <p:nvSpPr>
              <p:cNvPr id="457" name="Google Shape;320;p11"/>
              <p:cNvSpPr/>
              <p:nvPr/>
            </p:nvSpPr>
            <p:spPr>
              <a:xfrm>
                <a:off x="118071" y="140141"/>
                <a:ext cx="1917191" cy="1116426"/>
              </a:xfrm>
              <a:prstGeom prst="roundRect">
                <a:avLst>
                  <a:gd name="adj" fmla="val 10850"/>
                </a:avLst>
              </a:prstGeom>
              <a:solidFill>
                <a:srgbClr val="003867">
                  <a:alpha val="20000"/>
                </a:srgbClr>
              </a:solidFill>
              <a:ln w="12700" cap="flat">
                <a:noFill/>
                <a:miter lim="400000"/>
              </a:ln>
              <a:effectLst/>
            </p:spPr>
            <p:txBody>
              <a:bodyPr wrap="square" lIns="0" tIns="0" rIns="0" bIns="0" numCol="1" anchor="t">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8" name="Google Shape;321;p11"/>
              <p:cNvSpPr/>
              <p:nvPr/>
            </p:nvSpPr>
            <p:spPr>
              <a:xfrm>
                <a:off x="0" y="0"/>
                <a:ext cx="331351" cy="342903"/>
              </a:xfrm>
              <a:prstGeom prst="roundRect">
                <a:avLst>
                  <a:gd name="adj" fmla="val 18100"/>
                </a:avLst>
              </a:prstGeom>
              <a:solidFill>
                <a:srgbClr val="003867">
                  <a:alpha val="72941"/>
                </a:srgbClr>
              </a:solidFill>
              <a:ln w="12700" cap="flat">
                <a:noFill/>
                <a:miter lim="400000"/>
              </a:ln>
              <a:effectLst/>
            </p:spPr>
            <p:txBody>
              <a:bodyPr wrap="square" lIns="0" tIns="0" rIns="0" bIns="0" numCol="1" anchor="t">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460" name="Google Shape;322;p11"/>
            <p:cNvSpPr txBox="1"/>
            <p:nvPr/>
          </p:nvSpPr>
          <p:spPr>
            <a:xfrm>
              <a:off x="344705" y="319388"/>
              <a:ext cx="514771" cy="177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defRPr sz="1100">
                  <a:solidFill>
                    <a:srgbClr val="033B6A"/>
                  </a:solidFill>
                  <a:latin typeface="Montserrat Bold"/>
                  <a:ea typeface="Montserrat Bold"/>
                  <a:cs typeface="Montserrat Bold"/>
                  <a:sym typeface="Montserrat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100" b="0" i="0" u="none" strike="noStrike" kern="0" cap="none" spc="0" normalizeH="0" baseline="0" noProof="0">
                  <a:ln>
                    <a:noFill/>
                  </a:ln>
                  <a:solidFill>
                    <a:srgbClr val="033B6A"/>
                  </a:solidFill>
                  <a:effectLst/>
                  <a:uLnTx/>
                  <a:uFillTx/>
                  <a:latin typeface="Montserrat Bold"/>
                  <a:sym typeface="Montserrat Bold"/>
                </a:rPr>
                <a:t>CURE</a:t>
              </a:r>
            </a:p>
          </p:txBody>
        </p:sp>
        <p:sp>
          <p:nvSpPr>
            <p:cNvPr id="461" name="Google Shape;323;p11"/>
            <p:cNvSpPr txBox="1"/>
            <p:nvPr/>
          </p:nvSpPr>
          <p:spPr>
            <a:xfrm>
              <a:off x="362197" y="482220"/>
              <a:ext cx="1533684"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defRPr sz="700">
                  <a:solidFill>
                    <a:srgbClr val="033B6A"/>
                  </a:solidFill>
                  <a:latin typeface="Montserrat Medium"/>
                  <a:ea typeface="Montserrat Medium"/>
                  <a:cs typeface="Montserrat Medium"/>
                  <a:sym typeface="Montserrat Medium"/>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700" b="0" i="0" u="none" strike="noStrike" kern="0" cap="none" spc="0" normalizeH="0" baseline="0" noProof="0">
                  <a:ln>
                    <a:noFill/>
                  </a:ln>
                  <a:solidFill>
                    <a:srgbClr val="033B6A"/>
                  </a:solidFill>
                  <a:effectLst/>
                  <a:uLnTx/>
                  <a:uFillTx/>
                  <a:latin typeface="Montserrat Medium"/>
                  <a:sym typeface="Montserrat Medium"/>
                </a:rPr>
                <a:t>Tackle the biggest HC challenge</a:t>
              </a:r>
            </a:p>
          </p:txBody>
        </p:sp>
        <p:sp>
          <p:nvSpPr>
            <p:cNvPr id="462" name="Google Shape;324;p11"/>
            <p:cNvSpPr txBox="1"/>
            <p:nvPr/>
          </p:nvSpPr>
          <p:spPr>
            <a:xfrm>
              <a:off x="332243" y="696314"/>
              <a:ext cx="1406866" cy="4064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p>
              <a:pPr marL="76200" marR="0" lvl="0" indent="-63500" algn="l" defTabSz="914400" rtl="0" eaLnBrk="1" fontAlgn="auto" latinLnBrk="0" hangingPunct="0">
                <a:lnSpc>
                  <a:spcPct val="100000"/>
                </a:lnSpc>
                <a:spcBef>
                  <a:spcPts val="0"/>
                </a:spcBef>
                <a:spcAft>
                  <a:spcPts val="0"/>
                </a:spcAft>
                <a:buClr>
                  <a:srgbClr val="033B6A"/>
                </a:buClr>
                <a:buSzPts val="600"/>
                <a:buFont typeface="Montserrat Medium"/>
                <a:buChar char="•"/>
                <a:tabLst/>
                <a:defRPr sz="600">
                  <a:solidFill>
                    <a:srgbClr val="033B6A"/>
                  </a:solidFill>
                  <a:latin typeface="Montserrat Medium"/>
                  <a:ea typeface="Montserrat Medium"/>
                  <a:cs typeface="Montserrat Medium"/>
                  <a:sym typeface="Montserrat Medium"/>
                </a:defRPr>
              </a:pPr>
              <a:r>
                <a:rPr kumimoji="0" sz="600" b="0" i="0" u="none" strike="noStrike" kern="0" cap="none" spc="0" normalizeH="0" baseline="0" noProof="0" dirty="0">
                  <a:ln>
                    <a:noFill/>
                  </a:ln>
                  <a:solidFill>
                    <a:srgbClr val="033B6A"/>
                  </a:solidFill>
                  <a:effectLst/>
                  <a:uLnTx/>
                  <a:uFillTx/>
                  <a:latin typeface="Montserrat Medium"/>
                  <a:sym typeface="Montserrat Medium"/>
                </a:rPr>
                <a:t>The best Saudi doctors </a:t>
              </a:r>
            </a:p>
            <a:p>
              <a:pPr marL="76200" marR="0" lvl="0" indent="-63500" algn="l" defTabSz="914400" rtl="0" eaLnBrk="1" fontAlgn="auto" latinLnBrk="0" hangingPunct="0">
                <a:lnSpc>
                  <a:spcPct val="100000"/>
                </a:lnSpc>
                <a:spcBef>
                  <a:spcPts val="0"/>
                </a:spcBef>
                <a:spcAft>
                  <a:spcPts val="0"/>
                </a:spcAft>
                <a:buClr>
                  <a:srgbClr val="033B6A"/>
                </a:buClr>
                <a:buSzPts val="600"/>
                <a:buFont typeface="Montserrat Medium"/>
                <a:buChar char="•"/>
                <a:tabLst/>
                <a:defRPr sz="600">
                  <a:solidFill>
                    <a:srgbClr val="033B6A"/>
                  </a:solidFill>
                  <a:latin typeface="Montserrat Medium"/>
                  <a:ea typeface="Montserrat Medium"/>
                  <a:cs typeface="Montserrat Medium"/>
                  <a:sym typeface="Montserrat Medium"/>
                </a:defRPr>
              </a:pPr>
              <a:r>
                <a:rPr kumimoji="0" sz="600" b="0" i="0" u="none" strike="noStrike" kern="0" cap="none" spc="0" normalizeH="0" baseline="0" noProof="0" dirty="0">
                  <a:ln>
                    <a:noFill/>
                  </a:ln>
                  <a:solidFill>
                    <a:srgbClr val="033B6A"/>
                  </a:solidFill>
                  <a:effectLst/>
                  <a:uLnTx/>
                  <a:uFillTx/>
                  <a:latin typeface="Montserrat Medium"/>
                  <a:sym typeface="Montserrat Medium"/>
                </a:rPr>
                <a:t>Focusing on clinical outcome</a:t>
              </a:r>
            </a:p>
            <a:p>
              <a:pPr marL="76200" marR="0" lvl="0" indent="-63500" algn="l" defTabSz="914400" rtl="0" eaLnBrk="1" fontAlgn="auto" latinLnBrk="0" hangingPunct="0">
                <a:lnSpc>
                  <a:spcPct val="100000"/>
                </a:lnSpc>
                <a:spcBef>
                  <a:spcPts val="0"/>
                </a:spcBef>
                <a:spcAft>
                  <a:spcPts val="0"/>
                </a:spcAft>
                <a:buClr>
                  <a:srgbClr val="033B6A"/>
                </a:buClr>
                <a:buSzPts val="600"/>
                <a:buFont typeface="Montserrat Medium"/>
                <a:buChar char="•"/>
                <a:tabLst/>
                <a:defRPr sz="600">
                  <a:solidFill>
                    <a:srgbClr val="033B6A"/>
                  </a:solidFill>
                  <a:latin typeface="Montserrat Medium"/>
                  <a:ea typeface="Montserrat Medium"/>
                  <a:cs typeface="Montserrat Medium"/>
                  <a:sym typeface="Montserrat Medium"/>
                </a:defRPr>
              </a:pPr>
              <a:r>
                <a:rPr kumimoji="0" sz="600" b="0" i="0" u="none" strike="noStrike" kern="0" cap="none" spc="0" normalizeH="0" baseline="0" noProof="0" dirty="0">
                  <a:ln>
                    <a:noFill/>
                  </a:ln>
                  <a:solidFill>
                    <a:srgbClr val="033B6A"/>
                  </a:solidFill>
                  <a:effectLst/>
                  <a:uLnTx/>
                  <a:uFillTx/>
                  <a:latin typeface="Montserrat Medium"/>
                  <a:sym typeface="Montserrat Medium"/>
                </a:rPr>
                <a:t>Centers of excellence </a:t>
              </a:r>
            </a:p>
            <a:p>
              <a:pPr marL="76200" marR="0" lvl="0" indent="-63500" algn="l" defTabSz="914400" rtl="0" eaLnBrk="1" fontAlgn="auto" latinLnBrk="0" hangingPunct="0">
                <a:lnSpc>
                  <a:spcPct val="100000"/>
                </a:lnSpc>
                <a:spcBef>
                  <a:spcPts val="0"/>
                </a:spcBef>
                <a:spcAft>
                  <a:spcPts val="0"/>
                </a:spcAft>
                <a:buClr>
                  <a:srgbClr val="033B6A"/>
                </a:buClr>
                <a:buSzPts val="600"/>
                <a:buFont typeface="Montserrat Medium"/>
                <a:buChar char="•"/>
                <a:tabLst/>
                <a:defRPr sz="600">
                  <a:solidFill>
                    <a:srgbClr val="033B6A"/>
                  </a:solidFill>
                  <a:latin typeface="Montserrat Medium"/>
                  <a:ea typeface="Montserrat Medium"/>
                  <a:cs typeface="Montserrat Medium"/>
                  <a:sym typeface="Montserrat Medium"/>
                </a:defRPr>
              </a:pPr>
              <a:r>
                <a:rPr kumimoji="0" sz="600" b="0" i="0" u="none" strike="noStrike" kern="0" cap="none" spc="0" normalizeH="0" baseline="0" noProof="0" dirty="0">
                  <a:ln>
                    <a:noFill/>
                  </a:ln>
                  <a:solidFill>
                    <a:srgbClr val="033B6A"/>
                  </a:solidFill>
                  <a:effectLst/>
                  <a:uLnTx/>
                  <a:uFillTx/>
                  <a:latin typeface="Montserrat Medium"/>
                  <a:sym typeface="Montserrat Medium"/>
                </a:rPr>
                <a:t>Prevention &amp; Wellbeing</a:t>
              </a:r>
            </a:p>
          </p:txBody>
        </p:sp>
        <p:pic>
          <p:nvPicPr>
            <p:cNvPr id="463" name="Google Shape;325;p11" descr="Google Shape;325;p11"/>
            <p:cNvPicPr>
              <a:picLocks noChangeAspect="1"/>
            </p:cNvPicPr>
            <p:nvPr/>
          </p:nvPicPr>
          <p:blipFill>
            <a:blip r:embed="rId4"/>
            <a:stretch>
              <a:fillRect/>
            </a:stretch>
          </p:blipFill>
          <p:spPr>
            <a:xfrm>
              <a:off x="64873" y="41547"/>
              <a:ext cx="228603" cy="228611"/>
            </a:xfrm>
            <a:prstGeom prst="rect">
              <a:avLst/>
            </a:prstGeom>
            <a:ln w="12700" cap="flat">
              <a:noFill/>
              <a:miter lim="400000"/>
            </a:ln>
            <a:effectLst/>
          </p:spPr>
        </p:pic>
      </p:grpSp>
      <p:grpSp>
        <p:nvGrpSpPr>
          <p:cNvPr id="472" name="Google Shape;326;p11"/>
          <p:cNvGrpSpPr/>
          <p:nvPr/>
        </p:nvGrpSpPr>
        <p:grpSpPr>
          <a:xfrm>
            <a:off x="5099122" y="3428879"/>
            <a:ext cx="2153333" cy="1256570"/>
            <a:chOff x="0" y="0"/>
            <a:chExt cx="2153332" cy="1256568"/>
          </a:xfrm>
        </p:grpSpPr>
        <p:grpSp>
          <p:nvGrpSpPr>
            <p:cNvPr id="467" name="Google Shape;327;p11"/>
            <p:cNvGrpSpPr/>
            <p:nvPr/>
          </p:nvGrpSpPr>
          <p:grpSpPr>
            <a:xfrm>
              <a:off x="0" y="0"/>
              <a:ext cx="2035260" cy="1256568"/>
              <a:chOff x="0" y="0"/>
              <a:chExt cx="2035259" cy="1256567"/>
            </a:xfrm>
          </p:grpSpPr>
          <p:sp>
            <p:nvSpPr>
              <p:cNvPr id="465" name="Google Shape;328;p11"/>
              <p:cNvSpPr/>
              <p:nvPr/>
            </p:nvSpPr>
            <p:spPr>
              <a:xfrm>
                <a:off x="118071" y="140142"/>
                <a:ext cx="1917189" cy="1116426"/>
              </a:xfrm>
              <a:prstGeom prst="roundRect">
                <a:avLst>
                  <a:gd name="adj" fmla="val 10850"/>
                </a:avLst>
              </a:prstGeom>
              <a:solidFill>
                <a:srgbClr val="7B0040">
                  <a:alpha val="20000"/>
                </a:srgbClr>
              </a:solidFill>
              <a:ln w="12700" cap="flat">
                <a:noFill/>
                <a:miter lim="400000"/>
              </a:ln>
              <a:effectLst/>
            </p:spPr>
            <p:txBody>
              <a:bodyPr wrap="square" lIns="0" tIns="0" rIns="0" bIns="0" numCol="1" anchor="t">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6" name="Google Shape;329;p11"/>
              <p:cNvSpPr/>
              <p:nvPr/>
            </p:nvSpPr>
            <p:spPr>
              <a:xfrm>
                <a:off x="0" y="0"/>
                <a:ext cx="331351" cy="342904"/>
              </a:xfrm>
              <a:prstGeom prst="roundRect">
                <a:avLst>
                  <a:gd name="adj" fmla="val 18100"/>
                </a:avLst>
              </a:prstGeom>
              <a:solidFill>
                <a:srgbClr val="7B0040">
                  <a:alpha val="72941"/>
                </a:srgbClr>
              </a:solidFill>
              <a:ln w="12700" cap="flat">
                <a:noFill/>
                <a:miter lim="400000"/>
              </a:ln>
              <a:effectLst/>
            </p:spPr>
            <p:txBody>
              <a:bodyPr wrap="square" lIns="0" tIns="0" rIns="0" bIns="0" numCol="1" anchor="t">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468" name="Google Shape;330;p11"/>
            <p:cNvSpPr txBox="1"/>
            <p:nvPr/>
          </p:nvSpPr>
          <p:spPr>
            <a:xfrm>
              <a:off x="305449" y="313845"/>
              <a:ext cx="1016195" cy="177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defRPr sz="1100">
                  <a:solidFill>
                    <a:srgbClr val="6C305E"/>
                  </a:solidFill>
                  <a:latin typeface="Montserrat Bold"/>
                  <a:ea typeface="Montserrat Bold"/>
                  <a:cs typeface="Montserrat Bold"/>
                  <a:sym typeface="Montserrat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100" b="0" i="0" u="none" strike="noStrike" kern="0" cap="none" spc="0" normalizeH="0" baseline="0" noProof="0" dirty="0">
                  <a:ln>
                    <a:noFill/>
                  </a:ln>
                  <a:solidFill>
                    <a:srgbClr val="6C305E"/>
                  </a:solidFill>
                  <a:effectLst/>
                  <a:uLnTx/>
                  <a:uFillTx/>
                  <a:latin typeface="Montserrat Bold"/>
                  <a:sym typeface="Montserrat Bold"/>
                </a:rPr>
                <a:t>CAPABILITIES</a:t>
              </a:r>
            </a:p>
          </p:txBody>
        </p:sp>
        <p:sp>
          <p:nvSpPr>
            <p:cNvPr id="469" name="Google Shape;331;p11"/>
            <p:cNvSpPr txBox="1"/>
            <p:nvPr/>
          </p:nvSpPr>
          <p:spPr>
            <a:xfrm>
              <a:off x="322941" y="484922"/>
              <a:ext cx="1406867"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defRPr sz="700">
                  <a:solidFill>
                    <a:srgbClr val="6C305E"/>
                  </a:solidFill>
                  <a:latin typeface="Montserrat Medium"/>
                  <a:ea typeface="Montserrat Medium"/>
                  <a:cs typeface="Montserrat Medium"/>
                  <a:sym typeface="Montserrat Medium"/>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700" b="0" i="0" u="none" strike="noStrike" kern="0" cap="none" spc="0" normalizeH="0" baseline="0" noProof="0" dirty="0">
                  <a:ln>
                    <a:noFill/>
                  </a:ln>
                  <a:solidFill>
                    <a:srgbClr val="6C305E"/>
                  </a:solidFill>
                  <a:effectLst/>
                  <a:uLnTx/>
                  <a:uFillTx/>
                  <a:latin typeface="Montserrat Medium"/>
                  <a:sym typeface="Montserrat Medium"/>
                </a:rPr>
                <a:t>A repeatable business model</a:t>
              </a:r>
            </a:p>
          </p:txBody>
        </p:sp>
        <p:sp>
          <p:nvSpPr>
            <p:cNvPr id="470" name="Google Shape;332;p11"/>
            <p:cNvSpPr txBox="1"/>
            <p:nvPr/>
          </p:nvSpPr>
          <p:spPr>
            <a:xfrm>
              <a:off x="303747" y="674825"/>
              <a:ext cx="1849585" cy="46166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p>
              <a:pPr marL="76200" marR="0" lvl="0" indent="-63500" algn="l" defTabSz="914400" rtl="0" eaLnBrk="1" fontAlgn="auto" latinLnBrk="0" hangingPunct="0">
                <a:lnSpc>
                  <a:spcPct val="100000"/>
                </a:lnSpc>
                <a:spcBef>
                  <a:spcPts val="0"/>
                </a:spcBef>
                <a:spcAft>
                  <a:spcPts val="0"/>
                </a:spcAft>
                <a:buClr>
                  <a:srgbClr val="6C305E"/>
                </a:buClr>
                <a:buSzPts val="500"/>
                <a:buFont typeface="Montserrat Medium"/>
                <a:buChar char="•"/>
                <a:tabLst/>
                <a:defRPr sz="500">
                  <a:solidFill>
                    <a:srgbClr val="6C305E"/>
                  </a:solidFill>
                  <a:latin typeface="Montserrat Medium"/>
                  <a:ea typeface="Montserrat Medium"/>
                  <a:cs typeface="Montserrat Medium"/>
                  <a:sym typeface="Montserrat Medium"/>
                </a:defRPr>
              </a:pPr>
              <a:r>
                <a:rPr kumimoji="0" sz="600" b="0" i="0" u="none" strike="noStrike" kern="0" cap="none" spc="0" normalizeH="0" baseline="0" noProof="0" dirty="0">
                  <a:ln>
                    <a:noFill/>
                  </a:ln>
                  <a:solidFill>
                    <a:srgbClr val="6C305E"/>
                  </a:solidFill>
                  <a:effectLst/>
                  <a:uLnTx/>
                  <a:uFillTx/>
                  <a:latin typeface="Montserrat Medium"/>
                  <a:sym typeface="Montserrat Medium"/>
                </a:rPr>
                <a:t>A repeatable operational &amp; expansion model</a:t>
              </a:r>
            </a:p>
            <a:p>
              <a:pPr marL="76200" marR="0" lvl="0" indent="-63500" algn="l" defTabSz="914400" rtl="0" eaLnBrk="1" fontAlgn="auto" latinLnBrk="0" hangingPunct="0">
                <a:lnSpc>
                  <a:spcPct val="100000"/>
                </a:lnSpc>
                <a:spcBef>
                  <a:spcPts val="0"/>
                </a:spcBef>
                <a:spcAft>
                  <a:spcPts val="0"/>
                </a:spcAft>
                <a:buClr>
                  <a:srgbClr val="6C305E"/>
                </a:buClr>
                <a:buSzPts val="500"/>
                <a:buFont typeface="Montserrat Medium"/>
                <a:buChar char="•"/>
                <a:tabLst/>
                <a:defRPr sz="500">
                  <a:solidFill>
                    <a:srgbClr val="6C305E"/>
                  </a:solidFill>
                  <a:latin typeface="Montserrat Medium"/>
                  <a:ea typeface="Montserrat Medium"/>
                  <a:cs typeface="Montserrat Medium"/>
                  <a:sym typeface="Montserrat Medium"/>
                </a:defRPr>
              </a:pPr>
              <a:r>
                <a:rPr kumimoji="0" sz="600" b="0" i="0" u="none" strike="noStrike" kern="0" cap="none" spc="0" normalizeH="0" baseline="0" noProof="0" dirty="0">
                  <a:ln>
                    <a:noFill/>
                  </a:ln>
                  <a:solidFill>
                    <a:srgbClr val="6C305E"/>
                  </a:solidFill>
                  <a:effectLst/>
                  <a:uLnTx/>
                  <a:uFillTx/>
                  <a:latin typeface="Montserrat Medium"/>
                  <a:sym typeface="Montserrat Medium"/>
                </a:rPr>
                <a:t>With a robust Governance &amp; compliance </a:t>
              </a:r>
            </a:p>
            <a:p>
              <a:pPr marL="76200" marR="0" lvl="0" indent="-63500" algn="l" defTabSz="914400" rtl="0" eaLnBrk="1" fontAlgn="auto" latinLnBrk="0" hangingPunct="0">
                <a:lnSpc>
                  <a:spcPct val="100000"/>
                </a:lnSpc>
                <a:spcBef>
                  <a:spcPts val="0"/>
                </a:spcBef>
                <a:spcAft>
                  <a:spcPts val="0"/>
                </a:spcAft>
                <a:buClr>
                  <a:srgbClr val="6C305E"/>
                </a:buClr>
                <a:buSzPts val="500"/>
                <a:buFont typeface="Montserrat Medium"/>
                <a:buChar char="•"/>
                <a:tabLst/>
                <a:defRPr sz="500">
                  <a:solidFill>
                    <a:srgbClr val="6C305E"/>
                  </a:solidFill>
                  <a:latin typeface="Montserrat Medium"/>
                  <a:ea typeface="Montserrat Medium"/>
                  <a:cs typeface="Montserrat Medium"/>
                  <a:sym typeface="Montserrat Medium"/>
                </a:defRPr>
              </a:pPr>
              <a:r>
                <a:rPr kumimoji="0" sz="600" b="0" i="0" u="none" strike="noStrike" kern="0" cap="none" spc="0" normalizeH="0" baseline="0" noProof="0" dirty="0">
                  <a:ln>
                    <a:noFill/>
                  </a:ln>
                  <a:solidFill>
                    <a:srgbClr val="6C305E"/>
                  </a:solidFill>
                  <a:effectLst/>
                  <a:uLnTx/>
                  <a:uFillTx/>
                  <a:latin typeface="Montserrat Medium"/>
                  <a:sym typeface="Montserrat Medium"/>
                </a:rPr>
                <a:t>Powered by Peopleware, Software &amp; Hardware capabilities </a:t>
              </a:r>
            </a:p>
            <a:p>
              <a:pPr marL="76200" marR="0" lvl="0" indent="-63500" algn="l" defTabSz="914400" rtl="0" eaLnBrk="1" fontAlgn="auto" latinLnBrk="0" hangingPunct="0">
                <a:lnSpc>
                  <a:spcPct val="100000"/>
                </a:lnSpc>
                <a:spcBef>
                  <a:spcPts val="0"/>
                </a:spcBef>
                <a:spcAft>
                  <a:spcPts val="0"/>
                </a:spcAft>
                <a:buClr>
                  <a:srgbClr val="6C305E"/>
                </a:buClr>
                <a:buSzPts val="500"/>
                <a:buFont typeface="Montserrat Medium"/>
                <a:buChar char="•"/>
                <a:tabLst/>
                <a:defRPr sz="500">
                  <a:solidFill>
                    <a:srgbClr val="6C305E"/>
                  </a:solidFill>
                  <a:latin typeface="Montserrat Medium"/>
                  <a:ea typeface="Montserrat Medium"/>
                  <a:cs typeface="Montserrat Medium"/>
                  <a:sym typeface="Montserrat Medium"/>
                </a:defRPr>
              </a:pPr>
              <a:r>
                <a:rPr kumimoji="0" sz="600" b="0" i="0" u="none" strike="noStrike" kern="0" cap="none" spc="0" normalizeH="0" baseline="0" noProof="0" dirty="0">
                  <a:ln>
                    <a:noFill/>
                  </a:ln>
                  <a:solidFill>
                    <a:srgbClr val="6C305E"/>
                  </a:solidFill>
                  <a:effectLst/>
                  <a:uLnTx/>
                  <a:uFillTx/>
                  <a:latin typeface="Montserrat Medium"/>
                  <a:sym typeface="Montserrat Medium"/>
                </a:rPr>
                <a:t>With a Competitive cost 2 serve</a:t>
              </a:r>
            </a:p>
          </p:txBody>
        </p:sp>
        <p:pic>
          <p:nvPicPr>
            <p:cNvPr id="471" name="Google Shape;333;p11" descr="Google Shape;333;p11"/>
            <p:cNvPicPr>
              <a:picLocks noChangeAspect="1"/>
            </p:cNvPicPr>
            <p:nvPr/>
          </p:nvPicPr>
          <p:blipFill>
            <a:blip r:embed="rId5"/>
            <a:stretch>
              <a:fillRect/>
            </a:stretch>
          </p:blipFill>
          <p:spPr>
            <a:xfrm>
              <a:off x="80890" y="30731"/>
              <a:ext cx="208275" cy="268065"/>
            </a:xfrm>
            <a:prstGeom prst="rect">
              <a:avLst/>
            </a:prstGeom>
            <a:ln w="12700" cap="flat">
              <a:noFill/>
              <a:miter lim="400000"/>
            </a:ln>
            <a:effectLst/>
          </p:spPr>
        </p:pic>
      </p:grpSp>
      <p:grpSp>
        <p:nvGrpSpPr>
          <p:cNvPr id="480" name="Google Shape;334;p11"/>
          <p:cNvGrpSpPr/>
          <p:nvPr/>
        </p:nvGrpSpPr>
        <p:grpSpPr>
          <a:xfrm>
            <a:off x="2993120" y="3428879"/>
            <a:ext cx="2035264" cy="1256570"/>
            <a:chOff x="-1" y="0"/>
            <a:chExt cx="2035262" cy="1256568"/>
          </a:xfrm>
        </p:grpSpPr>
        <p:grpSp>
          <p:nvGrpSpPr>
            <p:cNvPr id="475" name="Google Shape;335;p11"/>
            <p:cNvGrpSpPr/>
            <p:nvPr/>
          </p:nvGrpSpPr>
          <p:grpSpPr>
            <a:xfrm>
              <a:off x="-1" y="0"/>
              <a:ext cx="2035262" cy="1256568"/>
              <a:chOff x="0" y="0"/>
              <a:chExt cx="2035259" cy="1256567"/>
            </a:xfrm>
          </p:grpSpPr>
          <p:sp>
            <p:nvSpPr>
              <p:cNvPr id="473" name="Google Shape;336;p11"/>
              <p:cNvSpPr/>
              <p:nvPr/>
            </p:nvSpPr>
            <p:spPr>
              <a:xfrm>
                <a:off x="118071" y="140142"/>
                <a:ext cx="1917190" cy="1116426"/>
              </a:xfrm>
              <a:prstGeom prst="roundRect">
                <a:avLst>
                  <a:gd name="adj" fmla="val 10850"/>
                </a:avLst>
              </a:prstGeom>
              <a:solidFill>
                <a:srgbClr val="9C3292">
                  <a:alpha val="20000"/>
                </a:srgbClr>
              </a:solidFill>
              <a:ln w="12700" cap="flat">
                <a:noFill/>
                <a:miter lim="400000"/>
              </a:ln>
              <a:effectLst/>
            </p:spPr>
            <p:txBody>
              <a:bodyPr wrap="square" lIns="0" tIns="0" rIns="0" bIns="0" numCol="1" anchor="t">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4" name="Google Shape;337;p11"/>
              <p:cNvSpPr/>
              <p:nvPr/>
            </p:nvSpPr>
            <p:spPr>
              <a:xfrm>
                <a:off x="0" y="0"/>
                <a:ext cx="331351" cy="342904"/>
              </a:xfrm>
              <a:prstGeom prst="roundRect">
                <a:avLst>
                  <a:gd name="adj" fmla="val 18100"/>
                </a:avLst>
              </a:prstGeom>
              <a:solidFill>
                <a:srgbClr val="9C3292">
                  <a:alpha val="72941"/>
                </a:srgbClr>
              </a:solidFill>
              <a:ln w="12700" cap="flat">
                <a:noFill/>
                <a:miter lim="400000"/>
              </a:ln>
              <a:effectLst/>
            </p:spPr>
            <p:txBody>
              <a:bodyPr wrap="square" lIns="0" tIns="0" rIns="0" bIns="0" numCol="1" anchor="t">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476" name="Google Shape;338;p11"/>
            <p:cNvSpPr txBox="1"/>
            <p:nvPr/>
          </p:nvSpPr>
          <p:spPr>
            <a:xfrm>
              <a:off x="335264" y="313845"/>
              <a:ext cx="883753" cy="177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defRPr sz="1100">
                  <a:solidFill>
                    <a:srgbClr val="9C3292"/>
                  </a:solidFill>
                  <a:latin typeface="Montserrat Bold"/>
                  <a:ea typeface="Montserrat Bold"/>
                  <a:cs typeface="Montserrat Bold"/>
                  <a:sym typeface="Montserrat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100" b="0" i="0" u="none" strike="noStrike" kern="0" cap="none" spc="0" normalizeH="0" baseline="0" noProof="0" dirty="0">
                  <a:ln>
                    <a:noFill/>
                  </a:ln>
                  <a:solidFill>
                    <a:srgbClr val="9C3292"/>
                  </a:solidFill>
                  <a:effectLst/>
                  <a:uLnTx/>
                  <a:uFillTx/>
                  <a:latin typeface="Montserrat Bold"/>
                  <a:sym typeface="Montserrat Bold"/>
                </a:rPr>
                <a:t>CULTURE</a:t>
              </a:r>
            </a:p>
          </p:txBody>
        </p:sp>
        <p:sp>
          <p:nvSpPr>
            <p:cNvPr id="477" name="Google Shape;339;p11"/>
            <p:cNvSpPr txBox="1"/>
            <p:nvPr/>
          </p:nvSpPr>
          <p:spPr>
            <a:xfrm>
              <a:off x="352756" y="476678"/>
              <a:ext cx="1613540"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defRPr sz="700">
                  <a:solidFill>
                    <a:srgbClr val="9C3292"/>
                  </a:solidFill>
                  <a:latin typeface="Montserrat Medium"/>
                  <a:ea typeface="Montserrat Medium"/>
                  <a:cs typeface="Montserrat Medium"/>
                  <a:sym typeface="Montserrat Medium"/>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700" b="0" i="0" u="none" strike="noStrike" kern="0" cap="none" spc="0" normalizeH="0" baseline="0" noProof="0" dirty="0">
                  <a:ln>
                    <a:noFill/>
                  </a:ln>
                  <a:solidFill>
                    <a:srgbClr val="9C3292"/>
                  </a:solidFill>
                  <a:effectLst/>
                  <a:uLnTx/>
                  <a:uFillTx/>
                  <a:latin typeface="Montserrat Medium"/>
                  <a:sym typeface="Montserrat Medium"/>
                </a:rPr>
                <a:t>The way we do things around here</a:t>
              </a:r>
            </a:p>
          </p:txBody>
        </p:sp>
        <p:sp>
          <p:nvSpPr>
            <p:cNvPr id="478" name="Google Shape;340;p11"/>
            <p:cNvSpPr txBox="1"/>
            <p:nvPr/>
          </p:nvSpPr>
          <p:spPr>
            <a:xfrm>
              <a:off x="346583" y="698911"/>
              <a:ext cx="1406865" cy="27699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p>
              <a:pPr marL="76200" marR="0" lvl="0" indent="-63500" algn="l" defTabSz="914400" rtl="0" eaLnBrk="1" fontAlgn="auto" latinLnBrk="0" hangingPunct="0">
                <a:lnSpc>
                  <a:spcPct val="100000"/>
                </a:lnSpc>
                <a:spcBef>
                  <a:spcPts val="0"/>
                </a:spcBef>
                <a:spcAft>
                  <a:spcPts val="0"/>
                </a:spcAft>
                <a:buClr>
                  <a:srgbClr val="9C3292"/>
                </a:buClr>
                <a:buSzPts val="600"/>
                <a:buFont typeface="Montserrat Medium"/>
                <a:buChar char="•"/>
                <a:tabLst/>
                <a:defRPr sz="600">
                  <a:solidFill>
                    <a:srgbClr val="9C3292"/>
                  </a:solidFill>
                  <a:latin typeface="Montserrat Medium"/>
                  <a:ea typeface="Montserrat Medium"/>
                  <a:cs typeface="Montserrat Medium"/>
                  <a:sym typeface="Montserrat Medium"/>
                </a:defRPr>
              </a:pPr>
              <a:r>
                <a:rPr kumimoji="0" sz="600" b="0" i="0" u="none" strike="noStrike" kern="0" cap="none" spc="0" normalizeH="0" baseline="0" noProof="0" dirty="0">
                  <a:ln>
                    <a:noFill/>
                  </a:ln>
                  <a:solidFill>
                    <a:srgbClr val="9C3292"/>
                  </a:solidFill>
                  <a:effectLst/>
                  <a:uLnTx/>
                  <a:uFillTx/>
                  <a:latin typeface="Montserrat Medium"/>
                  <a:sym typeface="Montserrat Medium"/>
                </a:rPr>
                <a:t>Our Mission, Values &amp; Beliefs</a:t>
              </a:r>
            </a:p>
            <a:p>
              <a:pPr marL="76200" marR="0" lvl="0" indent="-63500" algn="l" defTabSz="914400" rtl="0" eaLnBrk="1" fontAlgn="auto" latinLnBrk="0" hangingPunct="0">
                <a:lnSpc>
                  <a:spcPct val="100000"/>
                </a:lnSpc>
                <a:spcBef>
                  <a:spcPts val="0"/>
                </a:spcBef>
                <a:spcAft>
                  <a:spcPts val="0"/>
                </a:spcAft>
                <a:buClr>
                  <a:srgbClr val="9C3292"/>
                </a:buClr>
                <a:buSzPts val="600"/>
                <a:buFont typeface="Montserrat Medium"/>
                <a:buChar char="•"/>
                <a:tabLst/>
                <a:defRPr sz="600">
                  <a:solidFill>
                    <a:srgbClr val="9C3292"/>
                  </a:solidFill>
                  <a:latin typeface="Montserrat Medium"/>
                  <a:ea typeface="Montserrat Medium"/>
                  <a:cs typeface="Montserrat Medium"/>
                  <a:sym typeface="Montserrat Medium"/>
                </a:defRPr>
              </a:pPr>
              <a:r>
                <a:rPr kumimoji="0" sz="600" b="0" i="0" u="none" strike="noStrike" kern="0" cap="none" spc="0" normalizeH="0" baseline="0" noProof="0" dirty="0">
                  <a:ln>
                    <a:noFill/>
                  </a:ln>
                  <a:solidFill>
                    <a:srgbClr val="9C3292"/>
                  </a:solidFill>
                  <a:effectLst/>
                  <a:uLnTx/>
                  <a:uFillTx/>
                  <a:latin typeface="Montserrat Medium"/>
                  <a:sym typeface="Montserrat Medium"/>
                </a:rPr>
                <a:t>Servant Leadership </a:t>
              </a:r>
            </a:p>
            <a:p>
              <a:pPr marL="76200" marR="0" lvl="0" indent="-63500" algn="l" defTabSz="914400" rtl="0" eaLnBrk="1" fontAlgn="auto" latinLnBrk="0" hangingPunct="0">
                <a:lnSpc>
                  <a:spcPct val="100000"/>
                </a:lnSpc>
                <a:spcBef>
                  <a:spcPts val="0"/>
                </a:spcBef>
                <a:spcAft>
                  <a:spcPts val="0"/>
                </a:spcAft>
                <a:buClr>
                  <a:srgbClr val="9C3292"/>
                </a:buClr>
                <a:buSzPts val="600"/>
                <a:buFont typeface="Montserrat Medium"/>
                <a:buChar char="•"/>
                <a:tabLst/>
                <a:defRPr sz="600">
                  <a:solidFill>
                    <a:srgbClr val="9C3292"/>
                  </a:solidFill>
                  <a:latin typeface="Montserrat Medium"/>
                  <a:ea typeface="Montserrat Medium"/>
                  <a:cs typeface="Montserrat Medium"/>
                  <a:sym typeface="Montserrat Medium"/>
                </a:defRPr>
              </a:pPr>
              <a:r>
                <a:rPr kumimoji="0" sz="600" b="0" i="0" u="none" strike="noStrike" kern="0" cap="none" spc="0" normalizeH="0" baseline="0" noProof="0" dirty="0">
                  <a:ln>
                    <a:noFill/>
                  </a:ln>
                  <a:solidFill>
                    <a:srgbClr val="9C3292"/>
                  </a:solidFill>
                  <a:effectLst/>
                  <a:uLnTx/>
                  <a:uFillTx/>
                  <a:latin typeface="Montserrat Medium"/>
                  <a:sym typeface="Montserrat Medium"/>
                </a:rPr>
                <a:t>A culture of excellence</a:t>
              </a:r>
            </a:p>
          </p:txBody>
        </p:sp>
        <p:pic>
          <p:nvPicPr>
            <p:cNvPr id="479" name="Google Shape;341;p11" descr="Google Shape;341;p11"/>
            <p:cNvPicPr>
              <a:picLocks noChangeAspect="1"/>
            </p:cNvPicPr>
            <p:nvPr/>
          </p:nvPicPr>
          <p:blipFill>
            <a:blip r:embed="rId6"/>
            <a:stretch>
              <a:fillRect/>
            </a:stretch>
          </p:blipFill>
          <p:spPr>
            <a:xfrm>
              <a:off x="63677" y="70193"/>
              <a:ext cx="233973" cy="228603"/>
            </a:xfrm>
            <a:prstGeom prst="rect">
              <a:avLst/>
            </a:prstGeom>
            <a:ln w="12700" cap="flat">
              <a:noFill/>
              <a:miter lim="400000"/>
            </a:ln>
            <a:effectLst/>
          </p:spPr>
        </p:pic>
      </p:grpSp>
      <p:grpSp>
        <p:nvGrpSpPr>
          <p:cNvPr id="488" name="Google Shape;342;p11"/>
          <p:cNvGrpSpPr/>
          <p:nvPr/>
        </p:nvGrpSpPr>
        <p:grpSpPr>
          <a:xfrm>
            <a:off x="880248" y="3428879"/>
            <a:ext cx="2035264" cy="1256570"/>
            <a:chOff x="-1" y="0"/>
            <a:chExt cx="2035262" cy="1256568"/>
          </a:xfrm>
        </p:grpSpPr>
        <p:grpSp>
          <p:nvGrpSpPr>
            <p:cNvPr id="483" name="Google Shape;343;p11"/>
            <p:cNvGrpSpPr/>
            <p:nvPr/>
          </p:nvGrpSpPr>
          <p:grpSpPr>
            <a:xfrm>
              <a:off x="-1" y="0"/>
              <a:ext cx="2035262" cy="1256568"/>
              <a:chOff x="0" y="0"/>
              <a:chExt cx="2035259" cy="1256567"/>
            </a:xfrm>
          </p:grpSpPr>
          <p:sp>
            <p:nvSpPr>
              <p:cNvPr id="481" name="Google Shape;344;p11"/>
              <p:cNvSpPr/>
              <p:nvPr/>
            </p:nvSpPr>
            <p:spPr>
              <a:xfrm>
                <a:off x="118071" y="140142"/>
                <a:ext cx="1917190" cy="1116426"/>
              </a:xfrm>
              <a:prstGeom prst="roundRect">
                <a:avLst>
                  <a:gd name="adj" fmla="val 10850"/>
                </a:avLst>
              </a:prstGeom>
              <a:solidFill>
                <a:srgbClr val="A33A64">
                  <a:alpha val="20000"/>
                </a:srgbClr>
              </a:solidFill>
              <a:ln w="12700" cap="flat">
                <a:noFill/>
                <a:miter lim="400000"/>
              </a:ln>
              <a:effectLst/>
            </p:spPr>
            <p:txBody>
              <a:bodyPr wrap="square" lIns="0" tIns="0" rIns="0" bIns="0" numCol="1" anchor="t">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2" name="Google Shape;345;p11"/>
              <p:cNvSpPr/>
              <p:nvPr/>
            </p:nvSpPr>
            <p:spPr>
              <a:xfrm>
                <a:off x="0" y="0"/>
                <a:ext cx="331351" cy="342904"/>
              </a:xfrm>
              <a:prstGeom prst="roundRect">
                <a:avLst>
                  <a:gd name="adj" fmla="val 18100"/>
                </a:avLst>
              </a:prstGeom>
              <a:solidFill>
                <a:srgbClr val="A33A64">
                  <a:alpha val="72941"/>
                </a:srgbClr>
              </a:solidFill>
              <a:ln w="12700" cap="flat">
                <a:noFill/>
                <a:miter lim="400000"/>
              </a:ln>
              <a:effectLst/>
            </p:spPr>
            <p:txBody>
              <a:bodyPr wrap="square" lIns="0" tIns="0" rIns="0" bIns="0" numCol="1" anchor="t">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484" name="Google Shape;346;p11"/>
            <p:cNvSpPr txBox="1"/>
            <p:nvPr/>
          </p:nvSpPr>
          <p:spPr>
            <a:xfrm>
              <a:off x="313821" y="313845"/>
              <a:ext cx="993300" cy="177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defRPr sz="1100">
                  <a:solidFill>
                    <a:srgbClr val="A33A64"/>
                  </a:solidFill>
                  <a:latin typeface="Montserrat Bold"/>
                  <a:ea typeface="Montserrat Bold"/>
                  <a:cs typeface="Montserrat Bold"/>
                  <a:sym typeface="Montserrat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100" b="0" i="0" u="none" strike="noStrike" kern="0" cap="none" spc="0" normalizeH="0" baseline="0" noProof="0">
                  <a:ln>
                    <a:noFill/>
                  </a:ln>
                  <a:solidFill>
                    <a:srgbClr val="A33A64"/>
                  </a:solidFill>
                  <a:effectLst/>
                  <a:uLnTx/>
                  <a:uFillTx/>
                  <a:latin typeface="Montserrat Bold"/>
                  <a:sym typeface="Montserrat Bold"/>
                </a:rPr>
                <a:t>CLINICIANS</a:t>
              </a:r>
            </a:p>
          </p:txBody>
        </p:sp>
        <p:sp>
          <p:nvSpPr>
            <p:cNvPr id="485" name="Google Shape;347;p11"/>
            <p:cNvSpPr txBox="1"/>
            <p:nvPr/>
          </p:nvSpPr>
          <p:spPr>
            <a:xfrm>
              <a:off x="331313" y="429419"/>
              <a:ext cx="1569722" cy="2286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defRPr sz="700">
                  <a:solidFill>
                    <a:srgbClr val="A33A64"/>
                  </a:solidFill>
                  <a:latin typeface="Montserrat Medium"/>
                  <a:ea typeface="Montserrat Medium"/>
                  <a:cs typeface="Montserrat Medium"/>
                  <a:sym typeface="Montserrat Medium"/>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700" b="0" i="0" u="none" strike="noStrike" kern="0" cap="none" spc="0" normalizeH="0" baseline="0" noProof="0" dirty="0">
                  <a:ln>
                    <a:noFill/>
                  </a:ln>
                  <a:solidFill>
                    <a:srgbClr val="A33A64"/>
                  </a:solidFill>
                  <a:effectLst/>
                  <a:uLnTx/>
                  <a:uFillTx/>
                  <a:latin typeface="Montserrat Medium"/>
                  <a:sym typeface="Montserrat Medium"/>
                </a:rPr>
                <a:t>An Attractive Doctor Value Proposition</a:t>
              </a:r>
            </a:p>
          </p:txBody>
        </p:sp>
        <p:sp>
          <p:nvSpPr>
            <p:cNvPr id="486" name="Google Shape;348;p11"/>
            <p:cNvSpPr txBox="1"/>
            <p:nvPr/>
          </p:nvSpPr>
          <p:spPr>
            <a:xfrm>
              <a:off x="324880" y="661396"/>
              <a:ext cx="1406865" cy="304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p>
              <a:pPr marL="76200" marR="0" lvl="0" indent="-63500" algn="l" defTabSz="914400" rtl="0" eaLnBrk="1" fontAlgn="auto" latinLnBrk="0" hangingPunct="0">
                <a:lnSpc>
                  <a:spcPct val="100000"/>
                </a:lnSpc>
                <a:spcBef>
                  <a:spcPts val="0"/>
                </a:spcBef>
                <a:spcAft>
                  <a:spcPts val="0"/>
                </a:spcAft>
                <a:buClr>
                  <a:srgbClr val="A33A64"/>
                </a:buClr>
                <a:buSzPts val="600"/>
                <a:buFont typeface="Montserrat Medium"/>
                <a:buChar char="•"/>
                <a:tabLst/>
                <a:defRPr sz="600">
                  <a:solidFill>
                    <a:srgbClr val="A33A64"/>
                  </a:solidFill>
                  <a:latin typeface="Montserrat Medium"/>
                  <a:ea typeface="Montserrat Medium"/>
                  <a:cs typeface="Montserrat Medium"/>
                  <a:sym typeface="Montserrat Medium"/>
                </a:defRPr>
              </a:pPr>
              <a:r>
                <a:rPr kumimoji="0" sz="600" b="0" i="0" u="none" strike="noStrike" kern="0" cap="none" spc="0" normalizeH="0" baseline="0" noProof="0" dirty="0">
                  <a:ln>
                    <a:noFill/>
                  </a:ln>
                  <a:solidFill>
                    <a:srgbClr val="A33A64"/>
                  </a:solidFill>
                  <a:effectLst/>
                  <a:uLnTx/>
                  <a:uFillTx/>
                  <a:latin typeface="Montserrat Medium"/>
                  <a:sym typeface="Montserrat Medium"/>
                </a:rPr>
                <a:t>Serve &amp; caring environment </a:t>
              </a:r>
            </a:p>
            <a:p>
              <a:pPr marL="76200" marR="0" lvl="0" indent="-63500" algn="l" defTabSz="914400" rtl="0" eaLnBrk="1" fontAlgn="auto" latinLnBrk="0" hangingPunct="0">
                <a:lnSpc>
                  <a:spcPct val="100000"/>
                </a:lnSpc>
                <a:spcBef>
                  <a:spcPts val="0"/>
                </a:spcBef>
                <a:spcAft>
                  <a:spcPts val="0"/>
                </a:spcAft>
                <a:buClr>
                  <a:srgbClr val="A33A64"/>
                </a:buClr>
                <a:buSzPts val="600"/>
                <a:buFont typeface="Montserrat Medium"/>
                <a:buChar char="•"/>
                <a:tabLst/>
                <a:defRPr sz="600">
                  <a:solidFill>
                    <a:srgbClr val="A33A64"/>
                  </a:solidFill>
                  <a:latin typeface="Montserrat Medium"/>
                  <a:ea typeface="Montserrat Medium"/>
                  <a:cs typeface="Montserrat Medium"/>
                  <a:sym typeface="Montserrat Medium"/>
                </a:defRPr>
              </a:pPr>
              <a:r>
                <a:rPr kumimoji="0" sz="600" b="0" i="0" u="none" strike="noStrike" kern="0" cap="none" spc="0" normalizeH="0" baseline="0" noProof="0" dirty="0">
                  <a:ln>
                    <a:noFill/>
                  </a:ln>
                  <a:solidFill>
                    <a:srgbClr val="A33A64"/>
                  </a:solidFill>
                  <a:effectLst/>
                  <a:uLnTx/>
                  <a:uFillTx/>
                  <a:latin typeface="Montserrat Medium"/>
                  <a:sym typeface="Montserrat Medium"/>
                </a:rPr>
                <a:t>Competitive benefits</a:t>
              </a:r>
            </a:p>
            <a:p>
              <a:pPr marL="76200" marR="0" lvl="0" indent="-63500" algn="l" defTabSz="914400" rtl="0" eaLnBrk="1" fontAlgn="auto" latinLnBrk="0" hangingPunct="0">
                <a:lnSpc>
                  <a:spcPct val="100000"/>
                </a:lnSpc>
                <a:spcBef>
                  <a:spcPts val="0"/>
                </a:spcBef>
                <a:spcAft>
                  <a:spcPts val="0"/>
                </a:spcAft>
                <a:buClr>
                  <a:srgbClr val="A33A64"/>
                </a:buClr>
                <a:buSzPts val="600"/>
                <a:buFont typeface="Montserrat Medium"/>
                <a:buChar char="•"/>
                <a:tabLst/>
                <a:defRPr sz="600">
                  <a:solidFill>
                    <a:srgbClr val="A33A64"/>
                  </a:solidFill>
                  <a:latin typeface="Montserrat Medium"/>
                  <a:ea typeface="Montserrat Medium"/>
                  <a:cs typeface="Montserrat Medium"/>
                  <a:sym typeface="Montserrat Medium"/>
                </a:defRPr>
              </a:pPr>
              <a:r>
                <a:rPr kumimoji="0" sz="600" b="0" i="0" u="none" strike="noStrike" kern="0" cap="none" spc="0" normalizeH="0" baseline="0" noProof="0" dirty="0">
                  <a:ln>
                    <a:noFill/>
                  </a:ln>
                  <a:solidFill>
                    <a:srgbClr val="A33A64"/>
                  </a:solidFill>
                  <a:effectLst/>
                  <a:uLnTx/>
                  <a:uFillTx/>
                  <a:latin typeface="Montserrat Medium"/>
                  <a:sym typeface="Montserrat Medium"/>
                </a:rPr>
                <a:t>Growth and development</a:t>
              </a:r>
            </a:p>
          </p:txBody>
        </p:sp>
        <p:pic>
          <p:nvPicPr>
            <p:cNvPr id="487" name="Google Shape;349;p11" descr="Google Shape;349;p11"/>
            <p:cNvPicPr>
              <a:picLocks noChangeAspect="1"/>
            </p:cNvPicPr>
            <p:nvPr/>
          </p:nvPicPr>
          <p:blipFill>
            <a:blip r:embed="rId7"/>
            <a:stretch>
              <a:fillRect/>
            </a:stretch>
          </p:blipFill>
          <p:spPr>
            <a:xfrm>
              <a:off x="33147" y="67793"/>
              <a:ext cx="233412" cy="233404"/>
            </a:xfrm>
            <a:prstGeom prst="rect">
              <a:avLst/>
            </a:prstGeom>
            <a:ln w="12700" cap="flat">
              <a:noFill/>
              <a:miter lim="400000"/>
            </a:ln>
            <a:effectLst/>
          </p:spPr>
        </p:pic>
      </p:grpSp>
      <p:grpSp>
        <p:nvGrpSpPr>
          <p:cNvPr id="496" name="Google Shape;350;p11"/>
          <p:cNvGrpSpPr/>
          <p:nvPr/>
        </p:nvGrpSpPr>
        <p:grpSpPr>
          <a:xfrm>
            <a:off x="887680" y="2043432"/>
            <a:ext cx="2035264" cy="1256568"/>
            <a:chOff x="0" y="0"/>
            <a:chExt cx="2035262" cy="1256567"/>
          </a:xfrm>
        </p:grpSpPr>
        <p:grpSp>
          <p:nvGrpSpPr>
            <p:cNvPr id="491" name="Google Shape;351;p11"/>
            <p:cNvGrpSpPr/>
            <p:nvPr/>
          </p:nvGrpSpPr>
          <p:grpSpPr>
            <a:xfrm>
              <a:off x="0" y="0"/>
              <a:ext cx="2035262" cy="1256567"/>
              <a:chOff x="0" y="0"/>
              <a:chExt cx="2035260" cy="1256565"/>
            </a:xfrm>
          </p:grpSpPr>
          <p:sp>
            <p:nvSpPr>
              <p:cNvPr id="489" name="Google Shape;352;p11"/>
              <p:cNvSpPr/>
              <p:nvPr/>
            </p:nvSpPr>
            <p:spPr>
              <a:xfrm>
                <a:off x="118071" y="140141"/>
                <a:ext cx="1917191" cy="1116426"/>
              </a:xfrm>
              <a:prstGeom prst="roundRect">
                <a:avLst>
                  <a:gd name="adj" fmla="val 10850"/>
                </a:avLst>
              </a:prstGeom>
              <a:solidFill>
                <a:srgbClr val="7258A4">
                  <a:alpha val="20000"/>
                </a:srgbClr>
              </a:solidFill>
              <a:ln w="12700" cap="flat">
                <a:noFill/>
                <a:miter lim="400000"/>
              </a:ln>
              <a:effectLst/>
            </p:spPr>
            <p:txBody>
              <a:bodyPr wrap="square" lIns="0" tIns="0" rIns="0" bIns="0" numCol="1" anchor="t">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0" name="Google Shape;353;p11"/>
              <p:cNvSpPr/>
              <p:nvPr/>
            </p:nvSpPr>
            <p:spPr>
              <a:xfrm>
                <a:off x="0" y="0"/>
                <a:ext cx="331351" cy="342903"/>
              </a:xfrm>
              <a:prstGeom prst="roundRect">
                <a:avLst>
                  <a:gd name="adj" fmla="val 18100"/>
                </a:avLst>
              </a:prstGeom>
              <a:solidFill>
                <a:srgbClr val="7258A4">
                  <a:alpha val="72941"/>
                </a:srgbClr>
              </a:solidFill>
              <a:ln w="12700" cap="flat">
                <a:noFill/>
                <a:miter lim="400000"/>
              </a:ln>
              <a:effectLst/>
            </p:spPr>
            <p:txBody>
              <a:bodyPr wrap="square" lIns="0" tIns="0" rIns="0" bIns="0" numCol="1" anchor="t">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492" name="Google Shape;354;p11"/>
            <p:cNvSpPr txBox="1"/>
            <p:nvPr/>
          </p:nvSpPr>
          <p:spPr>
            <a:xfrm>
              <a:off x="318336" y="324604"/>
              <a:ext cx="514771" cy="177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defRPr sz="1100">
                  <a:solidFill>
                    <a:srgbClr val="8E66A9"/>
                  </a:solidFill>
                  <a:latin typeface="Montserrat Bold"/>
                  <a:ea typeface="Montserrat Bold"/>
                  <a:cs typeface="Montserrat Bold"/>
                  <a:sym typeface="Montserrat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100" b="0" i="0" u="none" strike="noStrike" kern="0" cap="none" spc="0" normalizeH="0" baseline="0" noProof="0">
                  <a:ln>
                    <a:noFill/>
                  </a:ln>
                  <a:solidFill>
                    <a:srgbClr val="8E66A9"/>
                  </a:solidFill>
                  <a:effectLst/>
                  <a:uLnTx/>
                  <a:uFillTx/>
                  <a:latin typeface="Montserrat Bold"/>
                  <a:sym typeface="Montserrat Bold"/>
                </a:rPr>
                <a:t>Care</a:t>
              </a:r>
            </a:p>
          </p:txBody>
        </p:sp>
        <p:sp>
          <p:nvSpPr>
            <p:cNvPr id="493" name="Google Shape;355;p11"/>
            <p:cNvSpPr txBox="1"/>
            <p:nvPr/>
          </p:nvSpPr>
          <p:spPr>
            <a:xfrm>
              <a:off x="320530" y="720903"/>
              <a:ext cx="1707302" cy="36933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p>
              <a:pPr marL="76200" marR="0" lvl="0" indent="-63500" algn="l" defTabSz="914400" rtl="0" eaLnBrk="1" fontAlgn="auto" latinLnBrk="0" hangingPunct="0">
                <a:lnSpc>
                  <a:spcPct val="100000"/>
                </a:lnSpc>
                <a:spcBef>
                  <a:spcPts val="0"/>
                </a:spcBef>
                <a:spcAft>
                  <a:spcPts val="0"/>
                </a:spcAft>
                <a:buClr>
                  <a:srgbClr val="946CAF"/>
                </a:buClr>
                <a:buSzPts val="600"/>
                <a:buFont typeface="Montserrat Medium"/>
                <a:buChar char="•"/>
                <a:tabLst/>
                <a:defRPr sz="600">
                  <a:solidFill>
                    <a:srgbClr val="946CAF"/>
                  </a:solidFill>
                  <a:latin typeface="Montserrat Medium"/>
                  <a:ea typeface="Montserrat Medium"/>
                  <a:cs typeface="Montserrat Medium"/>
                  <a:sym typeface="Montserrat Medium"/>
                </a:defRPr>
              </a:pPr>
              <a:r>
                <a:rPr kumimoji="0" sz="600" b="0" i="0" u="none" strike="noStrike" kern="0" cap="none" spc="0" normalizeH="0" baseline="0" noProof="0" dirty="0">
                  <a:ln>
                    <a:noFill/>
                  </a:ln>
                  <a:solidFill>
                    <a:srgbClr val="946CAF"/>
                  </a:solidFill>
                  <a:effectLst/>
                  <a:uLnTx/>
                  <a:uFillTx/>
                  <a:latin typeface="Montserrat Medium"/>
                  <a:sym typeface="Montserrat Medium"/>
                </a:rPr>
                <a:t>Seamless customer experience</a:t>
              </a:r>
            </a:p>
            <a:p>
              <a:pPr marL="76200" marR="0" lvl="0" indent="-63500" algn="l" defTabSz="914400" rtl="0" eaLnBrk="1" fontAlgn="auto" latinLnBrk="0" hangingPunct="0">
                <a:lnSpc>
                  <a:spcPct val="100000"/>
                </a:lnSpc>
                <a:spcBef>
                  <a:spcPts val="0"/>
                </a:spcBef>
                <a:spcAft>
                  <a:spcPts val="0"/>
                </a:spcAft>
                <a:buClr>
                  <a:srgbClr val="946CAF"/>
                </a:buClr>
                <a:buSzPts val="600"/>
                <a:buFont typeface="Montserrat Medium"/>
                <a:buChar char="•"/>
                <a:tabLst/>
                <a:defRPr sz="600">
                  <a:solidFill>
                    <a:srgbClr val="946CAF"/>
                  </a:solidFill>
                  <a:latin typeface="Montserrat Medium"/>
                  <a:ea typeface="Montserrat Medium"/>
                  <a:cs typeface="Montserrat Medium"/>
                  <a:sym typeface="Montserrat Medium"/>
                </a:defRPr>
              </a:pPr>
              <a:r>
                <a:rPr kumimoji="0" sz="600" b="0" i="0" u="none" strike="noStrike" kern="0" cap="none" spc="0" normalizeH="0" baseline="0" noProof="0" dirty="0">
                  <a:ln>
                    <a:noFill/>
                  </a:ln>
                  <a:solidFill>
                    <a:srgbClr val="946CAF"/>
                  </a:solidFill>
                  <a:effectLst/>
                  <a:uLnTx/>
                  <a:uFillTx/>
                  <a:latin typeface="Montserrat Medium"/>
                  <a:sym typeface="Montserrat Medium"/>
                </a:rPr>
                <a:t>Empathy &amp; Compassion </a:t>
              </a:r>
            </a:p>
            <a:p>
              <a:pPr marL="76200" marR="0" lvl="0" indent="-63500" algn="l" defTabSz="914400" rtl="0" eaLnBrk="1" fontAlgn="auto" latinLnBrk="0" hangingPunct="0">
                <a:lnSpc>
                  <a:spcPct val="100000"/>
                </a:lnSpc>
                <a:spcBef>
                  <a:spcPts val="0"/>
                </a:spcBef>
                <a:spcAft>
                  <a:spcPts val="0"/>
                </a:spcAft>
                <a:buClr>
                  <a:srgbClr val="946CAF"/>
                </a:buClr>
                <a:buSzPts val="600"/>
                <a:buFont typeface="Montserrat Medium"/>
                <a:buChar char="•"/>
                <a:tabLst/>
                <a:defRPr sz="600">
                  <a:solidFill>
                    <a:srgbClr val="946CAF"/>
                  </a:solidFill>
                  <a:latin typeface="Montserrat Medium"/>
                  <a:ea typeface="Montserrat Medium"/>
                  <a:cs typeface="Montserrat Medium"/>
                  <a:sym typeface="Montserrat Medium"/>
                </a:defRPr>
              </a:pPr>
              <a:r>
                <a:rPr kumimoji="0" sz="600" b="0" i="0" u="none" strike="noStrike" kern="0" cap="none" spc="0" normalizeH="0" baseline="0" noProof="0" dirty="0">
                  <a:ln>
                    <a:noFill/>
                  </a:ln>
                  <a:solidFill>
                    <a:srgbClr val="946CAF"/>
                  </a:solidFill>
                  <a:effectLst/>
                  <a:uLnTx/>
                  <a:uFillTx/>
                  <a:latin typeface="Montserrat Medium"/>
                  <a:sym typeface="Montserrat Medium"/>
                </a:rPr>
                <a:t>Build Loyalty through My Care</a:t>
              </a:r>
            </a:p>
            <a:p>
              <a:pPr marL="76200" marR="0" lvl="0" indent="-63500" algn="l" defTabSz="914400" rtl="0" eaLnBrk="1" fontAlgn="auto" latinLnBrk="0" hangingPunct="0">
                <a:lnSpc>
                  <a:spcPct val="100000"/>
                </a:lnSpc>
                <a:spcBef>
                  <a:spcPts val="0"/>
                </a:spcBef>
                <a:spcAft>
                  <a:spcPts val="0"/>
                </a:spcAft>
                <a:buClr>
                  <a:srgbClr val="946CAF"/>
                </a:buClr>
                <a:buSzPts val="600"/>
                <a:buFont typeface="Montserrat Medium"/>
                <a:buChar char="•"/>
                <a:tabLst/>
                <a:defRPr sz="600">
                  <a:solidFill>
                    <a:srgbClr val="946CAF"/>
                  </a:solidFill>
                  <a:latin typeface="Montserrat Medium"/>
                  <a:ea typeface="Montserrat Medium"/>
                  <a:cs typeface="Montserrat Medium"/>
                  <a:sym typeface="Montserrat Medium"/>
                </a:defRPr>
              </a:pPr>
              <a:r>
                <a:rPr kumimoji="0" sz="600" b="0" i="0" u="none" strike="noStrike" kern="0" cap="none" spc="0" normalizeH="0" baseline="0" noProof="0" dirty="0">
                  <a:ln>
                    <a:noFill/>
                  </a:ln>
                  <a:solidFill>
                    <a:srgbClr val="946CAF"/>
                  </a:solidFill>
                  <a:effectLst/>
                  <a:uLnTx/>
                  <a:uFillTx/>
                  <a:latin typeface="Montserrat Medium"/>
                  <a:sym typeface="Montserrat Medium"/>
                </a:rPr>
                <a:t>Service &amp; Advocacy mindset</a:t>
              </a:r>
            </a:p>
          </p:txBody>
        </p:sp>
        <p:sp>
          <p:nvSpPr>
            <p:cNvPr id="494" name="Google Shape;356;p11"/>
            <p:cNvSpPr txBox="1"/>
            <p:nvPr/>
          </p:nvSpPr>
          <p:spPr>
            <a:xfrm>
              <a:off x="334954" y="479666"/>
              <a:ext cx="1406866"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defRPr sz="700">
                  <a:solidFill>
                    <a:srgbClr val="8E66A9"/>
                  </a:solidFill>
                  <a:latin typeface="Montserrat Medium"/>
                  <a:ea typeface="Montserrat Medium"/>
                  <a:cs typeface="Montserrat Medium"/>
                  <a:sym typeface="Montserrat Medium"/>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700" b="0" i="0" u="none" strike="noStrike" kern="0" cap="none" spc="0" normalizeH="0" baseline="0" noProof="0" dirty="0">
                  <a:ln>
                    <a:noFill/>
                  </a:ln>
                  <a:solidFill>
                    <a:srgbClr val="8E66A9"/>
                  </a:solidFill>
                  <a:effectLst/>
                  <a:uLnTx/>
                  <a:uFillTx/>
                  <a:latin typeface="Montserrat Medium"/>
                  <a:sym typeface="Montserrat Medium"/>
                </a:rPr>
                <a:t>A Legendary Service &amp; Care</a:t>
              </a:r>
            </a:p>
          </p:txBody>
        </p:sp>
        <p:pic>
          <p:nvPicPr>
            <p:cNvPr id="495" name="Google Shape;357;p11" descr="Google Shape;357;p11"/>
            <p:cNvPicPr>
              <a:picLocks noChangeAspect="1"/>
            </p:cNvPicPr>
            <p:nvPr/>
          </p:nvPicPr>
          <p:blipFill>
            <a:blip r:embed="rId8"/>
            <a:stretch>
              <a:fillRect/>
            </a:stretch>
          </p:blipFill>
          <p:spPr>
            <a:xfrm>
              <a:off x="59586" y="78962"/>
              <a:ext cx="208274" cy="176242"/>
            </a:xfrm>
            <a:prstGeom prst="rect">
              <a:avLst/>
            </a:prstGeom>
            <a:ln w="12700" cap="flat">
              <a:noFill/>
              <a:miter lim="400000"/>
            </a:ln>
            <a:effectLst/>
          </p:spPr>
        </p:pic>
      </p:grpSp>
      <p:grpSp>
        <p:nvGrpSpPr>
          <p:cNvPr id="502" name="Google Shape;358;p11"/>
          <p:cNvGrpSpPr/>
          <p:nvPr/>
        </p:nvGrpSpPr>
        <p:grpSpPr>
          <a:xfrm>
            <a:off x="7268382" y="3424684"/>
            <a:ext cx="1583685" cy="1264962"/>
            <a:chOff x="0" y="-1"/>
            <a:chExt cx="1583683" cy="1264961"/>
          </a:xfrm>
        </p:grpSpPr>
        <p:sp>
          <p:nvSpPr>
            <p:cNvPr id="497" name="Google Shape;359;p11"/>
            <p:cNvSpPr/>
            <p:nvPr/>
          </p:nvSpPr>
          <p:spPr>
            <a:xfrm>
              <a:off x="118072" y="140140"/>
              <a:ext cx="1465611" cy="1124820"/>
            </a:xfrm>
            <a:prstGeom prst="roundRect">
              <a:avLst>
                <a:gd name="adj" fmla="val 10769"/>
              </a:avLst>
            </a:prstGeom>
            <a:solidFill>
              <a:srgbClr val="0AB4EA">
                <a:alpha val="20000"/>
              </a:srgbClr>
            </a:solidFill>
            <a:ln w="12700" cap="flat">
              <a:noFill/>
              <a:miter lim="400000"/>
            </a:ln>
            <a:effectLst/>
          </p:spPr>
          <p:txBody>
            <a:bodyPr wrap="square" lIns="0" tIns="0" rIns="0" bIns="0" numCol="1" anchor="t">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8" name="Google Shape;360;p11"/>
            <p:cNvSpPr txBox="1"/>
            <p:nvPr/>
          </p:nvSpPr>
          <p:spPr>
            <a:xfrm>
              <a:off x="304778" y="318039"/>
              <a:ext cx="514771" cy="177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defRPr sz="1100">
                  <a:solidFill>
                    <a:srgbClr val="1C79BD"/>
                  </a:solidFill>
                  <a:latin typeface="Montserrat Bold"/>
                  <a:ea typeface="Montserrat Bold"/>
                  <a:cs typeface="Montserrat Bold"/>
                  <a:sym typeface="Montserrat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100" b="0" i="0" u="none" strike="noStrike" kern="0" cap="none" spc="0" normalizeH="0" baseline="0" noProof="0" dirty="0">
                  <a:ln>
                    <a:noFill/>
                  </a:ln>
                  <a:solidFill>
                    <a:srgbClr val="1C79BD"/>
                  </a:solidFill>
                  <a:effectLst/>
                  <a:uLnTx/>
                  <a:uFillTx/>
                  <a:latin typeface="Montserrat Bold"/>
                  <a:sym typeface="Montserrat Bold"/>
                </a:rPr>
                <a:t>COST</a:t>
              </a:r>
            </a:p>
          </p:txBody>
        </p:sp>
        <p:sp>
          <p:nvSpPr>
            <p:cNvPr id="499" name="Google Shape;361;p11"/>
            <p:cNvSpPr txBox="1"/>
            <p:nvPr/>
          </p:nvSpPr>
          <p:spPr>
            <a:xfrm>
              <a:off x="205108" y="669485"/>
              <a:ext cx="1291537" cy="4064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p>
              <a:pPr marL="76200" marR="0" lvl="0" indent="-63500" algn="l" defTabSz="914400" rtl="0" eaLnBrk="1" fontAlgn="auto" latinLnBrk="0" hangingPunct="0">
                <a:lnSpc>
                  <a:spcPct val="100000"/>
                </a:lnSpc>
                <a:spcBef>
                  <a:spcPts val="0"/>
                </a:spcBef>
                <a:spcAft>
                  <a:spcPts val="0"/>
                </a:spcAft>
                <a:buClr>
                  <a:srgbClr val="1C79BD"/>
                </a:buClr>
                <a:buSzPts val="600"/>
                <a:buFont typeface="Montserrat Medium"/>
                <a:buChar char="•"/>
                <a:tabLst/>
                <a:defRPr sz="600">
                  <a:solidFill>
                    <a:srgbClr val="1C79BD"/>
                  </a:solidFill>
                  <a:latin typeface="Montserrat Medium"/>
                  <a:ea typeface="Montserrat Medium"/>
                  <a:cs typeface="Montserrat Medium"/>
                  <a:sym typeface="Montserrat Medium"/>
                </a:defRPr>
              </a:pPr>
              <a:r>
                <a:rPr kumimoji="0" sz="600" b="0" i="0" u="none" strike="noStrike" kern="0" cap="none" spc="0" normalizeH="0" baseline="0" noProof="0" dirty="0">
                  <a:ln>
                    <a:noFill/>
                  </a:ln>
                  <a:solidFill>
                    <a:srgbClr val="1C79BD"/>
                  </a:solidFill>
                  <a:effectLst/>
                  <a:uLnTx/>
                  <a:uFillTx/>
                  <a:latin typeface="Montserrat Medium"/>
                  <a:sym typeface="Montserrat Medium"/>
                </a:rPr>
                <a:t>Competitive cost to serve </a:t>
              </a:r>
            </a:p>
            <a:p>
              <a:pPr marL="76200" marR="0" lvl="0" indent="-63500" algn="l" defTabSz="914400" rtl="0" eaLnBrk="1" fontAlgn="auto" latinLnBrk="0" hangingPunct="0">
                <a:lnSpc>
                  <a:spcPct val="100000"/>
                </a:lnSpc>
                <a:spcBef>
                  <a:spcPts val="0"/>
                </a:spcBef>
                <a:spcAft>
                  <a:spcPts val="0"/>
                </a:spcAft>
                <a:buClr>
                  <a:srgbClr val="1C79BD"/>
                </a:buClr>
                <a:buSzPts val="600"/>
                <a:buFont typeface="Montserrat Medium"/>
                <a:buChar char="•"/>
                <a:tabLst/>
                <a:defRPr sz="600">
                  <a:solidFill>
                    <a:srgbClr val="1C79BD"/>
                  </a:solidFill>
                  <a:latin typeface="Montserrat Medium"/>
                  <a:ea typeface="Montserrat Medium"/>
                  <a:cs typeface="Montserrat Medium"/>
                  <a:sym typeface="Montserrat Medium"/>
                </a:defRPr>
              </a:pPr>
              <a:r>
                <a:rPr kumimoji="0" sz="600" b="0" i="0" u="none" strike="noStrike" kern="0" cap="none" spc="0" normalizeH="0" baseline="0" noProof="0" dirty="0">
                  <a:ln>
                    <a:noFill/>
                  </a:ln>
                  <a:solidFill>
                    <a:srgbClr val="1C79BD"/>
                  </a:solidFill>
                  <a:effectLst/>
                  <a:uLnTx/>
                  <a:uFillTx/>
                  <a:latin typeface="Montserrat Medium"/>
                  <a:sym typeface="Montserrat Medium"/>
                </a:rPr>
                <a:t>Revenue cycle management </a:t>
              </a:r>
            </a:p>
            <a:p>
              <a:pPr marL="76200" marR="0" lvl="0" indent="-63500" algn="l" defTabSz="914400" rtl="0" eaLnBrk="1" fontAlgn="auto" latinLnBrk="0" hangingPunct="0">
                <a:lnSpc>
                  <a:spcPct val="100000"/>
                </a:lnSpc>
                <a:spcBef>
                  <a:spcPts val="0"/>
                </a:spcBef>
                <a:spcAft>
                  <a:spcPts val="0"/>
                </a:spcAft>
                <a:buClr>
                  <a:srgbClr val="1C79BD"/>
                </a:buClr>
                <a:buSzPts val="600"/>
                <a:buFont typeface="Montserrat Medium"/>
                <a:buChar char="•"/>
                <a:tabLst/>
                <a:defRPr sz="600">
                  <a:solidFill>
                    <a:srgbClr val="1C79BD"/>
                  </a:solidFill>
                  <a:latin typeface="Montserrat Medium"/>
                  <a:ea typeface="Montserrat Medium"/>
                  <a:cs typeface="Montserrat Medium"/>
                  <a:sym typeface="Montserrat Medium"/>
                </a:defRPr>
              </a:pPr>
              <a:r>
                <a:rPr kumimoji="0" sz="600" b="0" i="0" u="none" strike="noStrike" kern="0" cap="none" spc="0" normalizeH="0" baseline="0" noProof="0" dirty="0">
                  <a:ln>
                    <a:noFill/>
                  </a:ln>
                  <a:solidFill>
                    <a:srgbClr val="1C79BD"/>
                  </a:solidFill>
                  <a:effectLst/>
                  <a:uLnTx/>
                  <a:uFillTx/>
                  <a:latin typeface="Montserrat Medium"/>
                  <a:sym typeface="Montserrat Medium"/>
                </a:rPr>
                <a:t>Operational efficiency </a:t>
              </a:r>
            </a:p>
            <a:p>
              <a:pPr marL="76200" marR="0" lvl="0" indent="-63500" algn="l" defTabSz="914400" rtl="0" eaLnBrk="1" fontAlgn="auto" latinLnBrk="0" hangingPunct="0">
                <a:lnSpc>
                  <a:spcPct val="100000"/>
                </a:lnSpc>
                <a:spcBef>
                  <a:spcPts val="0"/>
                </a:spcBef>
                <a:spcAft>
                  <a:spcPts val="0"/>
                </a:spcAft>
                <a:buClr>
                  <a:srgbClr val="1C79BD"/>
                </a:buClr>
                <a:buSzPts val="600"/>
                <a:buFont typeface="Montserrat Medium"/>
                <a:buChar char="•"/>
                <a:tabLst/>
                <a:defRPr sz="600">
                  <a:solidFill>
                    <a:srgbClr val="1C79BD"/>
                  </a:solidFill>
                  <a:latin typeface="Montserrat Medium"/>
                  <a:ea typeface="Montserrat Medium"/>
                  <a:cs typeface="Montserrat Medium"/>
                  <a:sym typeface="Montserrat Medium"/>
                </a:defRPr>
              </a:pPr>
              <a:r>
                <a:rPr kumimoji="0" sz="600" b="0" i="0" u="none" strike="noStrike" kern="0" cap="none" spc="0" normalizeH="0" baseline="0" noProof="0" dirty="0">
                  <a:ln>
                    <a:noFill/>
                  </a:ln>
                  <a:solidFill>
                    <a:srgbClr val="1C79BD"/>
                  </a:solidFill>
                  <a:effectLst/>
                  <a:uLnTx/>
                  <a:uFillTx/>
                  <a:latin typeface="Montserrat Medium"/>
                  <a:sym typeface="Montserrat Medium"/>
                </a:rPr>
                <a:t>Overhead management</a:t>
              </a:r>
            </a:p>
          </p:txBody>
        </p:sp>
        <p:sp>
          <p:nvSpPr>
            <p:cNvPr id="500" name="Google Shape;362;p11"/>
            <p:cNvSpPr/>
            <p:nvPr/>
          </p:nvSpPr>
          <p:spPr>
            <a:xfrm>
              <a:off x="0" y="-1"/>
              <a:ext cx="331352" cy="342903"/>
            </a:xfrm>
            <a:prstGeom prst="roundRect">
              <a:avLst>
                <a:gd name="adj" fmla="val 18100"/>
              </a:avLst>
            </a:prstGeom>
            <a:solidFill>
              <a:srgbClr val="0AB4EA">
                <a:alpha val="72941"/>
              </a:srgbClr>
            </a:solidFill>
            <a:ln w="12700" cap="flat">
              <a:noFill/>
              <a:miter lim="400000"/>
            </a:ln>
            <a:effectLst/>
          </p:spPr>
          <p:txBody>
            <a:bodyPr wrap="square" lIns="0" tIns="0" rIns="0" bIns="0" numCol="1" anchor="t">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501" name="Google Shape;363;p11" descr="Google Shape;363;p11"/>
            <p:cNvPicPr>
              <a:picLocks noChangeAspect="1"/>
            </p:cNvPicPr>
            <p:nvPr/>
          </p:nvPicPr>
          <p:blipFill>
            <a:blip r:embed="rId9"/>
            <a:stretch>
              <a:fillRect/>
            </a:stretch>
          </p:blipFill>
          <p:spPr>
            <a:xfrm>
              <a:off x="77197" y="48849"/>
              <a:ext cx="227581" cy="195652"/>
            </a:xfrm>
            <a:prstGeom prst="rect">
              <a:avLst/>
            </a:prstGeom>
            <a:ln w="12700" cap="flat">
              <a:noFill/>
              <a:miter lim="400000"/>
            </a:ln>
            <a:effectLst/>
          </p:spPr>
        </p:pic>
      </p:grpSp>
      <p:grpSp>
        <p:nvGrpSpPr>
          <p:cNvPr id="510" name="Google Shape;364;p11"/>
          <p:cNvGrpSpPr/>
          <p:nvPr/>
        </p:nvGrpSpPr>
        <p:grpSpPr>
          <a:xfrm>
            <a:off x="204570" y="1103870"/>
            <a:ext cx="6929448" cy="353353"/>
            <a:chOff x="0" y="0"/>
            <a:chExt cx="6929446" cy="353352"/>
          </a:xfrm>
        </p:grpSpPr>
        <p:sp>
          <p:nvSpPr>
            <p:cNvPr id="503" name="Google Shape;365;p11"/>
            <p:cNvSpPr/>
            <p:nvPr/>
          </p:nvSpPr>
          <p:spPr>
            <a:xfrm>
              <a:off x="0" y="0"/>
              <a:ext cx="6929447" cy="353353"/>
            </a:xfrm>
            <a:prstGeom prst="roundRect">
              <a:avLst>
                <a:gd name="adj" fmla="val 34281"/>
              </a:avLst>
            </a:prstGeom>
            <a:solidFill>
              <a:srgbClr val="91949E">
                <a:alpha val="20000"/>
              </a:srgbClr>
            </a:solidFill>
            <a:ln w="12700" cap="flat">
              <a:noFill/>
              <a:miter lim="400000"/>
            </a:ln>
            <a:effectLst/>
          </p:spPr>
          <p:txBody>
            <a:bodyPr wrap="square" lIns="0" tIns="0" rIns="0" bIns="0" numCol="1" anchor="t">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4" name="Google Shape;366;p11"/>
            <p:cNvSpPr txBox="1"/>
            <p:nvPr/>
          </p:nvSpPr>
          <p:spPr>
            <a:xfrm>
              <a:off x="57250" y="71772"/>
              <a:ext cx="2021992" cy="2286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defRPr>
                  <a:solidFill>
                    <a:srgbClr val="003868"/>
                  </a:solidFill>
                  <a:latin typeface="Montserrat Light"/>
                  <a:ea typeface="Montserrat Light"/>
                  <a:cs typeface="Montserrat Light"/>
                  <a:sym typeface="Montserrat Light"/>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003868"/>
                  </a:solidFill>
                  <a:effectLst/>
                  <a:uLnTx/>
                  <a:uFillTx/>
                  <a:latin typeface="Montserrat Light"/>
                  <a:sym typeface="Montserrat Light"/>
                </a:rPr>
                <a:t>Who do we server?</a:t>
              </a:r>
            </a:p>
          </p:txBody>
        </p:sp>
        <p:sp>
          <p:nvSpPr>
            <p:cNvPr id="505" name="Google Shape;367;p11"/>
            <p:cNvSpPr txBox="1"/>
            <p:nvPr/>
          </p:nvSpPr>
          <p:spPr>
            <a:xfrm>
              <a:off x="2034041" y="84532"/>
              <a:ext cx="998703" cy="20308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80000"/>
                </a:lnSpc>
                <a:defRPr sz="800">
                  <a:solidFill>
                    <a:srgbClr val="003868"/>
                  </a:solidFill>
                </a:defRPr>
              </a:lvl1pPr>
            </a:lstStyle>
            <a:p>
              <a:pPr marL="0" marR="0" lvl="0" indent="0" algn="ctr" defTabSz="914400" rtl="0" eaLnBrk="1" fontAlgn="auto" latinLnBrk="0" hangingPunct="0">
                <a:lnSpc>
                  <a:spcPct val="80000"/>
                </a:lnSpc>
                <a:spcBef>
                  <a:spcPts val="0"/>
                </a:spcBef>
                <a:spcAft>
                  <a:spcPts val="0"/>
                </a:spcAft>
                <a:buClrTx/>
                <a:buSzTx/>
                <a:buFontTx/>
                <a:buNone/>
                <a:tabLst/>
                <a:defRPr/>
              </a:pPr>
              <a:r>
                <a:rPr kumimoji="0" sz="800" b="0" i="0" u="none" strike="noStrike" kern="0" cap="none" spc="0" normalizeH="0" baseline="0" noProof="0">
                  <a:ln>
                    <a:noFill/>
                  </a:ln>
                  <a:solidFill>
                    <a:srgbClr val="003868"/>
                  </a:solidFill>
                  <a:effectLst/>
                  <a:uLnTx/>
                  <a:uFillTx/>
                  <a:latin typeface="Arial"/>
                  <a:cs typeface="Arial"/>
                  <a:sym typeface="Arial"/>
                </a:rPr>
                <a:t>Patient &amp; his family sick or healthy</a:t>
              </a:r>
            </a:p>
          </p:txBody>
        </p:sp>
        <p:sp>
          <p:nvSpPr>
            <p:cNvPr id="506" name="Google Shape;368;p11"/>
            <p:cNvSpPr txBox="1"/>
            <p:nvPr/>
          </p:nvSpPr>
          <p:spPr>
            <a:xfrm>
              <a:off x="3441817" y="117063"/>
              <a:ext cx="998704"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defRPr sz="800">
                  <a:solidFill>
                    <a:srgbClr val="003868"/>
                  </a:solidFill>
                </a:defRPr>
              </a:lvl1p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sz="800" b="0" i="0" u="none" strike="noStrike" kern="0" cap="none" spc="0" normalizeH="0" baseline="0" noProof="0">
                  <a:ln>
                    <a:noFill/>
                  </a:ln>
                  <a:solidFill>
                    <a:srgbClr val="003868"/>
                  </a:solidFill>
                  <a:effectLst/>
                  <a:uLnTx/>
                  <a:uFillTx/>
                  <a:latin typeface="Arial"/>
                  <a:cs typeface="Arial"/>
                  <a:sym typeface="Arial"/>
                </a:rPr>
                <a:t>The Community</a:t>
              </a:r>
            </a:p>
          </p:txBody>
        </p:sp>
        <p:sp>
          <p:nvSpPr>
            <p:cNvPr id="507" name="Google Shape;369;p11"/>
            <p:cNvSpPr txBox="1"/>
            <p:nvPr/>
          </p:nvSpPr>
          <p:spPr>
            <a:xfrm>
              <a:off x="5186469" y="113173"/>
              <a:ext cx="1159326"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defRPr sz="800">
                  <a:solidFill>
                    <a:srgbClr val="003868"/>
                  </a:solidFill>
                </a:defRPr>
              </a:lvl1p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sz="800" b="0" i="0" u="none" strike="noStrike" kern="0" cap="none" spc="0" normalizeH="0" baseline="0" noProof="0">
                  <a:ln>
                    <a:noFill/>
                  </a:ln>
                  <a:solidFill>
                    <a:srgbClr val="003868"/>
                  </a:solidFill>
                  <a:effectLst/>
                  <a:uLnTx/>
                  <a:uFillTx/>
                  <a:latin typeface="Arial"/>
                  <a:cs typeface="Arial"/>
                  <a:sym typeface="Arial"/>
                </a:rPr>
                <a:t>Corporates &amp; Insurance</a:t>
              </a:r>
            </a:p>
          </p:txBody>
        </p:sp>
        <p:sp>
          <p:nvSpPr>
            <p:cNvPr id="508" name="Google Shape;370;p11"/>
            <p:cNvSpPr txBox="1"/>
            <p:nvPr/>
          </p:nvSpPr>
          <p:spPr>
            <a:xfrm>
              <a:off x="2602017" y="113173"/>
              <a:ext cx="1159326"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defRPr sz="800">
                  <a:solidFill>
                    <a:srgbClr val="003868"/>
                  </a:solidFill>
                  <a:latin typeface="Montserrat Bold"/>
                  <a:ea typeface="Montserrat Bold"/>
                  <a:cs typeface="Montserrat Bold"/>
                  <a:sym typeface="Montserrat Bold"/>
                </a:defRPr>
              </a:lvl1p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sz="800" b="0" i="0" u="none" strike="noStrike" kern="0" cap="none" spc="0" normalizeH="0" baseline="0" noProof="0">
                  <a:ln>
                    <a:noFill/>
                  </a:ln>
                  <a:solidFill>
                    <a:srgbClr val="003868"/>
                  </a:solidFill>
                  <a:effectLst/>
                  <a:uLnTx/>
                  <a:uFillTx/>
                  <a:latin typeface="Montserrat Bold"/>
                  <a:sym typeface="Montserrat Bold"/>
                </a:rPr>
                <a:t>I</a:t>
              </a:r>
            </a:p>
          </p:txBody>
        </p:sp>
        <p:sp>
          <p:nvSpPr>
            <p:cNvPr id="509" name="Google Shape;371;p11"/>
            <p:cNvSpPr txBox="1"/>
            <p:nvPr/>
          </p:nvSpPr>
          <p:spPr>
            <a:xfrm>
              <a:off x="4284120" y="113173"/>
              <a:ext cx="1159327"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defRPr sz="800">
                  <a:solidFill>
                    <a:srgbClr val="003868"/>
                  </a:solidFill>
                  <a:latin typeface="Montserrat Bold"/>
                  <a:ea typeface="Montserrat Bold"/>
                  <a:cs typeface="Montserrat Bold"/>
                  <a:sym typeface="Montserrat Bold"/>
                </a:defRPr>
              </a:lvl1p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sz="800" b="0" i="0" u="none" strike="noStrike" kern="0" cap="none" spc="0" normalizeH="0" baseline="0" noProof="0">
                  <a:ln>
                    <a:noFill/>
                  </a:ln>
                  <a:solidFill>
                    <a:srgbClr val="003868"/>
                  </a:solidFill>
                  <a:effectLst/>
                  <a:uLnTx/>
                  <a:uFillTx/>
                  <a:latin typeface="Montserrat Bold"/>
                  <a:sym typeface="Montserrat Bold"/>
                </a:rPr>
                <a:t>I</a:t>
              </a:r>
            </a:p>
          </p:txBody>
        </p:sp>
      </p:grpSp>
      <p:sp>
        <p:nvSpPr>
          <p:cNvPr id="2" name="GVCLASSIFICATIONHEADER2037971669">
            <a:extLst>
              <a:ext uri="{FF2B5EF4-FFF2-40B4-BE49-F238E27FC236}">
                <a16:creationId xmlns:a16="http://schemas.microsoft.com/office/drawing/2014/main" id="{1D99A8E1-A853-2F61-245E-63210ED7BF1D}"/>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extLst>
      <p:ext uri="{BB962C8B-B14F-4D97-AF65-F5344CB8AC3E}">
        <p14:creationId xmlns:p14="http://schemas.microsoft.com/office/powerpoint/2010/main" val="111279526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 name="Google Shape;376;p12" descr="Google Shape;376;p12"/>
          <p:cNvPicPr>
            <a:picLocks noChangeAspect="1"/>
          </p:cNvPicPr>
          <p:nvPr/>
        </p:nvPicPr>
        <p:blipFill>
          <a:blip r:embed="rId2"/>
          <a:stretch>
            <a:fillRect/>
          </a:stretch>
        </p:blipFill>
        <p:spPr>
          <a:xfrm>
            <a:off x="0" y="19412"/>
            <a:ext cx="9144004" cy="5143514"/>
          </a:xfrm>
          <a:prstGeom prst="rect">
            <a:avLst/>
          </a:prstGeom>
          <a:ln w="12700">
            <a:miter lim="400000"/>
          </a:ln>
        </p:spPr>
      </p:pic>
      <p:sp>
        <p:nvSpPr>
          <p:cNvPr id="513" name="Google Shape;377;p12"/>
          <p:cNvSpPr txBox="1"/>
          <p:nvPr/>
        </p:nvSpPr>
        <p:spPr>
          <a:xfrm>
            <a:off x="280098" y="2086615"/>
            <a:ext cx="1760404" cy="635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100">
                <a:solidFill>
                  <a:srgbClr val="003868"/>
                </a:solidFill>
                <a:latin typeface="Montserrat Bold"/>
                <a:ea typeface="Montserrat Bold"/>
                <a:cs typeface="Montserrat Bold"/>
                <a:sym typeface="Montserrat Bold"/>
              </a:defRPr>
            </a:lvl1pPr>
          </a:lstStyle>
          <a:p>
            <a:r>
              <a:t>Meet Our Leaders</a:t>
            </a:r>
          </a:p>
        </p:txBody>
      </p:sp>
      <p:pic>
        <p:nvPicPr>
          <p:cNvPr id="514" name="Google Shape;378;p12" descr="Google Shape;378;p12"/>
          <p:cNvPicPr>
            <a:picLocks noChangeAspect="1"/>
          </p:cNvPicPr>
          <p:nvPr/>
        </p:nvPicPr>
        <p:blipFill>
          <a:blip r:embed="rId3"/>
          <a:stretch>
            <a:fillRect/>
          </a:stretch>
        </p:blipFill>
        <p:spPr>
          <a:xfrm>
            <a:off x="252350" y="146743"/>
            <a:ext cx="998700" cy="364316"/>
          </a:xfrm>
          <a:prstGeom prst="rect">
            <a:avLst/>
          </a:prstGeom>
          <a:ln w="12700">
            <a:miter lim="400000"/>
          </a:ln>
        </p:spPr>
      </p:pic>
      <p:grpSp>
        <p:nvGrpSpPr>
          <p:cNvPr id="518" name="Google Shape;379;p12"/>
          <p:cNvGrpSpPr/>
          <p:nvPr/>
        </p:nvGrpSpPr>
        <p:grpSpPr>
          <a:xfrm>
            <a:off x="252346" y="4832796"/>
            <a:ext cx="8659860" cy="127001"/>
            <a:chOff x="0" y="0"/>
            <a:chExt cx="8659858" cy="127000"/>
          </a:xfrm>
        </p:grpSpPr>
        <p:sp>
          <p:nvSpPr>
            <p:cNvPr id="515" name="Google Shape;380;p12"/>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516" name="Google Shape;381;p12"/>
            <p:cNvSpPr txBox="1"/>
            <p:nvPr/>
          </p:nvSpPr>
          <p:spPr>
            <a:xfrm>
              <a:off x="0" y="0"/>
              <a:ext cx="731105"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Our Leaders</a:t>
              </a:r>
            </a:p>
          </p:txBody>
        </p:sp>
        <p:sp>
          <p:nvSpPr>
            <p:cNvPr id="517" name="Google Shape;382;p12"/>
            <p:cNvSpPr txBox="1"/>
            <p:nvPr/>
          </p:nvSpPr>
          <p:spPr>
            <a:xfrm>
              <a:off x="8408455" y="0"/>
              <a:ext cx="251404"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12</a:t>
              </a:r>
            </a:p>
          </p:txBody>
        </p:sp>
      </p:grpSp>
      <p:sp>
        <p:nvSpPr>
          <p:cNvPr id="2" name="GVCLASSIFICATIONHEADER309644059">
            <a:extLst>
              <a:ext uri="{FF2B5EF4-FFF2-40B4-BE49-F238E27FC236}">
                <a16:creationId xmlns:a16="http://schemas.microsoft.com/office/drawing/2014/main" id="{42618696-E2CF-05BA-F4F0-EE94A7E57E89}"/>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0" name="image3.png" descr="image3.png"/>
          <p:cNvPicPr>
            <a:picLocks noChangeAspect="1"/>
          </p:cNvPicPr>
          <p:nvPr/>
        </p:nvPicPr>
        <p:blipFill>
          <a:blip r:embed="rId2"/>
          <a:stretch>
            <a:fillRect/>
          </a:stretch>
        </p:blipFill>
        <p:spPr>
          <a:xfrm>
            <a:off x="252350" y="146743"/>
            <a:ext cx="998700" cy="364316"/>
          </a:xfrm>
          <a:prstGeom prst="rect">
            <a:avLst/>
          </a:prstGeom>
          <a:ln w="12700">
            <a:miter lim="400000"/>
          </a:ln>
        </p:spPr>
      </p:pic>
      <p:grpSp>
        <p:nvGrpSpPr>
          <p:cNvPr id="524" name="Group"/>
          <p:cNvGrpSpPr/>
          <p:nvPr/>
        </p:nvGrpSpPr>
        <p:grpSpPr>
          <a:xfrm>
            <a:off x="252346" y="4832797"/>
            <a:ext cx="8659860" cy="127001"/>
            <a:chOff x="-1" y="0"/>
            <a:chExt cx="8659859" cy="127000"/>
          </a:xfrm>
        </p:grpSpPr>
        <p:sp>
          <p:nvSpPr>
            <p:cNvPr id="521" name="Rectangle"/>
            <p:cNvSpPr/>
            <p:nvPr/>
          </p:nvSpPr>
          <p:spPr>
            <a:xfrm>
              <a:off x="543980" y="54649"/>
              <a:ext cx="7881853" cy="17706"/>
            </a:xfrm>
            <a:prstGeom prst="rect">
              <a:avLst/>
            </a:prstGeom>
            <a:solidFill>
              <a:srgbClr val="004778"/>
            </a:solidFill>
            <a:ln w="12700" cap="flat">
              <a:noFill/>
              <a:miter lim="400000"/>
            </a:ln>
            <a:effectLst/>
          </p:spPr>
          <p:txBody>
            <a:bodyPr wrap="square" lIns="0" tIns="0" rIns="0" bIns="0" numCol="1" anchor="ctr">
              <a:noAutofit/>
            </a:bodyPr>
            <a:lstStyle/>
            <a:p>
              <a:pPr algn="ctr"/>
              <a:endParaRPr/>
            </a:p>
          </p:txBody>
        </p:sp>
        <p:sp>
          <p:nvSpPr>
            <p:cNvPr id="522" name="Our Leaders"/>
            <p:cNvSpPr txBox="1"/>
            <p:nvPr/>
          </p:nvSpPr>
          <p:spPr>
            <a:xfrm>
              <a:off x="-2" y="-1"/>
              <a:ext cx="731105"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Our Leaders</a:t>
              </a:r>
            </a:p>
          </p:txBody>
        </p:sp>
        <p:sp>
          <p:nvSpPr>
            <p:cNvPr id="523" name="13"/>
            <p:cNvSpPr txBox="1"/>
            <p:nvPr/>
          </p:nvSpPr>
          <p:spPr>
            <a:xfrm>
              <a:off x="8408454" y="-1"/>
              <a:ext cx="251404"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13</a:t>
              </a:r>
            </a:p>
          </p:txBody>
        </p:sp>
      </p:grpSp>
      <p:sp>
        <p:nvSpPr>
          <p:cNvPr id="525" name="Rectangle"/>
          <p:cNvSpPr/>
          <p:nvPr/>
        </p:nvSpPr>
        <p:spPr>
          <a:xfrm>
            <a:off x="3521381" y="1016911"/>
            <a:ext cx="1865437" cy="2100451"/>
          </a:xfrm>
          <a:prstGeom prst="rect">
            <a:avLst/>
          </a:prstGeom>
          <a:solidFill>
            <a:srgbClr val="F1F1F1"/>
          </a:solidFill>
          <a:ln w="12700">
            <a:miter lim="400000"/>
          </a:ln>
        </p:spPr>
        <p:txBody>
          <a:bodyPr lIns="0" tIns="0" rIns="0" bIns="0"/>
          <a:lstStyle/>
          <a:p>
            <a:endParaRPr/>
          </a:p>
        </p:txBody>
      </p:sp>
      <p:grpSp>
        <p:nvGrpSpPr>
          <p:cNvPr id="529" name="Group"/>
          <p:cNvGrpSpPr/>
          <p:nvPr/>
        </p:nvGrpSpPr>
        <p:grpSpPr>
          <a:xfrm>
            <a:off x="2702683" y="3017706"/>
            <a:ext cx="3738633" cy="830997"/>
            <a:chOff x="-1" y="-205947"/>
            <a:chExt cx="2002728" cy="830994"/>
          </a:xfrm>
        </p:grpSpPr>
        <p:sp>
          <p:nvSpPr>
            <p:cNvPr id="527" name="Chief Executive Officer"/>
            <p:cNvSpPr txBox="1"/>
            <p:nvPr/>
          </p:nvSpPr>
          <p:spPr>
            <a:xfrm>
              <a:off x="-1" y="372092"/>
              <a:ext cx="2002728" cy="2032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defRPr sz="1300">
                  <a:solidFill>
                    <a:srgbClr val="003868"/>
                  </a:solidFill>
                  <a:latin typeface="Montserrat Light"/>
                  <a:ea typeface="Montserrat Light"/>
                  <a:cs typeface="Montserrat Light"/>
                  <a:sym typeface="Montserrat Light"/>
                </a:defRPr>
              </a:lvl1pPr>
            </a:lstStyle>
            <a:p>
              <a:r>
                <a:t>Chief Executive Officer</a:t>
              </a:r>
            </a:p>
          </p:txBody>
        </p:sp>
        <p:sp>
          <p:nvSpPr>
            <p:cNvPr id="528" name="Haj Hichou"/>
            <p:cNvSpPr txBox="1"/>
            <p:nvPr/>
          </p:nvSpPr>
          <p:spPr>
            <a:xfrm>
              <a:off x="10273" y="-205947"/>
              <a:ext cx="1982178" cy="83099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defRPr sz="2700">
                  <a:solidFill>
                    <a:srgbClr val="003868"/>
                  </a:solidFill>
                  <a:latin typeface="Gontserrat SemiBold"/>
                  <a:ea typeface="Gontserrat SemiBold"/>
                  <a:cs typeface="Gontserrat SemiBold"/>
                  <a:sym typeface="Gontserrat SemiBold"/>
                </a:defRPr>
              </a:lvl1pPr>
            </a:lstStyle>
            <a:p>
              <a:r>
                <a:rPr lang="en-US" dirty="0"/>
                <a:t>Mr. Abdullah Alghamdi</a:t>
              </a:r>
              <a:endParaRPr dirty="0"/>
            </a:p>
          </p:txBody>
        </p:sp>
      </p:grpSp>
      <p:pic>
        <p:nvPicPr>
          <p:cNvPr id="3" name="Picture 2">
            <a:extLst>
              <a:ext uri="{FF2B5EF4-FFF2-40B4-BE49-F238E27FC236}">
                <a16:creationId xmlns:a16="http://schemas.microsoft.com/office/drawing/2014/main" id="{ECC19E69-4323-CDEF-8AE7-9C97733E8ACD}"/>
              </a:ext>
            </a:extLst>
          </p:cNvPr>
          <p:cNvPicPr>
            <a:picLocks noChangeAspect="1"/>
          </p:cNvPicPr>
          <p:nvPr/>
        </p:nvPicPr>
        <p:blipFill>
          <a:blip r:embed="rId3"/>
          <a:stretch>
            <a:fillRect/>
          </a:stretch>
        </p:blipFill>
        <p:spPr>
          <a:xfrm>
            <a:off x="3403179" y="1016911"/>
            <a:ext cx="2101839" cy="2100451"/>
          </a:xfrm>
          <a:prstGeom prst="rect">
            <a:avLst/>
          </a:prstGeom>
        </p:spPr>
      </p:pic>
      <p:sp>
        <p:nvSpPr>
          <p:cNvPr id="2" name="GVCLASSIFICATIONHEADER1850699915">
            <a:extLst>
              <a:ext uri="{FF2B5EF4-FFF2-40B4-BE49-F238E27FC236}">
                <a16:creationId xmlns:a16="http://schemas.microsoft.com/office/drawing/2014/main" id="{04151DE0-D601-8C65-400F-2722CD521A8C}"/>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 name="Google Shape;403;p14"/>
          <p:cNvSpPr txBox="1"/>
          <p:nvPr/>
        </p:nvSpPr>
        <p:spPr>
          <a:xfrm>
            <a:off x="261048" y="676914"/>
            <a:ext cx="2538105" cy="635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defRPr sz="2100">
                <a:solidFill>
                  <a:srgbClr val="003868"/>
                </a:solidFill>
                <a:latin typeface="Montserrat Bold"/>
                <a:ea typeface="Montserrat Bold"/>
                <a:cs typeface="Montserrat Bold"/>
                <a:sym typeface="Montserrat Bold"/>
              </a:defRPr>
            </a:pPr>
            <a:r>
              <a:t>Meet </a:t>
            </a:r>
          </a:p>
          <a:p>
            <a:pPr>
              <a:defRPr sz="2100">
                <a:solidFill>
                  <a:srgbClr val="003868"/>
                </a:solidFill>
                <a:latin typeface="Montserrat Bold"/>
                <a:ea typeface="Montserrat Bold"/>
                <a:cs typeface="Montserrat Bold"/>
                <a:sym typeface="Montserrat Bold"/>
              </a:defRPr>
            </a:pPr>
            <a:r>
              <a:t>Our Leaders</a:t>
            </a:r>
          </a:p>
        </p:txBody>
      </p:sp>
      <p:pic>
        <p:nvPicPr>
          <p:cNvPr id="532" name="Google Shape;404;p14" descr="Google Shape;404;p14"/>
          <p:cNvPicPr>
            <a:picLocks noChangeAspect="1"/>
          </p:cNvPicPr>
          <p:nvPr/>
        </p:nvPicPr>
        <p:blipFill>
          <a:blip r:embed="rId2"/>
          <a:stretch>
            <a:fillRect/>
          </a:stretch>
        </p:blipFill>
        <p:spPr>
          <a:xfrm>
            <a:off x="252350" y="146743"/>
            <a:ext cx="998700" cy="364316"/>
          </a:xfrm>
          <a:prstGeom prst="rect">
            <a:avLst/>
          </a:prstGeom>
          <a:ln w="12700">
            <a:miter lim="400000"/>
          </a:ln>
        </p:spPr>
      </p:pic>
      <p:grpSp>
        <p:nvGrpSpPr>
          <p:cNvPr id="536" name="Google Shape;405;p14"/>
          <p:cNvGrpSpPr/>
          <p:nvPr/>
        </p:nvGrpSpPr>
        <p:grpSpPr>
          <a:xfrm>
            <a:off x="252346" y="4832796"/>
            <a:ext cx="8659860" cy="127001"/>
            <a:chOff x="0" y="0"/>
            <a:chExt cx="8659858" cy="127000"/>
          </a:xfrm>
        </p:grpSpPr>
        <p:sp>
          <p:nvSpPr>
            <p:cNvPr id="533" name="Google Shape;406;p14"/>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534" name="Google Shape;407;p14"/>
            <p:cNvSpPr txBox="1"/>
            <p:nvPr/>
          </p:nvSpPr>
          <p:spPr>
            <a:xfrm>
              <a:off x="0" y="0"/>
              <a:ext cx="731105"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Our Leaders</a:t>
              </a:r>
            </a:p>
          </p:txBody>
        </p:sp>
        <p:sp>
          <p:nvSpPr>
            <p:cNvPr id="535" name="Google Shape;408;p14"/>
            <p:cNvSpPr txBox="1"/>
            <p:nvPr/>
          </p:nvSpPr>
          <p:spPr>
            <a:xfrm>
              <a:off x="8408455" y="0"/>
              <a:ext cx="251404"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14</a:t>
              </a:r>
            </a:p>
          </p:txBody>
        </p:sp>
      </p:grpSp>
      <p:sp>
        <p:nvSpPr>
          <p:cNvPr id="3" name="GVCLASSIFICATIONHEADER122372305">
            <a:extLst>
              <a:ext uri="{FF2B5EF4-FFF2-40B4-BE49-F238E27FC236}">
                <a16:creationId xmlns:a16="http://schemas.microsoft.com/office/drawing/2014/main" id="{51EC0B20-5ECD-3647-4A71-48575924726A}"/>
              </a:ext>
            </a:extLst>
          </p:cNvPr>
          <p:cNvSpPr txBox="1"/>
          <p:nvPr/>
        </p:nvSpPr>
        <p:spPr>
          <a:xfrm>
            <a:off x="0" y="6875"/>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pic>
        <p:nvPicPr>
          <p:cNvPr id="6" name="Picture 5">
            <a:extLst>
              <a:ext uri="{FF2B5EF4-FFF2-40B4-BE49-F238E27FC236}">
                <a16:creationId xmlns:a16="http://schemas.microsoft.com/office/drawing/2014/main" id="{390A32F0-88D6-02D0-6903-FFA2DFFBE1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6871" y="1653939"/>
            <a:ext cx="7430257" cy="2482459"/>
          </a:xfrm>
          <a:prstGeom prst="rect">
            <a:avLst/>
          </a:prstGeom>
        </p:spPr>
      </p:pic>
      <p:pic>
        <p:nvPicPr>
          <p:cNvPr id="8" name="Picture 7" descr="A person with a beard wearing a red and white headdress&#10;&#10;AI-generated content may be incorrect.">
            <a:extLst>
              <a:ext uri="{FF2B5EF4-FFF2-40B4-BE49-F238E27FC236}">
                <a16:creationId xmlns:a16="http://schemas.microsoft.com/office/drawing/2014/main" id="{D54F2E2B-E2F1-23EC-A086-E93299314A69}"/>
              </a:ext>
            </a:extLst>
          </p:cNvPr>
          <p:cNvPicPr>
            <a:picLocks noChangeAspect="1"/>
          </p:cNvPicPr>
          <p:nvPr/>
        </p:nvPicPr>
        <p:blipFill>
          <a:blip r:embed="rId4"/>
          <a:stretch>
            <a:fillRect/>
          </a:stretch>
        </p:blipFill>
        <p:spPr>
          <a:xfrm>
            <a:off x="3754691" y="1913578"/>
            <a:ext cx="1710454" cy="1586572"/>
          </a:xfrm>
          <a:prstGeom prst="rect">
            <a:avLst/>
          </a:prstGeom>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 name="Google Shape;421;p15"/>
          <p:cNvSpPr/>
          <p:nvPr/>
        </p:nvSpPr>
        <p:spPr>
          <a:xfrm>
            <a:off x="2077242" y="1442741"/>
            <a:ext cx="1514900" cy="1579420"/>
          </a:xfrm>
          <a:prstGeom prst="roundRect">
            <a:avLst>
              <a:gd name="adj" fmla="val 7545"/>
            </a:avLst>
          </a:prstGeom>
          <a:solidFill>
            <a:srgbClr val="CFE2F3"/>
          </a:solidFill>
          <a:ln w="12700">
            <a:miter lim="400000"/>
          </a:ln>
          <a:effectLst>
            <a:outerShdw blurRad="177800" dist="152400" dir="2700000" rotWithShape="0">
              <a:srgbClr val="000000">
                <a:alpha val="9019"/>
              </a:srgbClr>
            </a:outerShdw>
          </a:effectLst>
        </p:spPr>
        <p:txBody>
          <a:bodyPr lIns="0" tIns="0" rIns="0" bIns="0" anchor="ctr"/>
          <a:lstStyle/>
          <a:p>
            <a:pPr algn="ctr">
              <a:defRPr>
                <a:solidFill>
                  <a:srgbClr val="FFFFFF"/>
                </a:solidFill>
                <a:latin typeface="Calibri"/>
                <a:ea typeface="Calibri"/>
                <a:cs typeface="Calibri"/>
                <a:sym typeface="Calibri"/>
              </a:defRPr>
            </a:pPr>
            <a:endParaRPr/>
          </a:p>
        </p:txBody>
      </p:sp>
      <p:sp>
        <p:nvSpPr>
          <p:cNvPr id="547" name="Google Shape;422;p15"/>
          <p:cNvSpPr/>
          <p:nvPr/>
        </p:nvSpPr>
        <p:spPr>
          <a:xfrm>
            <a:off x="2188797" y="4261363"/>
            <a:ext cx="1353122" cy="228603"/>
          </a:xfrm>
          <a:prstGeom prst="roundRect">
            <a:avLst>
              <a:gd name="adj" fmla="val 5556"/>
            </a:avLst>
          </a:prstGeom>
          <a:solidFill>
            <a:srgbClr val="CFE2F3"/>
          </a:solidFill>
          <a:ln w="12700">
            <a:miter lim="400000"/>
          </a:ln>
          <a:effectLst>
            <a:outerShdw blurRad="177800" dist="152400" dir="2700000" rotWithShape="0">
              <a:srgbClr val="000000">
                <a:alpha val="9019"/>
              </a:srgbClr>
            </a:outerShdw>
          </a:effectLst>
        </p:spPr>
        <p:txBody>
          <a:bodyPr lIns="0" tIns="0" rIns="0" bIns="0" anchor="ctr"/>
          <a:lstStyle/>
          <a:p>
            <a:pPr algn="ctr">
              <a:defRPr>
                <a:solidFill>
                  <a:srgbClr val="FFFFFF"/>
                </a:solidFill>
                <a:latin typeface="Calibri"/>
                <a:ea typeface="Calibri"/>
                <a:cs typeface="Calibri"/>
                <a:sym typeface="Calibri"/>
              </a:defRPr>
            </a:pPr>
            <a:endParaRPr/>
          </a:p>
        </p:txBody>
      </p:sp>
      <p:sp>
        <p:nvSpPr>
          <p:cNvPr id="548" name="Google Shape;423;p15"/>
          <p:cNvSpPr/>
          <p:nvPr/>
        </p:nvSpPr>
        <p:spPr>
          <a:xfrm>
            <a:off x="3814550" y="1442741"/>
            <a:ext cx="1514902" cy="1579420"/>
          </a:xfrm>
          <a:prstGeom prst="roundRect">
            <a:avLst>
              <a:gd name="adj" fmla="val 7545"/>
            </a:avLst>
          </a:prstGeom>
          <a:solidFill>
            <a:srgbClr val="CFE2F3"/>
          </a:solidFill>
          <a:ln w="12700">
            <a:miter lim="400000"/>
          </a:ln>
          <a:effectLst>
            <a:outerShdw blurRad="177800" dist="152400" dir="2700000" rotWithShape="0">
              <a:srgbClr val="000000">
                <a:alpha val="9019"/>
              </a:srgbClr>
            </a:outerShdw>
          </a:effectLst>
        </p:spPr>
        <p:txBody>
          <a:bodyPr lIns="0" tIns="0" rIns="0" bIns="0" anchor="ctr"/>
          <a:lstStyle/>
          <a:p>
            <a:pPr algn="ctr">
              <a:defRPr>
                <a:solidFill>
                  <a:srgbClr val="FFFFFF"/>
                </a:solidFill>
                <a:latin typeface="Calibri"/>
                <a:ea typeface="Calibri"/>
                <a:cs typeface="Calibri"/>
                <a:sym typeface="Calibri"/>
              </a:defRPr>
            </a:pPr>
            <a:endParaRPr/>
          </a:p>
        </p:txBody>
      </p:sp>
      <p:sp>
        <p:nvSpPr>
          <p:cNvPr id="549" name="Google Shape;424;p15"/>
          <p:cNvSpPr/>
          <p:nvPr/>
        </p:nvSpPr>
        <p:spPr>
          <a:xfrm>
            <a:off x="3926108" y="4261363"/>
            <a:ext cx="1353119" cy="228603"/>
          </a:xfrm>
          <a:prstGeom prst="roundRect">
            <a:avLst>
              <a:gd name="adj" fmla="val 5556"/>
            </a:avLst>
          </a:prstGeom>
          <a:solidFill>
            <a:srgbClr val="CFE2F3"/>
          </a:solidFill>
          <a:ln w="12700">
            <a:miter lim="400000"/>
          </a:ln>
          <a:effectLst>
            <a:outerShdw blurRad="177800" dist="152400" dir="2700000" rotWithShape="0">
              <a:srgbClr val="000000">
                <a:alpha val="9019"/>
              </a:srgbClr>
            </a:outerShdw>
          </a:effectLst>
        </p:spPr>
        <p:txBody>
          <a:bodyPr lIns="0" tIns="0" rIns="0" bIns="0" anchor="ctr"/>
          <a:lstStyle/>
          <a:p>
            <a:pPr algn="ctr">
              <a:defRPr>
                <a:solidFill>
                  <a:srgbClr val="FFFFFF"/>
                </a:solidFill>
                <a:latin typeface="Calibri"/>
                <a:ea typeface="Calibri"/>
                <a:cs typeface="Calibri"/>
                <a:sym typeface="Calibri"/>
              </a:defRPr>
            </a:pPr>
            <a:endParaRPr/>
          </a:p>
        </p:txBody>
      </p:sp>
      <p:sp>
        <p:nvSpPr>
          <p:cNvPr id="550" name="Google Shape;425;p15"/>
          <p:cNvSpPr/>
          <p:nvPr/>
        </p:nvSpPr>
        <p:spPr>
          <a:xfrm>
            <a:off x="5448038" y="1442741"/>
            <a:ext cx="1514900" cy="1579420"/>
          </a:xfrm>
          <a:prstGeom prst="roundRect">
            <a:avLst>
              <a:gd name="adj" fmla="val 7545"/>
            </a:avLst>
          </a:prstGeom>
          <a:solidFill>
            <a:srgbClr val="CFE2F3"/>
          </a:solidFill>
          <a:ln w="12700">
            <a:miter lim="400000"/>
          </a:ln>
          <a:effectLst>
            <a:outerShdw blurRad="177800" dist="152400" dir="2700000" rotWithShape="0">
              <a:srgbClr val="000000">
                <a:alpha val="9019"/>
              </a:srgbClr>
            </a:outerShdw>
          </a:effectLst>
        </p:spPr>
        <p:txBody>
          <a:bodyPr lIns="0" tIns="0" rIns="0" bIns="0" anchor="ctr"/>
          <a:lstStyle/>
          <a:p>
            <a:pPr algn="ctr">
              <a:defRPr>
                <a:solidFill>
                  <a:srgbClr val="FFFFFF"/>
                </a:solidFill>
                <a:latin typeface="Calibri"/>
                <a:ea typeface="Calibri"/>
                <a:cs typeface="Calibri"/>
                <a:sym typeface="Calibri"/>
              </a:defRPr>
            </a:pPr>
            <a:endParaRPr/>
          </a:p>
        </p:txBody>
      </p:sp>
      <p:sp>
        <p:nvSpPr>
          <p:cNvPr id="551" name="Google Shape;426;p15"/>
          <p:cNvSpPr/>
          <p:nvPr/>
        </p:nvSpPr>
        <p:spPr>
          <a:xfrm>
            <a:off x="5559595" y="4261363"/>
            <a:ext cx="1353120" cy="228603"/>
          </a:xfrm>
          <a:prstGeom prst="roundRect">
            <a:avLst>
              <a:gd name="adj" fmla="val 5556"/>
            </a:avLst>
          </a:prstGeom>
          <a:solidFill>
            <a:srgbClr val="CFE2F3"/>
          </a:solidFill>
          <a:ln w="12700">
            <a:miter lim="400000"/>
          </a:ln>
          <a:effectLst>
            <a:outerShdw blurRad="177800" dist="152400" dir="2700000" rotWithShape="0">
              <a:srgbClr val="000000">
                <a:alpha val="9019"/>
              </a:srgbClr>
            </a:outerShdw>
          </a:effectLst>
        </p:spPr>
        <p:txBody>
          <a:bodyPr lIns="0" tIns="0" rIns="0" bIns="0" anchor="ctr"/>
          <a:lstStyle/>
          <a:p>
            <a:pPr algn="ctr">
              <a:defRPr>
                <a:solidFill>
                  <a:srgbClr val="FFFFFF"/>
                </a:solidFill>
                <a:latin typeface="Calibri"/>
                <a:ea typeface="Calibri"/>
                <a:cs typeface="Calibri"/>
                <a:sym typeface="Calibri"/>
              </a:defRPr>
            </a:pPr>
            <a:endParaRPr/>
          </a:p>
        </p:txBody>
      </p:sp>
      <p:sp>
        <p:nvSpPr>
          <p:cNvPr id="552" name="Google Shape;427;p15"/>
          <p:cNvSpPr/>
          <p:nvPr/>
        </p:nvSpPr>
        <p:spPr>
          <a:xfrm>
            <a:off x="7349421" y="1442741"/>
            <a:ext cx="1514902" cy="1579420"/>
          </a:xfrm>
          <a:prstGeom prst="roundRect">
            <a:avLst>
              <a:gd name="adj" fmla="val 7545"/>
            </a:avLst>
          </a:prstGeom>
          <a:solidFill>
            <a:srgbClr val="CFE2F3"/>
          </a:solidFill>
          <a:ln w="12700">
            <a:miter lim="400000"/>
          </a:ln>
          <a:effectLst>
            <a:outerShdw blurRad="177800" dist="152400" dir="2700000" rotWithShape="0">
              <a:srgbClr val="000000">
                <a:alpha val="9019"/>
              </a:srgbClr>
            </a:outerShdw>
          </a:effectLst>
        </p:spPr>
        <p:txBody>
          <a:bodyPr lIns="0" tIns="0" rIns="0" bIns="0" anchor="ctr"/>
          <a:lstStyle/>
          <a:p>
            <a:pPr algn="ctr">
              <a:defRPr>
                <a:solidFill>
                  <a:srgbClr val="FFFFFF"/>
                </a:solidFill>
                <a:latin typeface="Calibri"/>
                <a:ea typeface="Calibri"/>
                <a:cs typeface="Calibri"/>
                <a:sym typeface="Calibri"/>
              </a:defRPr>
            </a:pPr>
            <a:endParaRPr/>
          </a:p>
        </p:txBody>
      </p:sp>
      <p:sp>
        <p:nvSpPr>
          <p:cNvPr id="553" name="Google Shape;428;p15"/>
          <p:cNvSpPr/>
          <p:nvPr/>
        </p:nvSpPr>
        <p:spPr>
          <a:xfrm>
            <a:off x="7460977" y="4261363"/>
            <a:ext cx="1353121" cy="228603"/>
          </a:xfrm>
          <a:prstGeom prst="roundRect">
            <a:avLst>
              <a:gd name="adj" fmla="val 5556"/>
            </a:avLst>
          </a:prstGeom>
          <a:solidFill>
            <a:srgbClr val="CFE2F3"/>
          </a:solidFill>
          <a:ln w="12700">
            <a:miter lim="400000"/>
          </a:ln>
          <a:effectLst>
            <a:outerShdw blurRad="177800" dist="152400" dir="2700000" rotWithShape="0">
              <a:srgbClr val="000000">
                <a:alpha val="9019"/>
              </a:srgbClr>
            </a:outerShdw>
          </a:effectLst>
        </p:spPr>
        <p:txBody>
          <a:bodyPr lIns="0" tIns="0" rIns="0" bIns="0" anchor="ctr"/>
          <a:lstStyle/>
          <a:p>
            <a:pPr algn="ctr">
              <a:defRPr>
                <a:solidFill>
                  <a:srgbClr val="FFFFFF"/>
                </a:solidFill>
                <a:latin typeface="Calibri"/>
                <a:ea typeface="Calibri"/>
                <a:cs typeface="Calibri"/>
                <a:sym typeface="Calibri"/>
              </a:defRPr>
            </a:pPr>
            <a:endParaRPr/>
          </a:p>
        </p:txBody>
      </p:sp>
      <p:sp>
        <p:nvSpPr>
          <p:cNvPr id="554" name="Google Shape;429;p15"/>
          <p:cNvSpPr/>
          <p:nvPr/>
        </p:nvSpPr>
        <p:spPr>
          <a:xfrm>
            <a:off x="257656" y="1442741"/>
            <a:ext cx="1514902" cy="1579420"/>
          </a:xfrm>
          <a:prstGeom prst="roundRect">
            <a:avLst>
              <a:gd name="adj" fmla="val 7545"/>
            </a:avLst>
          </a:prstGeom>
          <a:solidFill>
            <a:srgbClr val="CFE2F3"/>
          </a:solidFill>
          <a:ln w="12700">
            <a:miter lim="400000"/>
          </a:ln>
          <a:effectLst>
            <a:outerShdw blurRad="177800" dist="152400" dir="2700000" rotWithShape="0">
              <a:srgbClr val="000000">
                <a:alpha val="9019"/>
              </a:srgbClr>
            </a:outerShdw>
          </a:effectLst>
        </p:spPr>
        <p:txBody>
          <a:bodyPr lIns="0" tIns="0" rIns="0" bIns="0" anchor="ctr"/>
          <a:lstStyle/>
          <a:p>
            <a:pPr algn="ctr">
              <a:defRPr>
                <a:solidFill>
                  <a:srgbClr val="FFFFFF"/>
                </a:solidFill>
                <a:latin typeface="Calibri"/>
                <a:ea typeface="Calibri"/>
                <a:cs typeface="Calibri"/>
                <a:sym typeface="Calibri"/>
              </a:defRPr>
            </a:pPr>
            <a:endParaRPr/>
          </a:p>
        </p:txBody>
      </p:sp>
      <p:sp>
        <p:nvSpPr>
          <p:cNvPr id="555" name="Google Shape;430;p15"/>
          <p:cNvSpPr/>
          <p:nvPr/>
        </p:nvSpPr>
        <p:spPr>
          <a:xfrm>
            <a:off x="369215" y="4261363"/>
            <a:ext cx="1353119" cy="228603"/>
          </a:xfrm>
          <a:prstGeom prst="roundRect">
            <a:avLst>
              <a:gd name="adj" fmla="val 5556"/>
            </a:avLst>
          </a:prstGeom>
          <a:solidFill>
            <a:srgbClr val="CFE2F3"/>
          </a:solidFill>
          <a:ln w="12700">
            <a:miter lim="400000"/>
          </a:ln>
          <a:effectLst>
            <a:outerShdw blurRad="177800" dist="152400" dir="2700000" rotWithShape="0">
              <a:srgbClr val="000000">
                <a:alpha val="9019"/>
              </a:srgbClr>
            </a:outerShdw>
          </a:effectLst>
        </p:spPr>
        <p:txBody>
          <a:bodyPr lIns="0" tIns="0" rIns="0" bIns="0" anchor="ctr"/>
          <a:lstStyle/>
          <a:p>
            <a:pPr algn="ctr">
              <a:defRPr>
                <a:solidFill>
                  <a:srgbClr val="FFFFFF"/>
                </a:solidFill>
                <a:latin typeface="Calibri"/>
                <a:ea typeface="Calibri"/>
                <a:cs typeface="Calibri"/>
                <a:sym typeface="Calibri"/>
              </a:defRPr>
            </a:pPr>
            <a:endParaRPr/>
          </a:p>
        </p:txBody>
      </p:sp>
      <p:sp>
        <p:nvSpPr>
          <p:cNvPr id="556" name="Google Shape;431;p15"/>
          <p:cNvSpPr txBox="1"/>
          <p:nvPr/>
        </p:nvSpPr>
        <p:spPr>
          <a:xfrm>
            <a:off x="261048" y="676914"/>
            <a:ext cx="3747631" cy="317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100">
                <a:solidFill>
                  <a:srgbClr val="003868"/>
                </a:solidFill>
                <a:latin typeface="Montserrat Bold"/>
                <a:ea typeface="Montserrat Bold"/>
                <a:cs typeface="Montserrat Bold"/>
                <a:sym typeface="Montserrat Bold"/>
              </a:defRPr>
            </a:lvl1pPr>
          </a:lstStyle>
          <a:p>
            <a:r>
              <a:t>OUR BRANCHES</a:t>
            </a:r>
          </a:p>
        </p:txBody>
      </p:sp>
      <p:pic>
        <p:nvPicPr>
          <p:cNvPr id="557" name="Google Shape;432;p15" descr="Google Shape;432;p15"/>
          <p:cNvPicPr>
            <a:picLocks noChangeAspect="1"/>
          </p:cNvPicPr>
          <p:nvPr/>
        </p:nvPicPr>
        <p:blipFill>
          <a:blip r:embed="rId3"/>
          <a:stretch>
            <a:fillRect/>
          </a:stretch>
        </p:blipFill>
        <p:spPr>
          <a:xfrm>
            <a:off x="252350" y="146743"/>
            <a:ext cx="998700" cy="364316"/>
          </a:xfrm>
          <a:prstGeom prst="rect">
            <a:avLst/>
          </a:prstGeom>
          <a:ln w="12700">
            <a:miter lim="400000"/>
          </a:ln>
        </p:spPr>
      </p:pic>
      <p:grpSp>
        <p:nvGrpSpPr>
          <p:cNvPr id="561" name="Google Shape;433;p15"/>
          <p:cNvGrpSpPr/>
          <p:nvPr/>
        </p:nvGrpSpPr>
        <p:grpSpPr>
          <a:xfrm>
            <a:off x="252346" y="4832796"/>
            <a:ext cx="8659860" cy="127001"/>
            <a:chOff x="0" y="0"/>
            <a:chExt cx="8659858" cy="127000"/>
          </a:xfrm>
        </p:grpSpPr>
        <p:sp>
          <p:nvSpPr>
            <p:cNvPr id="558" name="Google Shape;434;p15"/>
            <p:cNvSpPr/>
            <p:nvPr/>
          </p:nvSpPr>
          <p:spPr>
            <a:xfrm>
              <a:off x="713726" y="54650"/>
              <a:ext cx="7712108"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559" name="Google Shape;435;p15"/>
            <p:cNvSpPr txBox="1"/>
            <p:nvPr/>
          </p:nvSpPr>
          <p:spPr>
            <a:xfrm>
              <a:off x="0" y="0"/>
              <a:ext cx="731105"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OUR BRANCHES</a:t>
              </a:r>
            </a:p>
          </p:txBody>
        </p:sp>
        <p:sp>
          <p:nvSpPr>
            <p:cNvPr id="560" name="Google Shape;436;p15"/>
            <p:cNvSpPr txBox="1"/>
            <p:nvPr/>
          </p:nvSpPr>
          <p:spPr>
            <a:xfrm>
              <a:off x="8408455" y="0"/>
              <a:ext cx="251404"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15</a:t>
              </a:r>
            </a:p>
          </p:txBody>
        </p:sp>
      </p:grpSp>
      <p:pic>
        <p:nvPicPr>
          <p:cNvPr id="562" name="Google Shape;437;p15" descr="Google Shape;437;p15"/>
          <p:cNvPicPr>
            <a:picLocks noChangeAspect="1"/>
          </p:cNvPicPr>
          <p:nvPr/>
        </p:nvPicPr>
        <p:blipFill>
          <a:blip r:embed="rId4"/>
          <a:stretch>
            <a:fillRect/>
          </a:stretch>
        </p:blipFill>
        <p:spPr>
          <a:xfrm>
            <a:off x="324115" y="1524242"/>
            <a:ext cx="1381984" cy="1416421"/>
          </a:xfrm>
          <a:prstGeom prst="rect">
            <a:avLst/>
          </a:prstGeom>
          <a:ln w="12700">
            <a:miter lim="400000"/>
          </a:ln>
        </p:spPr>
      </p:pic>
      <p:pic>
        <p:nvPicPr>
          <p:cNvPr id="563" name="Google Shape;438;p15" descr="Google Shape;438;p15"/>
          <p:cNvPicPr>
            <a:picLocks noChangeAspect="1"/>
          </p:cNvPicPr>
          <p:nvPr/>
        </p:nvPicPr>
        <p:blipFill>
          <a:blip r:embed="rId5"/>
          <a:srcRect l="5731" t="4070" r="5732" b="4070"/>
          <a:stretch>
            <a:fillRect/>
          </a:stretch>
        </p:blipFill>
        <p:spPr>
          <a:xfrm>
            <a:off x="2124044" y="1529916"/>
            <a:ext cx="1421296" cy="1405069"/>
          </a:xfrm>
          <a:prstGeom prst="rect">
            <a:avLst/>
          </a:prstGeom>
          <a:ln w="12700">
            <a:miter lim="400000"/>
          </a:ln>
        </p:spPr>
      </p:pic>
      <p:pic>
        <p:nvPicPr>
          <p:cNvPr id="564" name="Google Shape;439;p15" descr="Google Shape;439;p15"/>
          <p:cNvPicPr>
            <a:picLocks noChangeAspect="1"/>
          </p:cNvPicPr>
          <p:nvPr/>
        </p:nvPicPr>
        <p:blipFill>
          <a:blip r:embed="rId6"/>
          <a:stretch>
            <a:fillRect/>
          </a:stretch>
        </p:blipFill>
        <p:spPr>
          <a:xfrm>
            <a:off x="3872417" y="1583245"/>
            <a:ext cx="1399169" cy="1303158"/>
          </a:xfrm>
          <a:prstGeom prst="rect">
            <a:avLst/>
          </a:prstGeom>
          <a:ln w="12700">
            <a:miter lim="400000"/>
          </a:ln>
        </p:spPr>
      </p:pic>
      <p:pic>
        <p:nvPicPr>
          <p:cNvPr id="565" name="Google Shape;440;p15" descr="Google Shape;440;p15"/>
          <p:cNvPicPr>
            <a:picLocks noChangeAspect="1"/>
          </p:cNvPicPr>
          <p:nvPr/>
        </p:nvPicPr>
        <p:blipFill>
          <a:blip r:embed="rId7"/>
          <a:stretch>
            <a:fillRect/>
          </a:stretch>
        </p:blipFill>
        <p:spPr>
          <a:xfrm>
            <a:off x="7415879" y="1613239"/>
            <a:ext cx="1381984" cy="1238426"/>
          </a:xfrm>
          <a:prstGeom prst="rect">
            <a:avLst/>
          </a:prstGeom>
          <a:ln w="12700">
            <a:miter lim="400000"/>
          </a:ln>
        </p:spPr>
      </p:pic>
      <p:pic>
        <p:nvPicPr>
          <p:cNvPr id="566" name="Google Shape;441;p15" descr="Google Shape;441;p15"/>
          <p:cNvPicPr>
            <a:picLocks noChangeAspect="1"/>
          </p:cNvPicPr>
          <p:nvPr/>
        </p:nvPicPr>
        <p:blipFill>
          <a:blip r:embed="rId8"/>
          <a:stretch>
            <a:fillRect/>
          </a:stretch>
        </p:blipFill>
        <p:spPr>
          <a:xfrm>
            <a:off x="5514497" y="1542697"/>
            <a:ext cx="1381984" cy="1379509"/>
          </a:xfrm>
          <a:prstGeom prst="rect">
            <a:avLst/>
          </a:prstGeom>
          <a:ln w="12700">
            <a:miter lim="400000"/>
          </a:ln>
        </p:spPr>
      </p:pic>
      <p:sp>
        <p:nvSpPr>
          <p:cNvPr id="567" name="Google Shape;442;p15"/>
          <p:cNvSpPr txBox="1"/>
          <p:nvPr/>
        </p:nvSpPr>
        <p:spPr>
          <a:xfrm>
            <a:off x="306600" y="3323753"/>
            <a:ext cx="1417015" cy="11285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lgn="ctr">
              <a:defRPr sz="1000">
                <a:solidFill>
                  <a:srgbClr val="003868"/>
                </a:solidFill>
                <a:latin typeface="Montserrat Bold"/>
                <a:ea typeface="Montserrat Bold"/>
                <a:cs typeface="Montserrat Bold"/>
                <a:sym typeface="Montserrat Bold"/>
              </a:defRPr>
            </a:pPr>
            <a:r>
              <a:rPr b="1" dirty="0"/>
              <a:t>(</a:t>
            </a:r>
            <a:r>
              <a:rPr lang="en-US" b="1" dirty="0"/>
              <a:t>J1</a:t>
            </a:r>
            <a:r>
              <a:rPr b="1" dirty="0"/>
              <a:t>)</a:t>
            </a:r>
            <a:r>
              <a:rPr dirty="0"/>
              <a:t> </a:t>
            </a:r>
          </a:p>
          <a:p>
            <a:pPr algn="ctr">
              <a:spcBef>
                <a:spcPts val="100"/>
              </a:spcBef>
            </a:pPr>
            <a:endParaRPr sz="1000" dirty="0">
              <a:solidFill>
                <a:srgbClr val="003868"/>
              </a:solidFill>
              <a:latin typeface="Montserrat Bold"/>
              <a:ea typeface="Montserrat Bold"/>
              <a:cs typeface="Montserrat Bold"/>
              <a:sym typeface="Montserrat Bold"/>
            </a:endParaRPr>
          </a:p>
          <a:p>
            <a:pPr algn="ctr">
              <a:spcBef>
                <a:spcPts val="100"/>
              </a:spcBef>
              <a:defRPr sz="1000">
                <a:solidFill>
                  <a:srgbClr val="003868"/>
                </a:solidFill>
                <a:latin typeface="Montserrat Medium"/>
                <a:ea typeface="Montserrat Medium"/>
                <a:cs typeface="Montserrat Medium"/>
                <a:sym typeface="Montserrat Medium"/>
              </a:defRPr>
            </a:pPr>
            <a:r>
              <a:rPr dirty="0"/>
              <a:t>Our first full- service  outpatient clinic in  North Jeddah</a:t>
            </a:r>
          </a:p>
          <a:p>
            <a:pPr algn="ctr">
              <a:spcBef>
                <a:spcPts val="100"/>
              </a:spcBef>
            </a:pPr>
            <a:endParaRPr sz="1000" dirty="0">
              <a:solidFill>
                <a:srgbClr val="003868"/>
              </a:solidFill>
              <a:latin typeface="Montserrat Medium"/>
              <a:ea typeface="Montserrat Medium"/>
              <a:cs typeface="Montserrat Medium"/>
              <a:sym typeface="Montserrat Medium"/>
            </a:endParaRPr>
          </a:p>
          <a:p>
            <a:pPr algn="ctr">
              <a:spcBef>
                <a:spcPts val="100"/>
              </a:spcBef>
              <a:defRPr sz="1000">
                <a:solidFill>
                  <a:srgbClr val="003868"/>
                </a:solidFill>
                <a:latin typeface="Montserrat Bold"/>
                <a:ea typeface="Montserrat Bold"/>
                <a:cs typeface="Montserrat Bold"/>
                <a:sym typeface="Montserrat Bold"/>
              </a:defRPr>
            </a:pPr>
            <a:r>
              <a:rPr dirty="0"/>
              <a:t>  Opened 2017</a:t>
            </a:r>
          </a:p>
        </p:txBody>
      </p:sp>
      <p:sp>
        <p:nvSpPr>
          <p:cNvPr id="568" name="Google Shape;443;p15"/>
          <p:cNvSpPr txBox="1"/>
          <p:nvPr/>
        </p:nvSpPr>
        <p:spPr>
          <a:xfrm>
            <a:off x="2110365" y="3316158"/>
            <a:ext cx="1454054" cy="11285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lgn="ctr">
              <a:defRPr sz="1000">
                <a:solidFill>
                  <a:srgbClr val="003868"/>
                </a:solidFill>
                <a:latin typeface="Montserrat Bold"/>
                <a:ea typeface="Montserrat Bold"/>
                <a:cs typeface="Montserrat Bold"/>
                <a:sym typeface="Montserrat Bold"/>
              </a:defRPr>
            </a:pPr>
            <a:r>
              <a:rPr b="1" dirty="0"/>
              <a:t>(</a:t>
            </a:r>
            <a:r>
              <a:rPr lang="en-US" b="1" dirty="0"/>
              <a:t>J2</a:t>
            </a:r>
            <a:r>
              <a:rPr b="1" dirty="0"/>
              <a:t>)</a:t>
            </a:r>
          </a:p>
          <a:p>
            <a:pPr algn="ctr">
              <a:spcBef>
                <a:spcPts val="100"/>
              </a:spcBef>
              <a:defRPr sz="1000">
                <a:solidFill>
                  <a:srgbClr val="003868"/>
                </a:solidFill>
                <a:latin typeface="Montserrat Medium"/>
                <a:ea typeface="Montserrat Medium"/>
                <a:cs typeface="Montserrat Medium"/>
                <a:sym typeface="Montserrat Medium"/>
              </a:defRPr>
            </a:pPr>
            <a:endParaRPr lang="en-GB" dirty="0"/>
          </a:p>
          <a:p>
            <a:pPr algn="ctr">
              <a:spcBef>
                <a:spcPts val="100"/>
              </a:spcBef>
              <a:defRPr sz="1000">
                <a:solidFill>
                  <a:srgbClr val="003868"/>
                </a:solidFill>
                <a:latin typeface="Montserrat Medium"/>
                <a:ea typeface="Montserrat Medium"/>
                <a:cs typeface="Montserrat Medium"/>
                <a:sym typeface="Montserrat Medium"/>
              </a:defRPr>
            </a:pPr>
            <a:r>
              <a:rPr dirty="0"/>
              <a:t>Our second full-  service outpatient  clinic in East Jeddah </a:t>
            </a:r>
          </a:p>
          <a:p>
            <a:pPr algn="ctr">
              <a:spcBef>
                <a:spcPts val="100"/>
              </a:spcBef>
            </a:pPr>
            <a:endParaRPr sz="1000" dirty="0">
              <a:solidFill>
                <a:srgbClr val="003868"/>
              </a:solidFill>
              <a:latin typeface="Montserrat Medium"/>
              <a:ea typeface="Montserrat Medium"/>
              <a:cs typeface="Montserrat Medium"/>
              <a:sym typeface="Montserrat Medium"/>
            </a:endParaRPr>
          </a:p>
          <a:p>
            <a:pPr algn="ctr">
              <a:spcBef>
                <a:spcPts val="100"/>
              </a:spcBef>
              <a:defRPr sz="1000">
                <a:solidFill>
                  <a:srgbClr val="003868"/>
                </a:solidFill>
                <a:latin typeface="Montserrat Bold"/>
                <a:ea typeface="Montserrat Bold"/>
                <a:cs typeface="Montserrat Bold"/>
                <a:sym typeface="Montserrat Bold"/>
              </a:defRPr>
            </a:pPr>
            <a:r>
              <a:rPr dirty="0"/>
              <a:t> Opened 2021</a:t>
            </a:r>
          </a:p>
        </p:txBody>
      </p:sp>
      <p:sp>
        <p:nvSpPr>
          <p:cNvPr id="569" name="Google Shape;444;p15"/>
          <p:cNvSpPr txBox="1"/>
          <p:nvPr/>
        </p:nvSpPr>
        <p:spPr>
          <a:xfrm>
            <a:off x="3720913" y="3285529"/>
            <a:ext cx="1726604" cy="11541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lgn="ctr">
              <a:defRPr sz="1000">
                <a:solidFill>
                  <a:srgbClr val="003868"/>
                </a:solidFill>
                <a:latin typeface="Montserrat Bold"/>
                <a:ea typeface="Montserrat Bold"/>
                <a:cs typeface="Montserrat Bold"/>
                <a:sym typeface="Montserrat Bold"/>
              </a:defRPr>
            </a:pPr>
            <a:r>
              <a:rPr b="1" dirty="0"/>
              <a:t>(</a:t>
            </a:r>
            <a:r>
              <a:rPr lang="en-US" b="1" dirty="0"/>
              <a:t>D1</a:t>
            </a:r>
            <a:r>
              <a:rPr b="1" dirty="0"/>
              <a:t>)</a:t>
            </a:r>
            <a:endParaRPr lang="en-GB" b="1" dirty="0"/>
          </a:p>
          <a:p>
            <a:pPr algn="ctr">
              <a:spcBef>
                <a:spcPts val="100"/>
              </a:spcBef>
              <a:defRPr sz="1000">
                <a:solidFill>
                  <a:srgbClr val="003868"/>
                </a:solidFill>
                <a:latin typeface="Montserrat Medium"/>
                <a:ea typeface="Montserrat Medium"/>
                <a:cs typeface="Montserrat Medium"/>
                <a:sym typeface="Montserrat Medium"/>
              </a:defRPr>
            </a:pPr>
            <a:endParaRPr lang="en-GB" dirty="0"/>
          </a:p>
          <a:p>
            <a:pPr algn="ctr">
              <a:spcBef>
                <a:spcPts val="100"/>
              </a:spcBef>
              <a:defRPr sz="1000">
                <a:solidFill>
                  <a:srgbClr val="003868"/>
                </a:solidFill>
                <a:latin typeface="Montserrat Medium"/>
                <a:ea typeface="Montserrat Medium"/>
                <a:cs typeface="Montserrat Medium"/>
                <a:sym typeface="Montserrat Medium"/>
              </a:defRPr>
            </a:pPr>
            <a:r>
              <a:rPr dirty="0"/>
              <a:t>Our Dental Centre in  Jeddah</a:t>
            </a:r>
          </a:p>
          <a:p>
            <a:pPr algn="ctr">
              <a:spcBef>
                <a:spcPts val="100"/>
              </a:spcBef>
            </a:pPr>
            <a:endParaRPr sz="1000" dirty="0">
              <a:solidFill>
                <a:srgbClr val="003868"/>
              </a:solidFill>
              <a:latin typeface="Montserrat Medium"/>
              <a:ea typeface="Montserrat Medium"/>
              <a:cs typeface="Montserrat Medium"/>
              <a:sym typeface="Montserrat Medium"/>
            </a:endParaRPr>
          </a:p>
          <a:p>
            <a:pPr algn="ctr">
              <a:spcBef>
                <a:spcPts val="100"/>
              </a:spcBef>
            </a:pPr>
            <a:endParaRPr lang="en-GB" sz="1000" dirty="0">
              <a:solidFill>
                <a:srgbClr val="003868"/>
              </a:solidFill>
              <a:latin typeface="Montserrat Medium"/>
              <a:ea typeface="Montserrat Medium"/>
              <a:cs typeface="Montserrat Medium"/>
              <a:sym typeface="Montserrat Medium"/>
            </a:endParaRPr>
          </a:p>
          <a:p>
            <a:pPr algn="ctr">
              <a:spcBef>
                <a:spcPts val="100"/>
              </a:spcBef>
              <a:defRPr sz="1000">
                <a:solidFill>
                  <a:srgbClr val="003868"/>
                </a:solidFill>
                <a:latin typeface="Montserrat Bold"/>
                <a:ea typeface="Montserrat Bold"/>
                <a:cs typeface="Montserrat Bold"/>
                <a:sym typeface="Montserrat Bold"/>
              </a:defRPr>
            </a:pPr>
            <a:r>
              <a:rPr dirty="0"/>
              <a:t> Opened 2022</a:t>
            </a:r>
          </a:p>
        </p:txBody>
      </p:sp>
      <p:sp>
        <p:nvSpPr>
          <p:cNvPr id="570" name="Google Shape;445;p15"/>
          <p:cNvSpPr txBox="1"/>
          <p:nvPr/>
        </p:nvSpPr>
        <p:spPr>
          <a:xfrm>
            <a:off x="7415879" y="3293843"/>
            <a:ext cx="1416901" cy="11541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lgn="ctr">
              <a:defRPr sz="1000">
                <a:solidFill>
                  <a:srgbClr val="003868"/>
                </a:solidFill>
                <a:latin typeface="Montserrat Bold"/>
                <a:ea typeface="Montserrat Bold"/>
                <a:cs typeface="Montserrat Bold"/>
                <a:sym typeface="Montserrat Bold"/>
              </a:defRPr>
            </a:pPr>
            <a:r>
              <a:rPr b="1" dirty="0"/>
              <a:t>(</a:t>
            </a:r>
            <a:r>
              <a:rPr lang="en-US" b="1" dirty="0"/>
              <a:t>R</a:t>
            </a:r>
            <a:r>
              <a:rPr b="1" dirty="0"/>
              <a:t>1)</a:t>
            </a:r>
          </a:p>
          <a:p>
            <a:pPr algn="ctr">
              <a:spcBef>
                <a:spcPts val="100"/>
              </a:spcBef>
            </a:pPr>
            <a:endParaRPr sz="1000" dirty="0">
              <a:solidFill>
                <a:srgbClr val="003868"/>
              </a:solidFill>
              <a:latin typeface="Montserrat Bold"/>
              <a:ea typeface="Montserrat Bold"/>
              <a:cs typeface="Montserrat Bold"/>
              <a:sym typeface="Montserrat Bold"/>
            </a:endParaRPr>
          </a:p>
          <a:p>
            <a:pPr algn="ctr">
              <a:spcBef>
                <a:spcPts val="100"/>
              </a:spcBef>
              <a:defRPr sz="800">
                <a:solidFill>
                  <a:srgbClr val="003868"/>
                </a:solidFill>
                <a:latin typeface="Montserrat Medium"/>
                <a:ea typeface="Montserrat Medium"/>
                <a:cs typeface="Montserrat Medium"/>
                <a:sym typeface="Montserrat Medium"/>
              </a:defRPr>
            </a:pPr>
            <a:r>
              <a:rPr dirty="0"/>
              <a:t>Our first clinic in  Riyadh.</a:t>
            </a:r>
          </a:p>
          <a:p>
            <a:pPr algn="ctr">
              <a:spcBef>
                <a:spcPts val="100"/>
              </a:spcBef>
              <a:defRPr sz="800">
                <a:solidFill>
                  <a:srgbClr val="003868"/>
                </a:solidFill>
                <a:latin typeface="Montserrat Medium"/>
                <a:ea typeface="Montserrat Medium"/>
                <a:cs typeface="Montserrat Medium"/>
                <a:sym typeface="Montserrat Medium"/>
              </a:defRPr>
            </a:pPr>
            <a:r>
              <a:rPr dirty="0"/>
              <a:t> A flagship in a  prestigious part, to  establish our brand </a:t>
            </a:r>
          </a:p>
          <a:p>
            <a:pPr algn="ctr">
              <a:spcBef>
                <a:spcPts val="100"/>
              </a:spcBef>
            </a:pPr>
            <a:endParaRPr lang="en-GB" sz="800" dirty="0">
              <a:solidFill>
                <a:srgbClr val="003868"/>
              </a:solidFill>
              <a:latin typeface="Montserrat Medium"/>
              <a:ea typeface="Montserrat Medium"/>
              <a:cs typeface="Montserrat Medium"/>
              <a:sym typeface="Montserrat Medium"/>
            </a:endParaRPr>
          </a:p>
          <a:p>
            <a:pPr algn="ctr">
              <a:spcBef>
                <a:spcPts val="100"/>
              </a:spcBef>
              <a:defRPr sz="1000">
                <a:solidFill>
                  <a:srgbClr val="003868"/>
                </a:solidFill>
                <a:latin typeface="Montserrat Bold"/>
                <a:ea typeface="Montserrat Bold"/>
                <a:cs typeface="Montserrat Bold"/>
                <a:sym typeface="Montserrat Bold"/>
              </a:defRPr>
            </a:pPr>
            <a:r>
              <a:rPr dirty="0"/>
              <a:t> Opened 2024</a:t>
            </a:r>
          </a:p>
        </p:txBody>
      </p:sp>
      <p:sp>
        <p:nvSpPr>
          <p:cNvPr id="571" name="Google Shape;446;p15"/>
          <p:cNvSpPr txBox="1"/>
          <p:nvPr/>
        </p:nvSpPr>
        <p:spPr>
          <a:xfrm>
            <a:off x="5604011" y="3291229"/>
            <a:ext cx="1264201" cy="11541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lgn="ctr">
              <a:defRPr sz="1000">
                <a:solidFill>
                  <a:srgbClr val="003868"/>
                </a:solidFill>
                <a:latin typeface="Montserrat Bold"/>
                <a:ea typeface="Montserrat Bold"/>
                <a:cs typeface="Montserrat Bold"/>
                <a:sym typeface="Montserrat Bold"/>
              </a:defRPr>
            </a:pPr>
            <a:r>
              <a:rPr b="1" dirty="0"/>
              <a:t>(PRC)</a:t>
            </a:r>
          </a:p>
          <a:p>
            <a:pPr algn="ctr">
              <a:spcBef>
                <a:spcPts val="100"/>
              </a:spcBef>
            </a:pPr>
            <a:endParaRPr sz="1000" dirty="0">
              <a:solidFill>
                <a:srgbClr val="003868"/>
              </a:solidFill>
              <a:latin typeface="Montserrat Bold"/>
              <a:ea typeface="Montserrat Bold"/>
              <a:cs typeface="Montserrat Bold"/>
              <a:sym typeface="Montserrat Bold"/>
            </a:endParaRPr>
          </a:p>
          <a:p>
            <a:pPr algn="ctr">
              <a:spcBef>
                <a:spcPts val="100"/>
              </a:spcBef>
              <a:defRPr sz="1000">
                <a:solidFill>
                  <a:srgbClr val="003868"/>
                </a:solidFill>
                <a:latin typeface="Montserrat Medium"/>
                <a:ea typeface="Montserrat Medium"/>
                <a:cs typeface="Montserrat Medium"/>
                <a:sym typeface="Montserrat Medium"/>
              </a:defRPr>
            </a:pPr>
            <a:r>
              <a:rPr dirty="0"/>
              <a:t>Our Clinic </a:t>
            </a:r>
          </a:p>
          <a:p>
            <a:pPr algn="ctr">
              <a:spcBef>
                <a:spcPts val="100"/>
              </a:spcBef>
              <a:defRPr sz="1000">
                <a:solidFill>
                  <a:srgbClr val="003868"/>
                </a:solidFill>
                <a:latin typeface="Montserrat Medium"/>
                <a:ea typeface="Montserrat Medium"/>
                <a:cs typeface="Montserrat Medium"/>
                <a:sym typeface="Montserrat Medium"/>
              </a:defRPr>
            </a:pPr>
            <a:r>
              <a:rPr dirty="0"/>
              <a:t>in Petro</a:t>
            </a:r>
            <a:r>
              <a:rPr lang="en-GB" dirty="0"/>
              <a:t>-</a:t>
            </a:r>
            <a:r>
              <a:rPr dirty="0" err="1"/>
              <a:t>Rabigh</a:t>
            </a:r>
            <a:endParaRPr dirty="0"/>
          </a:p>
          <a:p>
            <a:pPr algn="ctr">
              <a:spcBef>
                <a:spcPts val="100"/>
              </a:spcBef>
            </a:pPr>
            <a:endParaRPr sz="1000" dirty="0">
              <a:solidFill>
                <a:srgbClr val="003868"/>
              </a:solidFill>
              <a:latin typeface="Montserrat Medium"/>
              <a:ea typeface="Montserrat Medium"/>
              <a:cs typeface="Montserrat Medium"/>
              <a:sym typeface="Montserrat Medium"/>
            </a:endParaRPr>
          </a:p>
          <a:p>
            <a:pPr algn="ctr">
              <a:spcBef>
                <a:spcPts val="100"/>
              </a:spcBef>
            </a:pPr>
            <a:endParaRPr sz="1000" dirty="0">
              <a:solidFill>
                <a:srgbClr val="003868"/>
              </a:solidFill>
              <a:latin typeface="Montserrat Medium"/>
              <a:ea typeface="Montserrat Medium"/>
              <a:cs typeface="Montserrat Medium"/>
              <a:sym typeface="Montserrat Medium"/>
            </a:endParaRPr>
          </a:p>
          <a:p>
            <a:pPr algn="ctr">
              <a:spcBef>
                <a:spcPts val="100"/>
              </a:spcBef>
              <a:defRPr sz="1000">
                <a:solidFill>
                  <a:srgbClr val="003868"/>
                </a:solidFill>
                <a:latin typeface="Montserrat Bold"/>
                <a:ea typeface="Montserrat Bold"/>
                <a:cs typeface="Montserrat Bold"/>
                <a:sym typeface="Montserrat Bold"/>
              </a:defRPr>
            </a:pPr>
            <a:r>
              <a:rPr dirty="0"/>
              <a:t> Opened 2023</a:t>
            </a:r>
          </a:p>
        </p:txBody>
      </p:sp>
      <p:sp>
        <p:nvSpPr>
          <p:cNvPr id="2" name="GVCLASSIFICATIONHEADER541528342">
            <a:extLst>
              <a:ext uri="{FF2B5EF4-FFF2-40B4-BE49-F238E27FC236}">
                <a16:creationId xmlns:a16="http://schemas.microsoft.com/office/drawing/2014/main" id="{1F7E43A5-853E-15B6-F361-573D525843C5}"/>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endParaRPr kumimoji="0" lang="en-US" sz="1000" b="1" strike="noStrike" cap="none" spc="0" normalizeH="0" baseline="0" dirty="0">
              <a:ln>
                <a:noFill/>
              </a:ln>
              <a:solidFill>
                <a:srgbClr val="00FF00"/>
              </a:solidFill>
              <a:effectLst/>
              <a:uFillTx/>
              <a:latin typeface="Calibri" panose="020F0502020204030204" pitchFamily="34" charset="0"/>
              <a:ea typeface="+mn-ea"/>
              <a:cs typeface="+mn-cs"/>
              <a:sym typeface="Arial"/>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6CE1C-A303-117E-8203-D67ABF583540}"/>
            </a:ext>
          </a:extLst>
        </p:cNvPr>
        <p:cNvGrpSpPr/>
        <p:nvPr/>
      </p:nvGrpSpPr>
      <p:grpSpPr>
        <a:xfrm>
          <a:off x="0" y="0"/>
          <a:ext cx="0" cy="0"/>
          <a:chOff x="0" y="0"/>
          <a:chExt cx="0" cy="0"/>
        </a:xfrm>
      </p:grpSpPr>
      <p:sp>
        <p:nvSpPr>
          <p:cNvPr id="546" name="Google Shape;421;p15">
            <a:extLst>
              <a:ext uri="{FF2B5EF4-FFF2-40B4-BE49-F238E27FC236}">
                <a16:creationId xmlns:a16="http://schemas.microsoft.com/office/drawing/2014/main" id="{4BCF54B3-B059-47C7-47AC-3D910C4AD940}"/>
              </a:ext>
            </a:extLst>
          </p:cNvPr>
          <p:cNvSpPr/>
          <p:nvPr/>
        </p:nvSpPr>
        <p:spPr>
          <a:xfrm>
            <a:off x="2077242" y="1442741"/>
            <a:ext cx="1514900" cy="1579420"/>
          </a:xfrm>
          <a:prstGeom prst="roundRect">
            <a:avLst>
              <a:gd name="adj" fmla="val 7545"/>
            </a:avLst>
          </a:prstGeom>
          <a:solidFill>
            <a:srgbClr val="CFE2F3"/>
          </a:solidFill>
          <a:ln w="12700">
            <a:miter lim="400000"/>
          </a:ln>
          <a:effectLst>
            <a:outerShdw blurRad="177800" dist="152400" dir="2700000" rotWithShape="0">
              <a:srgbClr val="000000">
                <a:alpha val="9019"/>
              </a:srgbClr>
            </a:outerShdw>
          </a:effectLst>
        </p:spPr>
        <p:txBody>
          <a:bodyPr lIns="0" tIns="0" rIns="0" bIns="0" anchor="ctr"/>
          <a:lstStyle/>
          <a:p>
            <a:pPr algn="ctr">
              <a:defRPr>
                <a:solidFill>
                  <a:srgbClr val="FFFFFF"/>
                </a:solidFill>
                <a:latin typeface="Calibri"/>
                <a:ea typeface="Calibri"/>
                <a:cs typeface="Calibri"/>
                <a:sym typeface="Calibri"/>
              </a:defRPr>
            </a:pPr>
            <a:endParaRPr/>
          </a:p>
        </p:txBody>
      </p:sp>
      <p:sp>
        <p:nvSpPr>
          <p:cNvPr id="547" name="Google Shape;422;p15">
            <a:extLst>
              <a:ext uri="{FF2B5EF4-FFF2-40B4-BE49-F238E27FC236}">
                <a16:creationId xmlns:a16="http://schemas.microsoft.com/office/drawing/2014/main" id="{43418E6D-5FC6-44E0-DDD4-960EE97FBC16}"/>
              </a:ext>
            </a:extLst>
          </p:cNvPr>
          <p:cNvSpPr/>
          <p:nvPr/>
        </p:nvSpPr>
        <p:spPr>
          <a:xfrm>
            <a:off x="2188797" y="4261363"/>
            <a:ext cx="1353122" cy="228603"/>
          </a:xfrm>
          <a:prstGeom prst="roundRect">
            <a:avLst>
              <a:gd name="adj" fmla="val 5556"/>
            </a:avLst>
          </a:prstGeom>
          <a:solidFill>
            <a:srgbClr val="CFE2F3"/>
          </a:solidFill>
          <a:ln w="12700">
            <a:miter lim="400000"/>
          </a:ln>
          <a:effectLst>
            <a:outerShdw blurRad="177800" dist="152400" dir="2700000" rotWithShape="0">
              <a:srgbClr val="000000">
                <a:alpha val="9019"/>
              </a:srgbClr>
            </a:outerShdw>
          </a:effectLst>
        </p:spPr>
        <p:txBody>
          <a:bodyPr lIns="0" tIns="0" rIns="0" bIns="0" anchor="ctr"/>
          <a:lstStyle/>
          <a:p>
            <a:pPr algn="ctr">
              <a:defRPr>
                <a:solidFill>
                  <a:srgbClr val="FFFFFF"/>
                </a:solidFill>
                <a:latin typeface="Calibri"/>
                <a:ea typeface="Calibri"/>
                <a:cs typeface="Calibri"/>
                <a:sym typeface="Calibri"/>
              </a:defRPr>
            </a:pPr>
            <a:endParaRPr/>
          </a:p>
        </p:txBody>
      </p:sp>
      <p:sp>
        <p:nvSpPr>
          <p:cNvPr id="550" name="Google Shape;425;p15">
            <a:extLst>
              <a:ext uri="{FF2B5EF4-FFF2-40B4-BE49-F238E27FC236}">
                <a16:creationId xmlns:a16="http://schemas.microsoft.com/office/drawing/2014/main" id="{E915CC35-66C5-B2A7-1C23-9768CE4FF67A}"/>
              </a:ext>
            </a:extLst>
          </p:cNvPr>
          <p:cNvSpPr/>
          <p:nvPr/>
        </p:nvSpPr>
        <p:spPr>
          <a:xfrm>
            <a:off x="5448038" y="1442741"/>
            <a:ext cx="1514900" cy="1579420"/>
          </a:xfrm>
          <a:prstGeom prst="roundRect">
            <a:avLst>
              <a:gd name="adj" fmla="val 7545"/>
            </a:avLst>
          </a:prstGeom>
          <a:solidFill>
            <a:srgbClr val="CFE2F3"/>
          </a:solidFill>
          <a:ln w="12700">
            <a:miter lim="400000"/>
          </a:ln>
          <a:effectLst>
            <a:outerShdw blurRad="177800" dist="152400" dir="2700000" rotWithShape="0">
              <a:srgbClr val="000000">
                <a:alpha val="9019"/>
              </a:srgbClr>
            </a:outerShdw>
          </a:effectLst>
        </p:spPr>
        <p:txBody>
          <a:bodyPr lIns="0" tIns="0" rIns="0" bIns="0" anchor="ctr"/>
          <a:lstStyle/>
          <a:p>
            <a:pPr algn="ctr">
              <a:defRPr>
                <a:solidFill>
                  <a:srgbClr val="FFFFFF"/>
                </a:solidFill>
                <a:latin typeface="Calibri"/>
                <a:ea typeface="Calibri"/>
                <a:cs typeface="Calibri"/>
                <a:sym typeface="Calibri"/>
              </a:defRPr>
            </a:pPr>
            <a:endParaRPr/>
          </a:p>
        </p:txBody>
      </p:sp>
      <p:sp>
        <p:nvSpPr>
          <p:cNvPr id="551" name="Google Shape;426;p15">
            <a:extLst>
              <a:ext uri="{FF2B5EF4-FFF2-40B4-BE49-F238E27FC236}">
                <a16:creationId xmlns:a16="http://schemas.microsoft.com/office/drawing/2014/main" id="{DCE9D059-2D6E-FA9C-85AA-31FA1FF84460}"/>
              </a:ext>
            </a:extLst>
          </p:cNvPr>
          <p:cNvSpPr/>
          <p:nvPr/>
        </p:nvSpPr>
        <p:spPr>
          <a:xfrm>
            <a:off x="5559595" y="4261363"/>
            <a:ext cx="1353120" cy="228603"/>
          </a:xfrm>
          <a:prstGeom prst="roundRect">
            <a:avLst>
              <a:gd name="adj" fmla="val 5556"/>
            </a:avLst>
          </a:prstGeom>
          <a:solidFill>
            <a:srgbClr val="CFE2F3"/>
          </a:solidFill>
          <a:ln w="12700">
            <a:miter lim="400000"/>
          </a:ln>
          <a:effectLst>
            <a:outerShdw blurRad="177800" dist="152400" dir="2700000" rotWithShape="0">
              <a:srgbClr val="000000">
                <a:alpha val="9019"/>
              </a:srgbClr>
            </a:outerShdw>
          </a:effectLst>
        </p:spPr>
        <p:txBody>
          <a:bodyPr lIns="0" tIns="0" rIns="0" bIns="0" anchor="ctr"/>
          <a:lstStyle/>
          <a:p>
            <a:pPr algn="ctr">
              <a:defRPr>
                <a:solidFill>
                  <a:srgbClr val="FFFFFF"/>
                </a:solidFill>
                <a:latin typeface="Calibri"/>
                <a:ea typeface="Calibri"/>
                <a:cs typeface="Calibri"/>
                <a:sym typeface="Calibri"/>
              </a:defRPr>
            </a:pPr>
            <a:endParaRPr/>
          </a:p>
        </p:txBody>
      </p:sp>
      <p:sp>
        <p:nvSpPr>
          <p:cNvPr id="556" name="Google Shape;431;p15">
            <a:extLst>
              <a:ext uri="{FF2B5EF4-FFF2-40B4-BE49-F238E27FC236}">
                <a16:creationId xmlns:a16="http://schemas.microsoft.com/office/drawing/2014/main" id="{64302FBE-5CE4-0414-33E7-5D4065CFA0AC}"/>
              </a:ext>
            </a:extLst>
          </p:cNvPr>
          <p:cNvSpPr txBox="1"/>
          <p:nvPr/>
        </p:nvSpPr>
        <p:spPr>
          <a:xfrm>
            <a:off x="261048" y="676914"/>
            <a:ext cx="3747631" cy="317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100">
                <a:solidFill>
                  <a:srgbClr val="003868"/>
                </a:solidFill>
                <a:latin typeface="Montserrat Bold"/>
                <a:ea typeface="Montserrat Bold"/>
                <a:cs typeface="Montserrat Bold"/>
                <a:sym typeface="Montserrat Bold"/>
              </a:defRPr>
            </a:lvl1pPr>
          </a:lstStyle>
          <a:p>
            <a:r>
              <a:t>OUR BRANCHES</a:t>
            </a:r>
          </a:p>
        </p:txBody>
      </p:sp>
      <p:pic>
        <p:nvPicPr>
          <p:cNvPr id="557" name="Google Shape;432;p15" descr="Google Shape;432;p15">
            <a:extLst>
              <a:ext uri="{FF2B5EF4-FFF2-40B4-BE49-F238E27FC236}">
                <a16:creationId xmlns:a16="http://schemas.microsoft.com/office/drawing/2014/main" id="{63897CB5-EBDF-3F1B-E932-CA778ACD31A6}"/>
              </a:ext>
            </a:extLst>
          </p:cNvPr>
          <p:cNvPicPr>
            <a:picLocks noChangeAspect="1"/>
          </p:cNvPicPr>
          <p:nvPr/>
        </p:nvPicPr>
        <p:blipFill>
          <a:blip r:embed="rId3"/>
          <a:stretch>
            <a:fillRect/>
          </a:stretch>
        </p:blipFill>
        <p:spPr>
          <a:xfrm>
            <a:off x="252350" y="146743"/>
            <a:ext cx="998700" cy="364316"/>
          </a:xfrm>
          <a:prstGeom prst="rect">
            <a:avLst/>
          </a:prstGeom>
          <a:ln w="12700">
            <a:miter lim="400000"/>
          </a:ln>
        </p:spPr>
      </p:pic>
      <p:grpSp>
        <p:nvGrpSpPr>
          <p:cNvPr id="561" name="Google Shape;433;p15">
            <a:extLst>
              <a:ext uri="{FF2B5EF4-FFF2-40B4-BE49-F238E27FC236}">
                <a16:creationId xmlns:a16="http://schemas.microsoft.com/office/drawing/2014/main" id="{7E153BAA-0412-C60B-96A9-1B5C9E9B3637}"/>
              </a:ext>
            </a:extLst>
          </p:cNvPr>
          <p:cNvGrpSpPr/>
          <p:nvPr/>
        </p:nvGrpSpPr>
        <p:grpSpPr>
          <a:xfrm>
            <a:off x="252346" y="4832796"/>
            <a:ext cx="8659860" cy="127001"/>
            <a:chOff x="0" y="0"/>
            <a:chExt cx="8659858" cy="127000"/>
          </a:xfrm>
        </p:grpSpPr>
        <p:sp>
          <p:nvSpPr>
            <p:cNvPr id="558" name="Google Shape;434;p15">
              <a:extLst>
                <a:ext uri="{FF2B5EF4-FFF2-40B4-BE49-F238E27FC236}">
                  <a16:creationId xmlns:a16="http://schemas.microsoft.com/office/drawing/2014/main" id="{D4A1A707-CA05-F2E1-1AE8-1E8E6367F742}"/>
                </a:ext>
              </a:extLst>
            </p:cNvPr>
            <p:cNvSpPr/>
            <p:nvPr/>
          </p:nvSpPr>
          <p:spPr>
            <a:xfrm>
              <a:off x="713726" y="54650"/>
              <a:ext cx="7712108"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559" name="Google Shape;435;p15">
              <a:extLst>
                <a:ext uri="{FF2B5EF4-FFF2-40B4-BE49-F238E27FC236}">
                  <a16:creationId xmlns:a16="http://schemas.microsoft.com/office/drawing/2014/main" id="{EB95F070-B0A0-EA1E-F081-5A79C993939E}"/>
                </a:ext>
              </a:extLst>
            </p:cNvPr>
            <p:cNvSpPr txBox="1"/>
            <p:nvPr/>
          </p:nvSpPr>
          <p:spPr>
            <a:xfrm>
              <a:off x="0" y="0"/>
              <a:ext cx="731105" cy="1270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OUR BRANCHES</a:t>
              </a:r>
            </a:p>
          </p:txBody>
        </p:sp>
        <p:sp>
          <p:nvSpPr>
            <p:cNvPr id="560" name="Google Shape;436;p15">
              <a:extLst>
                <a:ext uri="{FF2B5EF4-FFF2-40B4-BE49-F238E27FC236}">
                  <a16:creationId xmlns:a16="http://schemas.microsoft.com/office/drawing/2014/main" id="{2E5FECAC-0DE3-F96B-1081-86F63436B724}"/>
                </a:ext>
              </a:extLst>
            </p:cNvPr>
            <p:cNvSpPr txBox="1"/>
            <p:nvPr/>
          </p:nvSpPr>
          <p:spPr>
            <a:xfrm>
              <a:off x="8408455" y="0"/>
              <a:ext cx="251404" cy="1270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15</a:t>
              </a:r>
            </a:p>
          </p:txBody>
        </p:sp>
      </p:grpSp>
      <p:sp>
        <p:nvSpPr>
          <p:cNvPr id="568" name="Google Shape;443;p15">
            <a:extLst>
              <a:ext uri="{FF2B5EF4-FFF2-40B4-BE49-F238E27FC236}">
                <a16:creationId xmlns:a16="http://schemas.microsoft.com/office/drawing/2014/main" id="{CCE8A63A-606A-E6AD-1DD5-B07AEA38EA2B}"/>
              </a:ext>
            </a:extLst>
          </p:cNvPr>
          <p:cNvSpPr txBox="1"/>
          <p:nvPr/>
        </p:nvSpPr>
        <p:spPr>
          <a:xfrm>
            <a:off x="2110365" y="3309746"/>
            <a:ext cx="1454054" cy="11413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lgn="ctr">
              <a:defRPr sz="1000">
                <a:solidFill>
                  <a:srgbClr val="003868"/>
                </a:solidFill>
                <a:latin typeface="Montserrat Bold"/>
                <a:ea typeface="Montserrat Bold"/>
                <a:cs typeface="Montserrat Bold"/>
                <a:sym typeface="Montserrat Bold"/>
              </a:defRPr>
            </a:pPr>
            <a:r>
              <a:rPr b="1" dirty="0"/>
              <a:t>(</a:t>
            </a:r>
            <a:r>
              <a:rPr lang="en-US" b="1" dirty="0"/>
              <a:t>J3</a:t>
            </a:r>
            <a:r>
              <a:rPr b="1" dirty="0"/>
              <a:t>)</a:t>
            </a:r>
          </a:p>
          <a:p>
            <a:pPr algn="ctr">
              <a:spcBef>
                <a:spcPts val="100"/>
              </a:spcBef>
              <a:defRPr sz="1000">
                <a:solidFill>
                  <a:srgbClr val="003868"/>
                </a:solidFill>
                <a:latin typeface="Montserrat Medium"/>
                <a:ea typeface="Montserrat Medium"/>
                <a:cs typeface="Montserrat Medium"/>
                <a:sym typeface="Montserrat Medium"/>
              </a:defRPr>
            </a:pPr>
            <a:r>
              <a:rPr lang="en-GB" dirty="0"/>
              <a:t>Al Andalus Branch</a:t>
            </a:r>
          </a:p>
          <a:p>
            <a:pPr algn="ctr">
              <a:spcBef>
                <a:spcPts val="100"/>
              </a:spcBef>
              <a:defRPr sz="1000">
                <a:solidFill>
                  <a:srgbClr val="003868"/>
                </a:solidFill>
                <a:latin typeface="Montserrat Medium"/>
                <a:ea typeface="Montserrat Medium"/>
                <a:cs typeface="Montserrat Medium"/>
                <a:sym typeface="Montserrat Medium"/>
              </a:defRPr>
            </a:pPr>
            <a:r>
              <a:rPr dirty="0"/>
              <a:t>Our</a:t>
            </a:r>
            <a:r>
              <a:rPr lang="en-US" dirty="0"/>
              <a:t> first community </a:t>
            </a:r>
            <a:r>
              <a:rPr dirty="0"/>
              <a:t>clinic in Jeddah </a:t>
            </a:r>
          </a:p>
          <a:p>
            <a:pPr algn="ctr">
              <a:spcBef>
                <a:spcPts val="100"/>
              </a:spcBef>
            </a:pPr>
            <a:endParaRPr lang="en-US" sz="1000" dirty="0">
              <a:solidFill>
                <a:srgbClr val="003868"/>
              </a:solidFill>
              <a:latin typeface="Montserrat Medium"/>
              <a:ea typeface="Montserrat Medium"/>
              <a:cs typeface="Montserrat Medium"/>
              <a:sym typeface="Montserrat Medium"/>
            </a:endParaRPr>
          </a:p>
          <a:p>
            <a:pPr algn="ctr">
              <a:spcBef>
                <a:spcPts val="100"/>
              </a:spcBef>
            </a:pPr>
            <a:endParaRPr sz="1000" dirty="0">
              <a:solidFill>
                <a:srgbClr val="003868"/>
              </a:solidFill>
              <a:latin typeface="Montserrat Medium"/>
              <a:ea typeface="Montserrat Medium"/>
              <a:cs typeface="Montserrat Medium"/>
              <a:sym typeface="Montserrat Medium"/>
            </a:endParaRPr>
          </a:p>
          <a:p>
            <a:pPr algn="ctr">
              <a:spcBef>
                <a:spcPts val="100"/>
              </a:spcBef>
              <a:defRPr sz="1000">
                <a:solidFill>
                  <a:srgbClr val="003868"/>
                </a:solidFill>
                <a:latin typeface="Montserrat Bold"/>
                <a:ea typeface="Montserrat Bold"/>
                <a:cs typeface="Montserrat Bold"/>
                <a:sym typeface="Montserrat Bold"/>
              </a:defRPr>
            </a:pPr>
            <a:r>
              <a:rPr dirty="0"/>
              <a:t> Opened 202</a:t>
            </a:r>
            <a:r>
              <a:rPr lang="en-US" dirty="0"/>
              <a:t>5</a:t>
            </a:r>
            <a:endParaRPr dirty="0"/>
          </a:p>
        </p:txBody>
      </p:sp>
      <p:sp>
        <p:nvSpPr>
          <p:cNvPr id="571" name="Google Shape;446;p15">
            <a:extLst>
              <a:ext uri="{FF2B5EF4-FFF2-40B4-BE49-F238E27FC236}">
                <a16:creationId xmlns:a16="http://schemas.microsoft.com/office/drawing/2014/main" id="{C8BD9930-E49F-E38B-852F-562AD25B6F6B}"/>
              </a:ext>
            </a:extLst>
          </p:cNvPr>
          <p:cNvSpPr txBox="1"/>
          <p:nvPr/>
        </p:nvSpPr>
        <p:spPr>
          <a:xfrm>
            <a:off x="5604011" y="3297641"/>
            <a:ext cx="1264201" cy="11413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lgn="ctr">
              <a:defRPr sz="1000">
                <a:solidFill>
                  <a:srgbClr val="003868"/>
                </a:solidFill>
                <a:latin typeface="Montserrat Bold"/>
                <a:ea typeface="Montserrat Bold"/>
                <a:cs typeface="Montserrat Bold"/>
                <a:sym typeface="Montserrat Bold"/>
              </a:defRPr>
            </a:pPr>
            <a:r>
              <a:rPr b="1" dirty="0"/>
              <a:t>(</a:t>
            </a:r>
            <a:r>
              <a:rPr lang="en-US" b="1" dirty="0"/>
              <a:t>J4</a:t>
            </a:r>
            <a:r>
              <a:rPr b="1" dirty="0"/>
              <a:t>)</a:t>
            </a:r>
          </a:p>
          <a:p>
            <a:pPr algn="ctr">
              <a:spcBef>
                <a:spcPts val="100"/>
              </a:spcBef>
            </a:pPr>
            <a:r>
              <a:rPr lang="en-US" sz="1000" dirty="0">
                <a:solidFill>
                  <a:srgbClr val="003868"/>
                </a:solidFill>
                <a:latin typeface="Montserrat Bold"/>
                <a:ea typeface="Montserrat Bold"/>
                <a:cs typeface="Montserrat Bold"/>
                <a:sym typeface="Montserrat Bold"/>
              </a:rPr>
              <a:t>Abhor Branch</a:t>
            </a:r>
            <a:endParaRPr sz="1000" dirty="0">
              <a:solidFill>
                <a:srgbClr val="003868"/>
              </a:solidFill>
              <a:latin typeface="Montserrat Bold"/>
              <a:ea typeface="Montserrat Bold"/>
              <a:cs typeface="Montserrat Bold"/>
              <a:sym typeface="Montserrat Bold"/>
            </a:endParaRPr>
          </a:p>
          <a:p>
            <a:pPr algn="ctr">
              <a:spcBef>
                <a:spcPts val="100"/>
              </a:spcBef>
              <a:defRPr sz="1000">
                <a:solidFill>
                  <a:srgbClr val="003868"/>
                </a:solidFill>
                <a:latin typeface="Montserrat Medium"/>
                <a:ea typeface="Montserrat Medium"/>
                <a:cs typeface="Montserrat Medium"/>
                <a:sym typeface="Montserrat Medium"/>
              </a:defRPr>
            </a:pPr>
            <a:r>
              <a:rPr dirty="0"/>
              <a:t>Our </a:t>
            </a:r>
            <a:r>
              <a:rPr lang="en-US" dirty="0"/>
              <a:t>Second Community </a:t>
            </a:r>
            <a:r>
              <a:rPr dirty="0"/>
              <a:t>Clinic </a:t>
            </a:r>
          </a:p>
          <a:p>
            <a:pPr algn="ctr">
              <a:spcBef>
                <a:spcPts val="100"/>
              </a:spcBef>
              <a:defRPr sz="1000">
                <a:solidFill>
                  <a:srgbClr val="003868"/>
                </a:solidFill>
                <a:latin typeface="Montserrat Medium"/>
                <a:ea typeface="Montserrat Medium"/>
                <a:cs typeface="Montserrat Medium"/>
                <a:sym typeface="Montserrat Medium"/>
              </a:defRPr>
            </a:pPr>
            <a:r>
              <a:rPr dirty="0"/>
              <a:t>in </a:t>
            </a:r>
            <a:r>
              <a:rPr lang="en-US" dirty="0"/>
              <a:t>Jeddah</a:t>
            </a:r>
            <a:endParaRPr sz="1000" dirty="0">
              <a:solidFill>
                <a:srgbClr val="003868"/>
              </a:solidFill>
              <a:latin typeface="Montserrat Medium"/>
              <a:ea typeface="Montserrat Medium"/>
              <a:cs typeface="Montserrat Medium"/>
              <a:sym typeface="Montserrat Medium"/>
            </a:endParaRPr>
          </a:p>
          <a:p>
            <a:pPr algn="ctr">
              <a:spcBef>
                <a:spcPts val="100"/>
              </a:spcBef>
            </a:pPr>
            <a:endParaRPr sz="1000" dirty="0">
              <a:solidFill>
                <a:srgbClr val="003868"/>
              </a:solidFill>
              <a:latin typeface="Montserrat Medium"/>
              <a:ea typeface="Montserrat Medium"/>
              <a:cs typeface="Montserrat Medium"/>
              <a:sym typeface="Montserrat Medium"/>
            </a:endParaRPr>
          </a:p>
          <a:p>
            <a:pPr algn="ctr">
              <a:spcBef>
                <a:spcPts val="100"/>
              </a:spcBef>
              <a:defRPr sz="1000">
                <a:solidFill>
                  <a:srgbClr val="003868"/>
                </a:solidFill>
                <a:latin typeface="Montserrat Bold"/>
                <a:ea typeface="Montserrat Bold"/>
                <a:cs typeface="Montserrat Bold"/>
                <a:sym typeface="Montserrat Bold"/>
              </a:defRPr>
            </a:pPr>
            <a:r>
              <a:rPr dirty="0"/>
              <a:t> Opened 202</a:t>
            </a:r>
            <a:r>
              <a:rPr lang="en-US" dirty="0"/>
              <a:t>6</a:t>
            </a:r>
            <a:endParaRPr dirty="0"/>
          </a:p>
        </p:txBody>
      </p:sp>
      <p:pic>
        <p:nvPicPr>
          <p:cNvPr id="4" name="Picture 3">
            <a:extLst>
              <a:ext uri="{FF2B5EF4-FFF2-40B4-BE49-F238E27FC236}">
                <a16:creationId xmlns:a16="http://schemas.microsoft.com/office/drawing/2014/main" id="{F38643CD-FE16-5EB6-2FA9-CCE5E6DE637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18915" y="1524512"/>
            <a:ext cx="1431554" cy="1415877"/>
          </a:xfrm>
          <a:prstGeom prst="rect">
            <a:avLst/>
          </a:prstGeom>
        </p:spPr>
      </p:pic>
      <p:pic>
        <p:nvPicPr>
          <p:cNvPr id="6" name="Picture 5">
            <a:extLst>
              <a:ext uri="{FF2B5EF4-FFF2-40B4-BE49-F238E27FC236}">
                <a16:creationId xmlns:a16="http://schemas.microsoft.com/office/drawing/2014/main" id="{88754AF7-75E2-30C3-1FD1-8F448802366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00689" y="1524512"/>
            <a:ext cx="1412026" cy="1415877"/>
          </a:xfrm>
          <a:prstGeom prst="rect">
            <a:avLst/>
          </a:prstGeom>
        </p:spPr>
      </p:pic>
      <p:sp>
        <p:nvSpPr>
          <p:cNvPr id="2" name="GVCLASSIFICATIONHEADER541528342">
            <a:extLst>
              <a:ext uri="{FF2B5EF4-FFF2-40B4-BE49-F238E27FC236}">
                <a16:creationId xmlns:a16="http://schemas.microsoft.com/office/drawing/2014/main" id="{73B05B73-0E91-BB25-4608-D09B688C1C78}"/>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endParaRPr kumimoji="0" lang="en-US" sz="1000" b="1" strike="noStrike" cap="none" spc="0" normalizeH="0" baseline="0" dirty="0">
              <a:ln>
                <a:noFill/>
              </a:ln>
              <a:solidFill>
                <a:srgbClr val="00FF00"/>
              </a:solidFill>
              <a:effectLst/>
              <a:uFillTx/>
              <a:latin typeface="Calibri" panose="020F0502020204030204" pitchFamily="34" charset="0"/>
              <a:ea typeface="+mn-ea"/>
              <a:cs typeface="+mn-cs"/>
              <a:sym typeface="Arial"/>
            </a:endParaRPr>
          </a:p>
        </p:txBody>
      </p:sp>
    </p:spTree>
    <p:extLst>
      <p:ext uri="{BB962C8B-B14F-4D97-AF65-F5344CB8AC3E}">
        <p14:creationId xmlns:p14="http://schemas.microsoft.com/office/powerpoint/2010/main" val="238552103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7" name="Google Shape;452;p16"/>
          <p:cNvGrpSpPr/>
          <p:nvPr/>
        </p:nvGrpSpPr>
        <p:grpSpPr>
          <a:xfrm>
            <a:off x="252346" y="4832796"/>
            <a:ext cx="8659860" cy="127001"/>
            <a:chOff x="0" y="0"/>
            <a:chExt cx="8659858" cy="127000"/>
          </a:xfrm>
        </p:grpSpPr>
        <p:sp>
          <p:nvSpPr>
            <p:cNvPr id="574" name="Google Shape;453;p16"/>
            <p:cNvSpPr/>
            <p:nvPr/>
          </p:nvSpPr>
          <p:spPr>
            <a:xfrm>
              <a:off x="713726" y="54650"/>
              <a:ext cx="7712108"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575" name="Google Shape;454;p16"/>
            <p:cNvSpPr txBox="1"/>
            <p:nvPr/>
          </p:nvSpPr>
          <p:spPr>
            <a:xfrm>
              <a:off x="0" y="0"/>
              <a:ext cx="731105"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FFFFFF"/>
                  </a:solidFill>
                  <a:latin typeface="Montserrat Bold"/>
                  <a:ea typeface="Montserrat Bold"/>
                  <a:cs typeface="Montserrat Bold"/>
                  <a:sym typeface="Montserrat Bold"/>
                </a:defRPr>
              </a:lvl1pPr>
            </a:lstStyle>
            <a:p>
              <a:r>
                <a:t>OUR BRANCHES</a:t>
              </a:r>
            </a:p>
          </p:txBody>
        </p:sp>
        <p:sp>
          <p:nvSpPr>
            <p:cNvPr id="576" name="Google Shape;455;p16"/>
            <p:cNvSpPr txBox="1"/>
            <p:nvPr/>
          </p:nvSpPr>
          <p:spPr>
            <a:xfrm>
              <a:off x="8408455" y="0"/>
              <a:ext cx="251404"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FFFFFF"/>
                  </a:solidFill>
                  <a:latin typeface="Montserrat Bold"/>
                  <a:ea typeface="Montserrat Bold"/>
                  <a:cs typeface="Montserrat Bold"/>
                  <a:sym typeface="Montserrat Bold"/>
                </a:defRPr>
              </a:lvl1pPr>
            </a:lstStyle>
            <a:p>
              <a:r>
                <a:t>16</a:t>
              </a:r>
            </a:p>
          </p:txBody>
        </p:sp>
      </p:grpSp>
      <p:pic>
        <p:nvPicPr>
          <p:cNvPr id="578" name="Google Shape;456;p16" descr="Google Shape;456;p16"/>
          <p:cNvPicPr>
            <a:picLocks noChangeAspect="1"/>
          </p:cNvPicPr>
          <p:nvPr/>
        </p:nvPicPr>
        <p:blipFill>
          <a:blip r:embed="rId2"/>
          <a:stretch>
            <a:fillRect/>
          </a:stretch>
        </p:blipFill>
        <p:spPr>
          <a:xfrm>
            <a:off x="252350" y="174243"/>
            <a:ext cx="998700" cy="364316"/>
          </a:xfrm>
          <a:prstGeom prst="rect">
            <a:avLst/>
          </a:prstGeom>
          <a:ln w="12700">
            <a:miter lim="400000"/>
          </a:ln>
        </p:spPr>
      </p:pic>
      <p:grpSp>
        <p:nvGrpSpPr>
          <p:cNvPr id="637" name="Group"/>
          <p:cNvGrpSpPr/>
          <p:nvPr/>
        </p:nvGrpSpPr>
        <p:grpSpPr>
          <a:xfrm>
            <a:off x="449044" y="1580550"/>
            <a:ext cx="8660155" cy="2047435"/>
            <a:chOff x="0" y="0"/>
            <a:chExt cx="8660153" cy="2047434"/>
          </a:xfrm>
        </p:grpSpPr>
        <p:grpSp>
          <p:nvGrpSpPr>
            <p:cNvPr id="582" name="Group"/>
            <p:cNvGrpSpPr/>
            <p:nvPr/>
          </p:nvGrpSpPr>
          <p:grpSpPr>
            <a:xfrm>
              <a:off x="0" y="0"/>
              <a:ext cx="1345518" cy="742815"/>
              <a:chOff x="0" y="0"/>
              <a:chExt cx="1345517" cy="742814"/>
            </a:xfrm>
          </p:grpSpPr>
          <p:sp>
            <p:nvSpPr>
              <p:cNvPr id="579" name="Google Shape;459;p16"/>
              <p:cNvSpPr txBox="1"/>
              <p:nvPr/>
            </p:nvSpPr>
            <p:spPr>
              <a:xfrm>
                <a:off x="0" y="0"/>
                <a:ext cx="1136101" cy="431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indent="12700">
                  <a:defRPr sz="2800">
                    <a:solidFill>
                      <a:srgbClr val="6AC8CE"/>
                    </a:solidFill>
                    <a:latin typeface="Montserrat Bold"/>
                    <a:ea typeface="Montserrat Bold"/>
                    <a:cs typeface="Montserrat Bold"/>
                    <a:sym typeface="Montserrat Bold"/>
                  </a:defRPr>
                </a:lvl1pPr>
              </a:lstStyle>
              <a:p>
                <a:r>
                  <a:rPr dirty="0">
                    <a:solidFill>
                      <a:srgbClr val="003867"/>
                    </a:solidFill>
                  </a:rPr>
                  <a:t>2017</a:t>
                </a:r>
              </a:p>
            </p:txBody>
          </p:sp>
          <p:sp>
            <p:nvSpPr>
              <p:cNvPr id="580" name="Google Shape;460;p16"/>
              <p:cNvSpPr txBox="1"/>
              <p:nvPr/>
            </p:nvSpPr>
            <p:spPr>
              <a:xfrm>
                <a:off x="16" y="410010"/>
                <a:ext cx="1062301" cy="2032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marL="205104" marR="5080" indent="-193038">
                  <a:lnSpc>
                    <a:spcPct val="114900"/>
                  </a:lnSpc>
                  <a:defRPr sz="1300">
                    <a:solidFill>
                      <a:srgbClr val="F37820"/>
                    </a:solidFill>
                    <a:latin typeface="Montserrat Regular"/>
                    <a:ea typeface="Montserrat Regular"/>
                    <a:cs typeface="Montserrat Regular"/>
                    <a:sym typeface="Montserrat Regular"/>
                  </a:defRPr>
                </a:lvl1pPr>
              </a:lstStyle>
              <a:p>
                <a:r>
                  <a:rPr dirty="0"/>
                  <a:t>Established</a:t>
                </a:r>
              </a:p>
            </p:txBody>
          </p:sp>
          <p:sp>
            <p:nvSpPr>
              <p:cNvPr id="581" name="Google Shape;461;p16"/>
              <p:cNvSpPr txBox="1"/>
              <p:nvPr/>
            </p:nvSpPr>
            <p:spPr>
              <a:xfrm>
                <a:off x="15" y="629450"/>
                <a:ext cx="1345502" cy="11336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marL="205104" marR="5080" indent="-193038">
                  <a:lnSpc>
                    <a:spcPct val="114900"/>
                  </a:lnSpc>
                  <a:defRPr sz="700">
                    <a:solidFill>
                      <a:srgbClr val="BFCFDB"/>
                    </a:solidFill>
                  </a:defRPr>
                </a:lvl1pPr>
              </a:lstStyle>
              <a:p>
                <a:r>
                  <a:rPr dirty="0">
                    <a:solidFill>
                      <a:srgbClr val="003867"/>
                    </a:solidFill>
                  </a:rPr>
                  <a:t>We opened My</a:t>
                </a:r>
                <a:r>
                  <a:rPr lang="en-US" dirty="0">
                    <a:solidFill>
                      <a:srgbClr val="003867"/>
                    </a:solidFill>
                  </a:rPr>
                  <a:t> </a:t>
                </a:r>
                <a:r>
                  <a:rPr dirty="0">
                    <a:solidFill>
                      <a:srgbClr val="003867"/>
                    </a:solidFill>
                  </a:rPr>
                  <a:t>Clinic (MCJ1)</a:t>
                </a:r>
              </a:p>
            </p:txBody>
          </p:sp>
        </p:grpSp>
        <p:grpSp>
          <p:nvGrpSpPr>
            <p:cNvPr id="586" name="Group"/>
            <p:cNvGrpSpPr/>
            <p:nvPr/>
          </p:nvGrpSpPr>
          <p:grpSpPr>
            <a:xfrm>
              <a:off x="978134" y="1251349"/>
              <a:ext cx="1345502" cy="796085"/>
              <a:chOff x="0" y="0"/>
              <a:chExt cx="1345501" cy="796083"/>
            </a:xfrm>
          </p:grpSpPr>
          <p:sp>
            <p:nvSpPr>
              <p:cNvPr id="583" name="Google Shape;471;p16"/>
              <p:cNvSpPr txBox="1"/>
              <p:nvPr/>
            </p:nvSpPr>
            <p:spPr>
              <a:xfrm>
                <a:off x="0" y="0"/>
                <a:ext cx="998700" cy="431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indent="12700">
                  <a:defRPr sz="2800">
                    <a:solidFill>
                      <a:srgbClr val="003867"/>
                    </a:solidFill>
                    <a:latin typeface="Montserrat Bold"/>
                    <a:ea typeface="Montserrat Bold"/>
                    <a:cs typeface="Montserrat Bold"/>
                  </a:defRPr>
                </a:lvl1pPr>
              </a:lstStyle>
              <a:p>
                <a:r>
                  <a:rPr dirty="0"/>
                  <a:t>2018</a:t>
                </a:r>
              </a:p>
            </p:txBody>
          </p:sp>
          <p:sp>
            <p:nvSpPr>
              <p:cNvPr id="584" name="Google Shape;472;p16"/>
              <p:cNvSpPr txBox="1"/>
              <p:nvPr/>
            </p:nvSpPr>
            <p:spPr>
              <a:xfrm>
                <a:off x="0" y="410002"/>
                <a:ext cx="1345501" cy="38608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p>
                <a:pPr marL="229233" marR="5080" indent="-229233">
                  <a:lnSpc>
                    <a:spcPct val="90000"/>
                  </a:lnSpc>
                  <a:defRPr sz="1300">
                    <a:solidFill>
                      <a:srgbClr val="F37820"/>
                    </a:solidFill>
                    <a:latin typeface="Montserrat Regular"/>
                    <a:ea typeface="Montserrat Regular"/>
                    <a:cs typeface="Montserrat Regular"/>
                    <a:sym typeface="Montserrat Regular"/>
                  </a:defRPr>
                </a:pPr>
                <a:r>
                  <a:rPr dirty="0"/>
                  <a:t>New Products</a:t>
                </a:r>
              </a:p>
              <a:p>
                <a:pPr marL="229233" marR="5080" indent="-229233">
                  <a:lnSpc>
                    <a:spcPct val="90000"/>
                  </a:lnSpc>
                  <a:defRPr sz="1300">
                    <a:solidFill>
                      <a:srgbClr val="F37820"/>
                    </a:solidFill>
                    <a:latin typeface="Montserrat Regular"/>
                    <a:ea typeface="Montserrat Regular"/>
                    <a:cs typeface="Montserrat Regular"/>
                    <a:sym typeface="Montserrat Regular"/>
                  </a:defRPr>
                </a:pPr>
                <a:r>
                  <a:rPr dirty="0"/>
                  <a:t>Launched</a:t>
                </a:r>
              </a:p>
            </p:txBody>
          </p:sp>
        </p:grpSp>
        <p:grpSp>
          <p:nvGrpSpPr>
            <p:cNvPr id="590" name="Group"/>
            <p:cNvGrpSpPr/>
            <p:nvPr/>
          </p:nvGrpSpPr>
          <p:grpSpPr>
            <a:xfrm>
              <a:off x="1921568" y="0"/>
              <a:ext cx="1968603" cy="742815"/>
              <a:chOff x="-1" y="0"/>
              <a:chExt cx="1968601" cy="742814"/>
            </a:xfrm>
          </p:grpSpPr>
          <p:sp>
            <p:nvSpPr>
              <p:cNvPr id="587" name="Google Shape;474;p16"/>
              <p:cNvSpPr txBox="1"/>
              <p:nvPr/>
            </p:nvSpPr>
            <p:spPr>
              <a:xfrm>
                <a:off x="16" y="0"/>
                <a:ext cx="1136101" cy="431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indent="12700">
                  <a:defRPr sz="2800">
                    <a:solidFill>
                      <a:srgbClr val="003867"/>
                    </a:solidFill>
                    <a:latin typeface="Montserrat Bold"/>
                    <a:ea typeface="Montserrat Bold"/>
                    <a:cs typeface="Montserrat Bold"/>
                  </a:defRPr>
                </a:lvl1pPr>
              </a:lstStyle>
              <a:p>
                <a:r>
                  <a:rPr dirty="0"/>
                  <a:t>2019</a:t>
                </a:r>
              </a:p>
            </p:txBody>
          </p:sp>
          <p:sp>
            <p:nvSpPr>
              <p:cNvPr id="588" name="Google Shape;475;p16"/>
              <p:cNvSpPr txBox="1"/>
              <p:nvPr/>
            </p:nvSpPr>
            <p:spPr>
              <a:xfrm>
                <a:off x="-1" y="403135"/>
                <a:ext cx="1823433" cy="21943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marL="205104" marR="5080" indent="-193038">
                  <a:lnSpc>
                    <a:spcPct val="114900"/>
                  </a:lnSpc>
                  <a:defRPr sz="1300">
                    <a:solidFill>
                      <a:srgbClr val="F37820"/>
                    </a:solidFill>
                    <a:latin typeface="Montserrat Regular"/>
                    <a:ea typeface="Montserrat Regular"/>
                    <a:cs typeface="Montserrat Regular"/>
                    <a:sym typeface="Montserrat Regular"/>
                  </a:defRPr>
                </a:lvl1pPr>
              </a:lstStyle>
              <a:p>
                <a:r>
                  <a:rPr dirty="0"/>
                  <a:t>Corporate check-up</a:t>
                </a:r>
              </a:p>
            </p:txBody>
          </p:sp>
          <p:sp>
            <p:nvSpPr>
              <p:cNvPr id="589" name="Google Shape;476;p16"/>
              <p:cNvSpPr txBox="1"/>
              <p:nvPr/>
            </p:nvSpPr>
            <p:spPr>
              <a:xfrm>
                <a:off x="0" y="629450"/>
                <a:ext cx="1968600" cy="11336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marL="205104" marR="5080" indent="-193038">
                  <a:lnSpc>
                    <a:spcPct val="114900"/>
                  </a:lnSpc>
                  <a:defRPr sz="700">
                    <a:solidFill>
                      <a:srgbClr val="BFCFDB"/>
                    </a:solidFill>
                  </a:defRPr>
                </a:lvl1pPr>
              </a:lstStyle>
              <a:p>
                <a:r>
                  <a:rPr dirty="0">
                    <a:solidFill>
                      <a:srgbClr val="003867"/>
                    </a:solidFill>
                  </a:rPr>
                  <a:t>We started the Employment check-up unit</a:t>
                </a:r>
              </a:p>
            </p:txBody>
          </p:sp>
        </p:grpSp>
        <p:grpSp>
          <p:nvGrpSpPr>
            <p:cNvPr id="594" name="Group"/>
            <p:cNvGrpSpPr/>
            <p:nvPr/>
          </p:nvGrpSpPr>
          <p:grpSpPr>
            <a:xfrm>
              <a:off x="3090304" y="1251349"/>
              <a:ext cx="1345504" cy="742808"/>
              <a:chOff x="0" y="0"/>
              <a:chExt cx="1345502" cy="742806"/>
            </a:xfrm>
          </p:grpSpPr>
          <p:sp>
            <p:nvSpPr>
              <p:cNvPr id="591" name="Google Shape;483;p16"/>
              <p:cNvSpPr txBox="1"/>
              <p:nvPr/>
            </p:nvSpPr>
            <p:spPr>
              <a:xfrm>
                <a:off x="0" y="0"/>
                <a:ext cx="924901" cy="431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indent="12700">
                  <a:defRPr sz="2800">
                    <a:solidFill>
                      <a:srgbClr val="003867"/>
                    </a:solidFill>
                    <a:latin typeface="Montserrat Bold"/>
                    <a:ea typeface="Montserrat Bold"/>
                    <a:cs typeface="Montserrat Bold"/>
                  </a:defRPr>
                </a:lvl1pPr>
              </a:lstStyle>
              <a:p>
                <a:r>
                  <a:rPr dirty="0"/>
                  <a:t>2021</a:t>
                </a:r>
              </a:p>
            </p:txBody>
          </p:sp>
          <p:sp>
            <p:nvSpPr>
              <p:cNvPr id="592" name="Google Shape;484;p16"/>
              <p:cNvSpPr txBox="1"/>
              <p:nvPr/>
            </p:nvSpPr>
            <p:spPr>
              <a:xfrm>
                <a:off x="1" y="410002"/>
                <a:ext cx="1062301" cy="2032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marL="205104" marR="5080" indent="-193038">
                  <a:lnSpc>
                    <a:spcPct val="114900"/>
                  </a:lnSpc>
                  <a:defRPr sz="1300">
                    <a:solidFill>
                      <a:srgbClr val="F37820"/>
                    </a:solidFill>
                    <a:latin typeface="Montserrat Regular"/>
                    <a:ea typeface="Montserrat Regular"/>
                    <a:cs typeface="Montserrat Regular"/>
                    <a:sym typeface="Montserrat Regular"/>
                  </a:defRPr>
                </a:lvl1pPr>
              </a:lstStyle>
              <a:p>
                <a:r>
                  <a:t>Expansion</a:t>
                </a:r>
              </a:p>
            </p:txBody>
          </p:sp>
          <p:sp>
            <p:nvSpPr>
              <p:cNvPr id="593" name="Google Shape;485;p16"/>
              <p:cNvSpPr txBox="1"/>
              <p:nvPr/>
            </p:nvSpPr>
            <p:spPr>
              <a:xfrm>
                <a:off x="1" y="629442"/>
                <a:ext cx="1345501" cy="11336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marL="205104" marR="5080" indent="-193038">
                  <a:lnSpc>
                    <a:spcPct val="114900"/>
                  </a:lnSpc>
                  <a:defRPr sz="700">
                    <a:solidFill>
                      <a:srgbClr val="BFCFDB"/>
                    </a:solidFill>
                  </a:defRPr>
                </a:lvl1pPr>
              </a:lstStyle>
              <a:p>
                <a:r>
                  <a:rPr dirty="0">
                    <a:solidFill>
                      <a:srgbClr val="003867"/>
                    </a:solidFill>
                  </a:rPr>
                  <a:t>We opened My</a:t>
                </a:r>
                <a:r>
                  <a:rPr lang="en-US" dirty="0">
                    <a:solidFill>
                      <a:srgbClr val="003867"/>
                    </a:solidFill>
                  </a:rPr>
                  <a:t> </a:t>
                </a:r>
                <a:r>
                  <a:rPr dirty="0">
                    <a:solidFill>
                      <a:srgbClr val="003867"/>
                    </a:solidFill>
                  </a:rPr>
                  <a:t>Clinic (MCJ2)</a:t>
                </a:r>
              </a:p>
            </p:txBody>
          </p:sp>
        </p:grpSp>
        <p:grpSp>
          <p:nvGrpSpPr>
            <p:cNvPr id="598" name="Group"/>
            <p:cNvGrpSpPr/>
            <p:nvPr/>
          </p:nvGrpSpPr>
          <p:grpSpPr>
            <a:xfrm>
              <a:off x="4154392" y="2"/>
              <a:ext cx="1345502" cy="742813"/>
              <a:chOff x="0" y="0"/>
              <a:chExt cx="1345501" cy="742812"/>
            </a:xfrm>
          </p:grpSpPr>
          <p:sp>
            <p:nvSpPr>
              <p:cNvPr id="595" name="Google Shape;486;p16"/>
              <p:cNvSpPr txBox="1"/>
              <p:nvPr/>
            </p:nvSpPr>
            <p:spPr>
              <a:xfrm>
                <a:off x="0" y="0"/>
                <a:ext cx="947101" cy="431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indent="12700">
                  <a:defRPr sz="2800">
                    <a:solidFill>
                      <a:srgbClr val="003867"/>
                    </a:solidFill>
                    <a:latin typeface="Montserrat Bold"/>
                    <a:ea typeface="Montserrat Bold"/>
                    <a:cs typeface="Montserrat Bold"/>
                  </a:defRPr>
                </a:lvl1pPr>
              </a:lstStyle>
              <a:p>
                <a:r>
                  <a:rPr dirty="0"/>
                  <a:t>2022</a:t>
                </a:r>
              </a:p>
            </p:txBody>
          </p:sp>
          <p:sp>
            <p:nvSpPr>
              <p:cNvPr id="596" name="Google Shape;487;p16"/>
              <p:cNvSpPr txBox="1"/>
              <p:nvPr/>
            </p:nvSpPr>
            <p:spPr>
              <a:xfrm>
                <a:off x="0" y="410008"/>
                <a:ext cx="1062300" cy="2032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marL="205104" marR="5080" indent="-193038">
                  <a:lnSpc>
                    <a:spcPct val="114900"/>
                  </a:lnSpc>
                  <a:defRPr sz="1300">
                    <a:solidFill>
                      <a:srgbClr val="F37820"/>
                    </a:solidFill>
                    <a:latin typeface="Montserrat Regular"/>
                    <a:ea typeface="Montserrat Regular"/>
                    <a:cs typeface="Montserrat Regular"/>
                    <a:sym typeface="Montserrat Regular"/>
                  </a:defRPr>
                </a:lvl1pPr>
              </a:lstStyle>
              <a:p>
                <a:r>
                  <a:rPr dirty="0"/>
                  <a:t>Expansion</a:t>
                </a:r>
              </a:p>
            </p:txBody>
          </p:sp>
          <p:sp>
            <p:nvSpPr>
              <p:cNvPr id="597" name="Google Shape;488;p16"/>
              <p:cNvSpPr txBox="1"/>
              <p:nvPr/>
            </p:nvSpPr>
            <p:spPr>
              <a:xfrm>
                <a:off x="0" y="629448"/>
                <a:ext cx="1345501" cy="11336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205104" marR="5080" indent="-193038">
                  <a:lnSpc>
                    <a:spcPct val="114900"/>
                  </a:lnSpc>
                  <a:defRPr sz="700">
                    <a:solidFill>
                      <a:srgbClr val="003867"/>
                    </a:solidFill>
                  </a:defRPr>
                </a:lvl1pPr>
              </a:lstStyle>
              <a:p>
                <a:r>
                  <a:rPr dirty="0"/>
                  <a:t>We opened My</a:t>
                </a:r>
                <a:r>
                  <a:rPr lang="en-US" dirty="0"/>
                  <a:t> </a:t>
                </a:r>
                <a:r>
                  <a:rPr dirty="0"/>
                  <a:t>Clinic (MCD1)</a:t>
                </a:r>
              </a:p>
            </p:txBody>
          </p:sp>
        </p:grpSp>
        <p:grpSp>
          <p:nvGrpSpPr>
            <p:cNvPr id="602" name="Group"/>
            <p:cNvGrpSpPr/>
            <p:nvPr/>
          </p:nvGrpSpPr>
          <p:grpSpPr>
            <a:xfrm>
              <a:off x="5202480" y="1251344"/>
              <a:ext cx="1345502" cy="742813"/>
              <a:chOff x="0" y="0"/>
              <a:chExt cx="1345501" cy="742812"/>
            </a:xfrm>
          </p:grpSpPr>
          <p:sp>
            <p:nvSpPr>
              <p:cNvPr id="599" name="Google Shape;495;p16"/>
              <p:cNvSpPr txBox="1"/>
              <p:nvPr/>
            </p:nvSpPr>
            <p:spPr>
              <a:xfrm>
                <a:off x="0" y="0"/>
                <a:ext cx="889500" cy="431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indent="12700">
                  <a:defRPr sz="2800">
                    <a:solidFill>
                      <a:srgbClr val="003867"/>
                    </a:solidFill>
                    <a:latin typeface="Montserrat Bold"/>
                    <a:ea typeface="Montserrat Bold"/>
                    <a:cs typeface="Montserrat Bold"/>
                  </a:defRPr>
                </a:lvl1pPr>
              </a:lstStyle>
              <a:p>
                <a:r>
                  <a:rPr dirty="0"/>
                  <a:t>2023</a:t>
                </a:r>
              </a:p>
            </p:txBody>
          </p:sp>
          <p:sp>
            <p:nvSpPr>
              <p:cNvPr id="600" name="Google Shape;496;p16"/>
              <p:cNvSpPr txBox="1"/>
              <p:nvPr/>
            </p:nvSpPr>
            <p:spPr>
              <a:xfrm>
                <a:off x="0" y="410007"/>
                <a:ext cx="1062300" cy="2032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marL="205104" marR="5080" indent="-193038">
                  <a:lnSpc>
                    <a:spcPct val="114900"/>
                  </a:lnSpc>
                  <a:defRPr sz="1300">
                    <a:solidFill>
                      <a:srgbClr val="F37820"/>
                    </a:solidFill>
                    <a:latin typeface="Montserrat Regular"/>
                    <a:ea typeface="Montserrat Regular"/>
                    <a:cs typeface="Montserrat Regular"/>
                    <a:sym typeface="Montserrat Regular"/>
                  </a:defRPr>
                </a:lvl1pPr>
              </a:lstStyle>
              <a:p>
                <a:r>
                  <a:rPr dirty="0"/>
                  <a:t>Expansion</a:t>
                </a:r>
              </a:p>
            </p:txBody>
          </p:sp>
          <p:sp>
            <p:nvSpPr>
              <p:cNvPr id="601" name="Google Shape;497;p16"/>
              <p:cNvSpPr txBox="1"/>
              <p:nvPr/>
            </p:nvSpPr>
            <p:spPr>
              <a:xfrm>
                <a:off x="0" y="629448"/>
                <a:ext cx="1345501" cy="11336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205104" marR="5080" indent="-193038">
                  <a:lnSpc>
                    <a:spcPct val="114900"/>
                  </a:lnSpc>
                  <a:defRPr sz="700">
                    <a:solidFill>
                      <a:srgbClr val="003867"/>
                    </a:solidFill>
                  </a:defRPr>
                </a:lvl1pPr>
              </a:lstStyle>
              <a:p>
                <a:r>
                  <a:rPr dirty="0"/>
                  <a:t>We opened My</a:t>
                </a:r>
                <a:r>
                  <a:rPr lang="en-US" dirty="0"/>
                  <a:t> </a:t>
                </a:r>
                <a:r>
                  <a:rPr dirty="0"/>
                  <a:t>Clinic (PRC)</a:t>
                </a:r>
              </a:p>
            </p:txBody>
          </p:sp>
        </p:grpSp>
        <p:grpSp>
          <p:nvGrpSpPr>
            <p:cNvPr id="606" name="Group"/>
            <p:cNvGrpSpPr/>
            <p:nvPr/>
          </p:nvGrpSpPr>
          <p:grpSpPr>
            <a:xfrm>
              <a:off x="6266563" y="2"/>
              <a:ext cx="1345502" cy="742813"/>
              <a:chOff x="0" y="0"/>
              <a:chExt cx="1345501" cy="742812"/>
            </a:xfrm>
          </p:grpSpPr>
          <p:sp>
            <p:nvSpPr>
              <p:cNvPr id="603" name="Google Shape;498;p16"/>
              <p:cNvSpPr txBox="1"/>
              <p:nvPr/>
            </p:nvSpPr>
            <p:spPr>
              <a:xfrm>
                <a:off x="0" y="0"/>
                <a:ext cx="945601" cy="431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indent="12700">
                  <a:defRPr sz="2800">
                    <a:solidFill>
                      <a:srgbClr val="003867"/>
                    </a:solidFill>
                    <a:latin typeface="Montserrat Bold"/>
                    <a:ea typeface="Montserrat Bold"/>
                    <a:cs typeface="Montserrat Bold"/>
                  </a:defRPr>
                </a:lvl1pPr>
              </a:lstStyle>
              <a:p>
                <a:r>
                  <a:rPr dirty="0"/>
                  <a:t>2024</a:t>
                </a:r>
              </a:p>
            </p:txBody>
          </p:sp>
          <p:sp>
            <p:nvSpPr>
              <p:cNvPr id="604" name="Google Shape;499;p16"/>
              <p:cNvSpPr txBox="1"/>
              <p:nvPr/>
            </p:nvSpPr>
            <p:spPr>
              <a:xfrm>
                <a:off x="0" y="410008"/>
                <a:ext cx="1062300" cy="2032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marL="205104" marR="5080" indent="-193038">
                  <a:lnSpc>
                    <a:spcPct val="114900"/>
                  </a:lnSpc>
                  <a:defRPr sz="1300">
                    <a:solidFill>
                      <a:srgbClr val="F37820"/>
                    </a:solidFill>
                    <a:latin typeface="Montserrat Regular"/>
                    <a:ea typeface="Montserrat Regular"/>
                    <a:cs typeface="Montserrat Regular"/>
                    <a:sym typeface="Montserrat Regular"/>
                  </a:defRPr>
                </a:lvl1pPr>
              </a:lstStyle>
              <a:p>
                <a:r>
                  <a:t>Expansion</a:t>
                </a:r>
              </a:p>
            </p:txBody>
          </p:sp>
          <p:sp>
            <p:nvSpPr>
              <p:cNvPr id="605" name="Google Shape;500;p16"/>
              <p:cNvSpPr txBox="1"/>
              <p:nvPr/>
            </p:nvSpPr>
            <p:spPr>
              <a:xfrm>
                <a:off x="0" y="629448"/>
                <a:ext cx="1345501" cy="11336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205104" marR="5080" indent="-193038">
                  <a:lnSpc>
                    <a:spcPct val="114900"/>
                  </a:lnSpc>
                  <a:defRPr sz="700">
                    <a:solidFill>
                      <a:srgbClr val="003867"/>
                    </a:solidFill>
                  </a:defRPr>
                </a:lvl1pPr>
              </a:lstStyle>
              <a:p>
                <a:r>
                  <a:rPr dirty="0"/>
                  <a:t>We opened My</a:t>
                </a:r>
                <a:r>
                  <a:rPr lang="en-US" dirty="0"/>
                  <a:t> </a:t>
                </a:r>
                <a:r>
                  <a:rPr dirty="0"/>
                  <a:t>Clinic (MCR)</a:t>
                </a:r>
              </a:p>
            </p:txBody>
          </p:sp>
        </p:grpSp>
        <p:grpSp>
          <p:nvGrpSpPr>
            <p:cNvPr id="632" name="Group"/>
            <p:cNvGrpSpPr/>
            <p:nvPr/>
          </p:nvGrpSpPr>
          <p:grpSpPr>
            <a:xfrm>
              <a:off x="73663" y="820845"/>
              <a:ext cx="8053912" cy="418382"/>
              <a:chOff x="0" y="-1"/>
              <a:chExt cx="8053910" cy="418380"/>
            </a:xfrm>
          </p:grpSpPr>
          <p:sp>
            <p:nvSpPr>
              <p:cNvPr id="607" name="Google Shape;458;p16"/>
              <p:cNvSpPr/>
              <p:nvPr/>
            </p:nvSpPr>
            <p:spPr>
              <a:xfrm>
                <a:off x="30201" y="206019"/>
                <a:ext cx="8023709" cy="5712"/>
              </a:xfrm>
              <a:prstGeom prst="line">
                <a:avLst/>
              </a:prstGeom>
              <a:noFill/>
              <a:ln w="25400" cap="flat">
                <a:solidFill>
                  <a:schemeClr val="tx1"/>
                </a:solidFill>
                <a:prstDash val="solid"/>
                <a:round/>
              </a:ln>
              <a:effectLst/>
            </p:spPr>
            <p:txBody>
              <a:bodyPr wrap="square" lIns="0" tIns="0" rIns="0" bIns="0" numCol="1" anchor="t">
                <a:noAutofit/>
              </a:bodyPr>
              <a:lstStyle/>
              <a:p>
                <a:endParaRPr dirty="0"/>
              </a:p>
            </p:txBody>
          </p:sp>
          <p:grpSp>
            <p:nvGrpSpPr>
              <p:cNvPr id="610" name="Google Shape;462;p16"/>
              <p:cNvGrpSpPr/>
              <p:nvPr/>
            </p:nvGrpSpPr>
            <p:grpSpPr>
              <a:xfrm>
                <a:off x="0" y="-1"/>
                <a:ext cx="89349" cy="212363"/>
                <a:chOff x="0" y="0"/>
                <a:chExt cx="89348" cy="212360"/>
              </a:xfrm>
            </p:grpSpPr>
            <p:sp>
              <p:nvSpPr>
                <p:cNvPr id="608" name="Google Shape;463;p16"/>
                <p:cNvSpPr/>
                <p:nvPr/>
              </p:nvSpPr>
              <p:spPr>
                <a:xfrm>
                  <a:off x="0" y="0"/>
                  <a:ext cx="89348" cy="89349"/>
                </a:xfrm>
                <a:prstGeom prst="ellipse">
                  <a:avLst/>
                </a:prstGeom>
                <a:solidFill>
                  <a:srgbClr val="CFE2F3"/>
                </a:solidFill>
                <a:ln w="12700" cap="flat">
                  <a:solidFill>
                    <a:schemeClr val="tx1"/>
                  </a:solidFill>
                  <a:miter lim="400000"/>
                </a:ln>
                <a:effectLst/>
              </p:spPr>
              <p:txBody>
                <a:bodyPr wrap="square" lIns="0" tIns="0" rIns="0" bIns="0" numCol="1" anchor="t">
                  <a:noAutofit/>
                </a:bodyPr>
                <a:lstStyle/>
                <a:p>
                  <a:endParaRPr/>
                </a:p>
              </p:txBody>
            </p:sp>
            <p:sp>
              <p:nvSpPr>
                <p:cNvPr id="609" name="Google Shape;464;p16"/>
                <p:cNvSpPr/>
                <p:nvPr/>
              </p:nvSpPr>
              <p:spPr>
                <a:xfrm flipV="1">
                  <a:off x="37797" y="85357"/>
                  <a:ext cx="3" cy="127003"/>
                </a:xfrm>
                <a:prstGeom prst="line">
                  <a:avLst/>
                </a:prstGeom>
                <a:noFill/>
                <a:ln w="25400" cap="flat">
                  <a:solidFill>
                    <a:schemeClr val="tx1"/>
                  </a:solidFill>
                  <a:prstDash val="solid"/>
                  <a:round/>
                </a:ln>
                <a:effectLst/>
              </p:spPr>
              <p:txBody>
                <a:bodyPr wrap="square" lIns="0" tIns="0" rIns="0" bIns="0" numCol="1" anchor="t">
                  <a:noAutofit/>
                </a:bodyPr>
                <a:lstStyle/>
                <a:p>
                  <a:endParaRPr/>
                </a:p>
              </p:txBody>
            </p:sp>
          </p:grpSp>
          <p:grpSp>
            <p:nvGrpSpPr>
              <p:cNvPr id="613" name="Google Shape;465;p16"/>
              <p:cNvGrpSpPr/>
              <p:nvPr/>
            </p:nvGrpSpPr>
            <p:grpSpPr>
              <a:xfrm>
                <a:off x="908384" y="206019"/>
                <a:ext cx="89353" cy="212360"/>
                <a:chOff x="-1" y="0"/>
                <a:chExt cx="89352" cy="212359"/>
              </a:xfrm>
            </p:grpSpPr>
            <p:sp>
              <p:nvSpPr>
                <p:cNvPr id="611" name="Google Shape;466;p16"/>
                <p:cNvSpPr/>
                <p:nvPr/>
              </p:nvSpPr>
              <p:spPr>
                <a:xfrm rot="10800000">
                  <a:off x="-1" y="123009"/>
                  <a:ext cx="89353" cy="89351"/>
                </a:xfrm>
                <a:prstGeom prst="ellipse">
                  <a:avLst/>
                </a:prstGeom>
                <a:solidFill>
                  <a:srgbClr val="CFE2F3"/>
                </a:solidFill>
                <a:ln w="12700" cap="flat">
                  <a:solidFill>
                    <a:schemeClr val="tx1"/>
                  </a:solidFill>
                  <a:miter lim="400000"/>
                </a:ln>
                <a:effectLst/>
              </p:spPr>
              <p:txBody>
                <a:bodyPr wrap="square" lIns="0" tIns="0" rIns="0" bIns="0" numCol="1" anchor="t">
                  <a:noAutofit/>
                </a:bodyPr>
                <a:lstStyle/>
                <a:p>
                  <a:endParaRPr/>
                </a:p>
              </p:txBody>
            </p:sp>
            <p:sp>
              <p:nvSpPr>
                <p:cNvPr id="612" name="Google Shape;467;p16"/>
                <p:cNvSpPr/>
                <p:nvPr/>
              </p:nvSpPr>
              <p:spPr>
                <a:xfrm flipH="1">
                  <a:off x="44673" y="0"/>
                  <a:ext cx="4" cy="127003"/>
                </a:xfrm>
                <a:prstGeom prst="line">
                  <a:avLst/>
                </a:prstGeom>
                <a:noFill/>
                <a:ln w="25400" cap="flat">
                  <a:solidFill>
                    <a:schemeClr val="tx1"/>
                  </a:solidFill>
                  <a:prstDash val="solid"/>
                  <a:round/>
                </a:ln>
                <a:effectLst/>
              </p:spPr>
              <p:txBody>
                <a:bodyPr wrap="square" lIns="0" tIns="0" rIns="0" bIns="0" numCol="1" anchor="t">
                  <a:noAutofit/>
                </a:bodyPr>
                <a:lstStyle/>
                <a:p>
                  <a:endParaRPr/>
                </a:p>
              </p:txBody>
            </p:sp>
          </p:grpSp>
          <p:grpSp>
            <p:nvGrpSpPr>
              <p:cNvPr id="616" name="Google Shape;468;p16"/>
              <p:cNvGrpSpPr/>
              <p:nvPr/>
            </p:nvGrpSpPr>
            <p:grpSpPr>
              <a:xfrm>
                <a:off x="1878905" y="-1"/>
                <a:ext cx="89349" cy="212361"/>
                <a:chOff x="0" y="0"/>
                <a:chExt cx="89347" cy="212358"/>
              </a:xfrm>
            </p:grpSpPr>
            <p:sp>
              <p:nvSpPr>
                <p:cNvPr id="614" name="Google Shape;469;p16"/>
                <p:cNvSpPr/>
                <p:nvPr/>
              </p:nvSpPr>
              <p:spPr>
                <a:xfrm>
                  <a:off x="0" y="0"/>
                  <a:ext cx="89348" cy="89349"/>
                </a:xfrm>
                <a:prstGeom prst="ellipse">
                  <a:avLst/>
                </a:prstGeom>
                <a:solidFill>
                  <a:srgbClr val="CFE2F3"/>
                </a:solidFill>
                <a:ln w="12700" cap="flat">
                  <a:solidFill>
                    <a:schemeClr val="tx1"/>
                  </a:solidFill>
                  <a:miter lim="400000"/>
                </a:ln>
                <a:effectLst/>
              </p:spPr>
              <p:txBody>
                <a:bodyPr wrap="square" lIns="0" tIns="0" rIns="0" bIns="0" numCol="1" anchor="t">
                  <a:noAutofit/>
                </a:bodyPr>
                <a:lstStyle/>
                <a:p>
                  <a:endParaRPr/>
                </a:p>
              </p:txBody>
            </p:sp>
            <p:sp>
              <p:nvSpPr>
                <p:cNvPr id="615" name="Google Shape;470;p16"/>
                <p:cNvSpPr/>
                <p:nvPr/>
              </p:nvSpPr>
              <p:spPr>
                <a:xfrm flipV="1">
                  <a:off x="44672" y="85357"/>
                  <a:ext cx="3" cy="127003"/>
                </a:xfrm>
                <a:prstGeom prst="line">
                  <a:avLst/>
                </a:prstGeom>
                <a:noFill/>
                <a:ln w="25400" cap="flat">
                  <a:solidFill>
                    <a:schemeClr val="tx1"/>
                  </a:solidFill>
                  <a:prstDash val="solid"/>
                  <a:round/>
                </a:ln>
                <a:effectLst/>
              </p:spPr>
              <p:txBody>
                <a:bodyPr wrap="square" lIns="0" tIns="0" rIns="0" bIns="0" numCol="1" anchor="t">
                  <a:noAutofit/>
                </a:bodyPr>
                <a:lstStyle/>
                <a:p>
                  <a:endParaRPr/>
                </a:p>
              </p:txBody>
            </p:sp>
          </p:grpSp>
          <p:grpSp>
            <p:nvGrpSpPr>
              <p:cNvPr id="619" name="Google Shape;477;p16"/>
              <p:cNvGrpSpPr/>
              <p:nvPr/>
            </p:nvGrpSpPr>
            <p:grpSpPr>
              <a:xfrm>
                <a:off x="3052305" y="206019"/>
                <a:ext cx="89353" cy="212360"/>
                <a:chOff x="-1" y="0"/>
                <a:chExt cx="89352" cy="212359"/>
              </a:xfrm>
            </p:grpSpPr>
            <p:sp>
              <p:nvSpPr>
                <p:cNvPr id="617" name="Google Shape;478;p16"/>
                <p:cNvSpPr/>
                <p:nvPr/>
              </p:nvSpPr>
              <p:spPr>
                <a:xfrm rot="10800000">
                  <a:off x="-1" y="123009"/>
                  <a:ext cx="89353" cy="89351"/>
                </a:xfrm>
                <a:prstGeom prst="ellipse">
                  <a:avLst/>
                </a:prstGeom>
                <a:solidFill>
                  <a:srgbClr val="CFE2F3"/>
                </a:solidFill>
                <a:ln w="12700" cap="flat">
                  <a:solidFill>
                    <a:schemeClr val="tx1"/>
                  </a:solidFill>
                  <a:miter lim="400000"/>
                </a:ln>
                <a:effectLst/>
              </p:spPr>
              <p:txBody>
                <a:bodyPr wrap="square" lIns="0" tIns="0" rIns="0" bIns="0" numCol="1" anchor="t">
                  <a:noAutofit/>
                </a:bodyPr>
                <a:lstStyle/>
                <a:p>
                  <a:endParaRPr/>
                </a:p>
              </p:txBody>
            </p:sp>
            <p:sp>
              <p:nvSpPr>
                <p:cNvPr id="618" name="Google Shape;479;p16"/>
                <p:cNvSpPr/>
                <p:nvPr/>
              </p:nvSpPr>
              <p:spPr>
                <a:xfrm flipH="1">
                  <a:off x="44673" y="0"/>
                  <a:ext cx="4" cy="127003"/>
                </a:xfrm>
                <a:prstGeom prst="line">
                  <a:avLst/>
                </a:prstGeom>
                <a:noFill/>
                <a:ln w="25400" cap="flat">
                  <a:solidFill>
                    <a:schemeClr val="tx1"/>
                  </a:solidFill>
                  <a:prstDash val="solid"/>
                  <a:round/>
                </a:ln>
                <a:effectLst/>
              </p:spPr>
              <p:txBody>
                <a:bodyPr wrap="square" lIns="0" tIns="0" rIns="0" bIns="0" numCol="1" anchor="t">
                  <a:noAutofit/>
                </a:bodyPr>
                <a:lstStyle/>
                <a:p>
                  <a:endParaRPr/>
                </a:p>
              </p:txBody>
            </p:sp>
          </p:grpSp>
          <p:grpSp>
            <p:nvGrpSpPr>
              <p:cNvPr id="622" name="Google Shape;480;p16"/>
              <p:cNvGrpSpPr/>
              <p:nvPr/>
            </p:nvGrpSpPr>
            <p:grpSpPr>
              <a:xfrm>
                <a:off x="4099026" y="-1"/>
                <a:ext cx="89349" cy="212361"/>
                <a:chOff x="0" y="0"/>
                <a:chExt cx="89347" cy="212358"/>
              </a:xfrm>
            </p:grpSpPr>
            <p:sp>
              <p:nvSpPr>
                <p:cNvPr id="620" name="Google Shape;481;p16"/>
                <p:cNvSpPr/>
                <p:nvPr/>
              </p:nvSpPr>
              <p:spPr>
                <a:xfrm>
                  <a:off x="0" y="0"/>
                  <a:ext cx="89348" cy="89349"/>
                </a:xfrm>
                <a:prstGeom prst="ellipse">
                  <a:avLst/>
                </a:prstGeom>
                <a:solidFill>
                  <a:srgbClr val="CFE2F3"/>
                </a:solidFill>
                <a:ln w="12700" cap="flat">
                  <a:solidFill>
                    <a:schemeClr val="tx1"/>
                  </a:solidFill>
                  <a:miter lim="400000"/>
                </a:ln>
                <a:effectLst/>
              </p:spPr>
              <p:txBody>
                <a:bodyPr wrap="square" lIns="0" tIns="0" rIns="0" bIns="0" numCol="1" anchor="t">
                  <a:noAutofit/>
                </a:bodyPr>
                <a:lstStyle/>
                <a:p>
                  <a:endParaRPr/>
                </a:p>
              </p:txBody>
            </p:sp>
            <p:sp>
              <p:nvSpPr>
                <p:cNvPr id="621" name="Google Shape;482;p16"/>
                <p:cNvSpPr/>
                <p:nvPr/>
              </p:nvSpPr>
              <p:spPr>
                <a:xfrm flipV="1">
                  <a:off x="44672" y="85357"/>
                  <a:ext cx="3" cy="127003"/>
                </a:xfrm>
                <a:prstGeom prst="line">
                  <a:avLst/>
                </a:prstGeom>
                <a:noFill/>
                <a:ln w="25400" cap="flat">
                  <a:solidFill>
                    <a:schemeClr val="tx1"/>
                  </a:solidFill>
                  <a:prstDash val="solid"/>
                  <a:round/>
                </a:ln>
                <a:effectLst/>
              </p:spPr>
              <p:txBody>
                <a:bodyPr wrap="square" lIns="0" tIns="0" rIns="0" bIns="0" numCol="1" anchor="t">
                  <a:noAutofit/>
                </a:bodyPr>
                <a:lstStyle/>
                <a:p>
                  <a:endParaRPr/>
                </a:p>
              </p:txBody>
            </p:sp>
          </p:grpSp>
          <p:grpSp>
            <p:nvGrpSpPr>
              <p:cNvPr id="625" name="Google Shape;489;p16"/>
              <p:cNvGrpSpPr/>
              <p:nvPr/>
            </p:nvGrpSpPr>
            <p:grpSpPr>
              <a:xfrm>
                <a:off x="5164482" y="206019"/>
                <a:ext cx="89349" cy="212360"/>
                <a:chOff x="0" y="0"/>
                <a:chExt cx="89348" cy="212359"/>
              </a:xfrm>
            </p:grpSpPr>
            <p:sp>
              <p:nvSpPr>
                <p:cNvPr id="623" name="Google Shape;490;p16"/>
                <p:cNvSpPr/>
                <p:nvPr/>
              </p:nvSpPr>
              <p:spPr>
                <a:xfrm rot="10800000">
                  <a:off x="-1" y="123009"/>
                  <a:ext cx="89349" cy="89351"/>
                </a:xfrm>
                <a:prstGeom prst="ellipse">
                  <a:avLst/>
                </a:prstGeom>
                <a:solidFill>
                  <a:srgbClr val="CFE2F3"/>
                </a:solidFill>
                <a:ln w="12700" cap="flat">
                  <a:solidFill>
                    <a:schemeClr val="tx1"/>
                  </a:solidFill>
                  <a:miter lim="400000"/>
                </a:ln>
                <a:effectLst/>
              </p:spPr>
              <p:txBody>
                <a:bodyPr wrap="square" lIns="0" tIns="0" rIns="0" bIns="0" numCol="1" anchor="t">
                  <a:noAutofit/>
                </a:bodyPr>
                <a:lstStyle/>
                <a:p>
                  <a:endParaRPr/>
                </a:p>
              </p:txBody>
            </p:sp>
            <p:sp>
              <p:nvSpPr>
                <p:cNvPr id="624" name="Google Shape;491;p16"/>
                <p:cNvSpPr/>
                <p:nvPr/>
              </p:nvSpPr>
              <p:spPr>
                <a:xfrm flipH="1">
                  <a:off x="44672" y="0"/>
                  <a:ext cx="4" cy="127003"/>
                </a:xfrm>
                <a:prstGeom prst="line">
                  <a:avLst/>
                </a:prstGeom>
                <a:noFill/>
                <a:ln w="25400" cap="flat">
                  <a:solidFill>
                    <a:schemeClr val="tx1"/>
                  </a:solidFill>
                  <a:prstDash val="solid"/>
                  <a:round/>
                </a:ln>
                <a:effectLst/>
              </p:spPr>
              <p:txBody>
                <a:bodyPr wrap="square" lIns="0" tIns="0" rIns="0" bIns="0" numCol="1" anchor="t">
                  <a:noAutofit/>
                </a:bodyPr>
                <a:lstStyle/>
                <a:p>
                  <a:endParaRPr/>
                </a:p>
              </p:txBody>
            </p:sp>
          </p:grpSp>
          <p:grpSp>
            <p:nvGrpSpPr>
              <p:cNvPr id="628" name="Google Shape;492;p16"/>
              <p:cNvGrpSpPr/>
              <p:nvPr/>
            </p:nvGrpSpPr>
            <p:grpSpPr>
              <a:xfrm>
                <a:off x="6211199" y="-1"/>
                <a:ext cx="89349" cy="212361"/>
                <a:chOff x="0" y="0"/>
                <a:chExt cx="89347" cy="212358"/>
              </a:xfrm>
            </p:grpSpPr>
            <p:sp>
              <p:nvSpPr>
                <p:cNvPr id="626" name="Google Shape;493;p16"/>
                <p:cNvSpPr/>
                <p:nvPr/>
              </p:nvSpPr>
              <p:spPr>
                <a:xfrm>
                  <a:off x="0" y="0"/>
                  <a:ext cx="89348" cy="89349"/>
                </a:xfrm>
                <a:prstGeom prst="ellipse">
                  <a:avLst/>
                </a:prstGeom>
                <a:solidFill>
                  <a:srgbClr val="CFE2F3"/>
                </a:solidFill>
                <a:ln w="12700" cap="flat">
                  <a:solidFill>
                    <a:schemeClr val="tx1"/>
                  </a:solidFill>
                  <a:miter lim="400000"/>
                </a:ln>
                <a:effectLst/>
              </p:spPr>
              <p:txBody>
                <a:bodyPr wrap="square" lIns="0" tIns="0" rIns="0" bIns="0" numCol="1" anchor="t">
                  <a:noAutofit/>
                </a:bodyPr>
                <a:lstStyle/>
                <a:p>
                  <a:endParaRPr/>
                </a:p>
              </p:txBody>
            </p:sp>
            <p:sp>
              <p:nvSpPr>
                <p:cNvPr id="627" name="Google Shape;494;p16"/>
                <p:cNvSpPr/>
                <p:nvPr/>
              </p:nvSpPr>
              <p:spPr>
                <a:xfrm flipV="1">
                  <a:off x="44672" y="85357"/>
                  <a:ext cx="3" cy="127003"/>
                </a:xfrm>
                <a:prstGeom prst="line">
                  <a:avLst/>
                </a:prstGeom>
                <a:noFill/>
                <a:ln w="25400" cap="flat">
                  <a:solidFill>
                    <a:schemeClr val="tx1"/>
                  </a:solidFill>
                  <a:prstDash val="solid"/>
                  <a:round/>
                </a:ln>
                <a:effectLst/>
              </p:spPr>
              <p:txBody>
                <a:bodyPr wrap="square" lIns="0" tIns="0" rIns="0" bIns="0" numCol="1" anchor="t">
                  <a:noAutofit/>
                </a:bodyPr>
                <a:lstStyle/>
                <a:p>
                  <a:endParaRPr/>
                </a:p>
              </p:txBody>
            </p:sp>
          </p:grpSp>
          <p:grpSp>
            <p:nvGrpSpPr>
              <p:cNvPr id="631" name="Google Shape;501;p16"/>
              <p:cNvGrpSpPr/>
              <p:nvPr/>
            </p:nvGrpSpPr>
            <p:grpSpPr>
              <a:xfrm>
                <a:off x="7276650" y="206019"/>
                <a:ext cx="89353" cy="212360"/>
                <a:chOff x="-1" y="0"/>
                <a:chExt cx="89352" cy="212359"/>
              </a:xfrm>
            </p:grpSpPr>
            <p:sp>
              <p:nvSpPr>
                <p:cNvPr id="629" name="Google Shape;502;p16"/>
                <p:cNvSpPr/>
                <p:nvPr/>
              </p:nvSpPr>
              <p:spPr>
                <a:xfrm rot="10800000">
                  <a:off x="-1" y="123009"/>
                  <a:ext cx="89353" cy="89351"/>
                </a:xfrm>
                <a:prstGeom prst="ellipse">
                  <a:avLst/>
                </a:prstGeom>
                <a:solidFill>
                  <a:srgbClr val="CFE2F3"/>
                </a:solidFill>
                <a:ln w="12700" cap="flat">
                  <a:solidFill>
                    <a:schemeClr val="tx1"/>
                  </a:solidFill>
                  <a:miter lim="400000"/>
                </a:ln>
                <a:effectLst/>
              </p:spPr>
              <p:txBody>
                <a:bodyPr wrap="square" lIns="0" tIns="0" rIns="0" bIns="0" numCol="1" anchor="t">
                  <a:noAutofit/>
                </a:bodyPr>
                <a:lstStyle/>
                <a:p>
                  <a:endParaRPr dirty="0"/>
                </a:p>
              </p:txBody>
            </p:sp>
            <p:sp>
              <p:nvSpPr>
                <p:cNvPr id="630" name="Google Shape;503;p16"/>
                <p:cNvSpPr/>
                <p:nvPr/>
              </p:nvSpPr>
              <p:spPr>
                <a:xfrm flipH="1">
                  <a:off x="44673" y="0"/>
                  <a:ext cx="4" cy="127003"/>
                </a:xfrm>
                <a:prstGeom prst="line">
                  <a:avLst/>
                </a:prstGeom>
                <a:noFill/>
                <a:ln w="25400" cap="flat">
                  <a:solidFill>
                    <a:schemeClr val="tx1"/>
                  </a:solidFill>
                  <a:prstDash val="solid"/>
                  <a:round/>
                </a:ln>
                <a:effectLst/>
              </p:spPr>
              <p:txBody>
                <a:bodyPr wrap="square" lIns="0" tIns="0" rIns="0" bIns="0" numCol="1" anchor="t">
                  <a:noAutofit/>
                </a:bodyPr>
                <a:lstStyle/>
                <a:p>
                  <a:endParaRPr/>
                </a:p>
              </p:txBody>
            </p:sp>
          </p:grpSp>
        </p:grpSp>
        <p:grpSp>
          <p:nvGrpSpPr>
            <p:cNvPr id="636" name="Group"/>
            <p:cNvGrpSpPr/>
            <p:nvPr/>
          </p:nvGrpSpPr>
          <p:grpSpPr>
            <a:xfrm>
              <a:off x="7314651" y="1251344"/>
              <a:ext cx="1345502" cy="742813"/>
              <a:chOff x="0" y="0"/>
              <a:chExt cx="1345501" cy="742812"/>
            </a:xfrm>
          </p:grpSpPr>
          <p:sp>
            <p:nvSpPr>
              <p:cNvPr id="633" name="Google Shape;504;p16"/>
              <p:cNvSpPr txBox="1"/>
              <p:nvPr/>
            </p:nvSpPr>
            <p:spPr>
              <a:xfrm>
                <a:off x="0" y="0"/>
                <a:ext cx="924901" cy="4318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indent="12700">
                  <a:defRPr sz="2800">
                    <a:solidFill>
                      <a:srgbClr val="003867"/>
                    </a:solidFill>
                    <a:latin typeface="Montserrat Bold"/>
                    <a:ea typeface="Montserrat Bold"/>
                    <a:cs typeface="Montserrat Bold"/>
                  </a:defRPr>
                </a:lvl1pPr>
              </a:lstStyle>
              <a:p>
                <a:r>
                  <a:rPr dirty="0"/>
                  <a:t>2025</a:t>
                </a:r>
              </a:p>
            </p:txBody>
          </p:sp>
          <p:sp>
            <p:nvSpPr>
              <p:cNvPr id="634" name="Google Shape;505;p16"/>
              <p:cNvSpPr txBox="1"/>
              <p:nvPr/>
            </p:nvSpPr>
            <p:spPr>
              <a:xfrm>
                <a:off x="0" y="410007"/>
                <a:ext cx="1062300" cy="2032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marL="205104" marR="5080" indent="-193038">
                  <a:lnSpc>
                    <a:spcPct val="114900"/>
                  </a:lnSpc>
                  <a:defRPr sz="1300">
                    <a:solidFill>
                      <a:srgbClr val="F37820"/>
                    </a:solidFill>
                    <a:latin typeface="Montserrat Regular"/>
                    <a:ea typeface="Montserrat Regular"/>
                    <a:cs typeface="Montserrat Regular"/>
                    <a:sym typeface="Montserrat Regular"/>
                  </a:defRPr>
                </a:lvl1pPr>
              </a:lstStyle>
              <a:p>
                <a:r>
                  <a:rPr dirty="0"/>
                  <a:t>Expansion</a:t>
                </a:r>
              </a:p>
            </p:txBody>
          </p:sp>
          <p:sp>
            <p:nvSpPr>
              <p:cNvPr id="635" name="Google Shape;506;p16"/>
              <p:cNvSpPr txBox="1"/>
              <p:nvPr/>
            </p:nvSpPr>
            <p:spPr>
              <a:xfrm>
                <a:off x="0" y="629448"/>
                <a:ext cx="1345501" cy="11336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205104" marR="5080" indent="-193038">
                  <a:lnSpc>
                    <a:spcPct val="114900"/>
                  </a:lnSpc>
                  <a:defRPr sz="700">
                    <a:solidFill>
                      <a:srgbClr val="003867"/>
                    </a:solidFill>
                  </a:defRPr>
                </a:lvl1pPr>
              </a:lstStyle>
              <a:p>
                <a:r>
                  <a:rPr lang="en-US" dirty="0"/>
                  <a:t>We opened Al Tahlia Branch</a:t>
                </a:r>
                <a:endParaRPr dirty="0"/>
              </a:p>
            </p:txBody>
          </p:sp>
        </p:grpSp>
      </p:grpSp>
      <p:sp>
        <p:nvSpPr>
          <p:cNvPr id="67" name="We opened MyClinic (MCJ1)"/>
          <p:cNvSpPr txBox="1"/>
          <p:nvPr/>
        </p:nvSpPr>
        <p:spPr>
          <a:xfrm>
            <a:off x="1427178" y="3636096"/>
            <a:ext cx="1667370" cy="11336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marL="205104" marR="5080" indent="-193038">
              <a:lnSpc>
                <a:spcPct val="114900"/>
              </a:lnSpc>
              <a:defRPr sz="700">
                <a:solidFill>
                  <a:srgbClr val="BFCFDB"/>
                </a:solidFill>
                <a:latin typeface="Gontserrat Light"/>
                <a:ea typeface="Gontserrat Light"/>
                <a:cs typeface="Gontserrat Light"/>
                <a:sym typeface="Gontserrat Light"/>
              </a:defRPr>
            </a:lvl1pPr>
          </a:lstStyle>
          <a:p>
            <a:r>
              <a:rPr lang="en-GB" dirty="0">
                <a:solidFill>
                  <a:srgbClr val="003867"/>
                </a:solidFill>
                <a:latin typeface="+mn-lt"/>
              </a:rPr>
              <a:t>New programs: Such as In-House clinics</a:t>
            </a:r>
            <a:endParaRPr dirty="0">
              <a:solidFill>
                <a:srgbClr val="003867"/>
              </a:solidFill>
              <a:latin typeface="+mn-lt"/>
            </a:endParaRPr>
          </a:p>
        </p:txBody>
      </p:sp>
      <p:sp>
        <p:nvSpPr>
          <p:cNvPr id="3" name="Google Shape;493;p16">
            <a:extLst>
              <a:ext uri="{FF2B5EF4-FFF2-40B4-BE49-F238E27FC236}">
                <a16:creationId xmlns:a16="http://schemas.microsoft.com/office/drawing/2014/main" id="{6D68359C-010D-2408-AC7D-88B354C69C16}"/>
              </a:ext>
            </a:extLst>
          </p:cNvPr>
          <p:cNvSpPr/>
          <p:nvPr/>
        </p:nvSpPr>
        <p:spPr>
          <a:xfrm>
            <a:off x="8512857" y="2416653"/>
            <a:ext cx="89350" cy="89351"/>
          </a:xfrm>
          <a:prstGeom prst="ellipse">
            <a:avLst/>
          </a:prstGeom>
          <a:solidFill>
            <a:srgbClr val="CFE2F3"/>
          </a:solidFill>
          <a:ln w="12700" cap="flat">
            <a:solidFill>
              <a:schemeClr val="tx1"/>
            </a:solidFill>
            <a:miter lim="400000"/>
          </a:ln>
          <a:effectLst/>
        </p:spPr>
        <p:txBody>
          <a:bodyPr wrap="square" lIns="0" tIns="0" rIns="0" bIns="0" numCol="1" anchor="t">
            <a:noAutofit/>
          </a:bodyPr>
          <a:lstStyle/>
          <a:p>
            <a:endParaRPr/>
          </a:p>
        </p:txBody>
      </p:sp>
      <p:sp>
        <p:nvSpPr>
          <p:cNvPr id="4" name="Google Shape;494;p16">
            <a:extLst>
              <a:ext uri="{FF2B5EF4-FFF2-40B4-BE49-F238E27FC236}">
                <a16:creationId xmlns:a16="http://schemas.microsoft.com/office/drawing/2014/main" id="{7C8EA255-9F56-CE45-AB56-5066CE38D001}"/>
              </a:ext>
            </a:extLst>
          </p:cNvPr>
          <p:cNvSpPr/>
          <p:nvPr/>
        </p:nvSpPr>
        <p:spPr>
          <a:xfrm flipV="1">
            <a:off x="8550655" y="2502012"/>
            <a:ext cx="3" cy="127005"/>
          </a:xfrm>
          <a:prstGeom prst="line">
            <a:avLst/>
          </a:prstGeom>
          <a:noFill/>
          <a:ln w="25400" cap="flat">
            <a:solidFill>
              <a:schemeClr val="tx1"/>
            </a:solidFill>
            <a:prstDash val="solid"/>
            <a:round/>
          </a:ln>
          <a:effectLst/>
        </p:spPr>
        <p:txBody>
          <a:bodyPr wrap="square" lIns="0" tIns="0" rIns="0" bIns="0" numCol="1" anchor="t">
            <a:noAutofit/>
          </a:bodyPr>
          <a:lstStyle/>
          <a:p>
            <a:endParaRPr/>
          </a:p>
        </p:txBody>
      </p:sp>
      <p:sp>
        <p:nvSpPr>
          <p:cNvPr id="5" name="Google Shape;504;p16">
            <a:extLst>
              <a:ext uri="{FF2B5EF4-FFF2-40B4-BE49-F238E27FC236}">
                <a16:creationId xmlns:a16="http://schemas.microsoft.com/office/drawing/2014/main" id="{7BB40F7C-09C4-530C-B048-D0902977560E}"/>
              </a:ext>
            </a:extLst>
          </p:cNvPr>
          <p:cNvSpPr txBox="1"/>
          <p:nvPr/>
        </p:nvSpPr>
        <p:spPr>
          <a:xfrm>
            <a:off x="8113905" y="1573528"/>
            <a:ext cx="924902" cy="431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indent="12700">
              <a:defRPr sz="2800">
                <a:solidFill>
                  <a:srgbClr val="003867"/>
                </a:solidFill>
                <a:latin typeface="Montserrat Bold"/>
                <a:ea typeface="Montserrat Bold"/>
                <a:cs typeface="Montserrat Bold"/>
              </a:defRPr>
            </a:lvl1pPr>
          </a:lstStyle>
          <a:p>
            <a:r>
              <a:rPr dirty="0"/>
              <a:t>202</a:t>
            </a:r>
            <a:r>
              <a:rPr lang="en-US" dirty="0"/>
              <a:t>6</a:t>
            </a:r>
            <a:endParaRPr dirty="0"/>
          </a:p>
        </p:txBody>
      </p:sp>
      <p:sp>
        <p:nvSpPr>
          <p:cNvPr id="6" name="Google Shape;505;p16">
            <a:extLst>
              <a:ext uri="{FF2B5EF4-FFF2-40B4-BE49-F238E27FC236}">
                <a16:creationId xmlns:a16="http://schemas.microsoft.com/office/drawing/2014/main" id="{2B703B60-8D79-3389-84C6-2F88F356D36F}"/>
              </a:ext>
            </a:extLst>
          </p:cNvPr>
          <p:cNvSpPr txBox="1"/>
          <p:nvPr/>
        </p:nvSpPr>
        <p:spPr>
          <a:xfrm>
            <a:off x="8113905" y="1983536"/>
            <a:ext cx="1062301" cy="2032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marL="205104" marR="5080" indent="-193038">
              <a:lnSpc>
                <a:spcPct val="114900"/>
              </a:lnSpc>
              <a:defRPr sz="1300">
                <a:solidFill>
                  <a:srgbClr val="F37820"/>
                </a:solidFill>
                <a:latin typeface="Montserrat Regular"/>
                <a:ea typeface="Montserrat Regular"/>
                <a:cs typeface="Montserrat Regular"/>
                <a:sym typeface="Montserrat Regular"/>
              </a:defRPr>
            </a:lvl1pPr>
          </a:lstStyle>
          <a:p>
            <a:r>
              <a:rPr dirty="0"/>
              <a:t>Expansion</a:t>
            </a:r>
          </a:p>
        </p:txBody>
      </p:sp>
      <p:sp>
        <p:nvSpPr>
          <p:cNvPr id="9" name="Google Shape;506;p16">
            <a:extLst>
              <a:ext uri="{FF2B5EF4-FFF2-40B4-BE49-F238E27FC236}">
                <a16:creationId xmlns:a16="http://schemas.microsoft.com/office/drawing/2014/main" id="{E1691037-DD1C-581C-14C1-20DC7C638AF5}"/>
              </a:ext>
            </a:extLst>
          </p:cNvPr>
          <p:cNvSpPr txBox="1"/>
          <p:nvPr/>
        </p:nvSpPr>
        <p:spPr>
          <a:xfrm>
            <a:off x="8113905" y="2176563"/>
            <a:ext cx="1180314" cy="23724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205104" marR="5080" indent="-193038">
              <a:lnSpc>
                <a:spcPct val="114900"/>
              </a:lnSpc>
              <a:defRPr sz="700">
                <a:solidFill>
                  <a:srgbClr val="003867"/>
                </a:solidFill>
              </a:defRPr>
            </a:lvl1pPr>
          </a:lstStyle>
          <a:p>
            <a:r>
              <a:rPr lang="en-US" dirty="0"/>
              <a:t>We opened </a:t>
            </a:r>
          </a:p>
          <a:p>
            <a:r>
              <a:rPr lang="en-US" dirty="0"/>
              <a:t>Obhur Branch</a:t>
            </a:r>
            <a:endParaRPr dirty="0"/>
          </a:p>
        </p:txBody>
      </p:sp>
      <p:sp>
        <p:nvSpPr>
          <p:cNvPr id="7" name="GVCLASSIFICATIONHEADER1579212161">
            <a:extLst>
              <a:ext uri="{FF2B5EF4-FFF2-40B4-BE49-F238E27FC236}">
                <a16:creationId xmlns:a16="http://schemas.microsoft.com/office/drawing/2014/main" id="{F9F528E7-5635-BE6E-68BF-765C08A6F77D}"/>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4" name="Rounded Rectangle"/>
          <p:cNvSpPr/>
          <p:nvPr/>
        </p:nvSpPr>
        <p:spPr>
          <a:xfrm>
            <a:off x="6637256" y="1230602"/>
            <a:ext cx="860268" cy="890258"/>
          </a:xfrm>
          <a:prstGeom prst="roundRect">
            <a:avLst>
              <a:gd name="adj" fmla="val 29035"/>
            </a:avLst>
          </a:prstGeom>
          <a:solidFill>
            <a:srgbClr val="0B1C3F"/>
          </a:solidFill>
          <a:ln w="12700">
            <a:miter lim="400000"/>
          </a:ln>
        </p:spPr>
        <p:txBody>
          <a:bodyPr lIns="0" tIns="0" rIns="0" bIns="0"/>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55" name="Rounded Rectangle"/>
          <p:cNvSpPr/>
          <p:nvPr/>
        </p:nvSpPr>
        <p:spPr>
          <a:xfrm>
            <a:off x="6115367" y="1645349"/>
            <a:ext cx="1904047" cy="2053155"/>
          </a:xfrm>
          <a:prstGeom prst="roundRect">
            <a:avLst>
              <a:gd name="adj" fmla="val 4772"/>
            </a:avLst>
          </a:prstGeom>
          <a:solidFill>
            <a:srgbClr val="0B1C3F">
              <a:alpha val="20000"/>
            </a:srgbClr>
          </a:solidFill>
          <a:ln w="12700">
            <a:miter lim="400000"/>
          </a:ln>
        </p:spPr>
        <p:txBody>
          <a:bodyPr lIns="0" tIns="0" rIns="0" bIns="0"/>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56" name="Rounded Rectangle"/>
          <p:cNvSpPr/>
          <p:nvPr/>
        </p:nvSpPr>
        <p:spPr>
          <a:xfrm>
            <a:off x="1143124" y="1645349"/>
            <a:ext cx="1904047" cy="2053155"/>
          </a:xfrm>
          <a:prstGeom prst="roundRect">
            <a:avLst>
              <a:gd name="adj" fmla="val 4772"/>
            </a:avLst>
          </a:prstGeom>
          <a:solidFill>
            <a:srgbClr val="9885BC">
              <a:alpha val="20000"/>
            </a:srgbClr>
          </a:solidFill>
          <a:ln w="12700">
            <a:miter lim="400000"/>
          </a:ln>
        </p:spPr>
        <p:txBody>
          <a:bodyPr lIns="0" tIns="0" rIns="0" bIns="0"/>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557" name="image3.png" descr="image3.png"/>
          <p:cNvPicPr>
            <a:picLocks noChangeAspect="1"/>
          </p:cNvPicPr>
          <p:nvPr/>
        </p:nvPicPr>
        <p:blipFill>
          <a:blip r:embed="rId2"/>
          <a:stretch>
            <a:fillRect/>
          </a:stretch>
        </p:blipFill>
        <p:spPr>
          <a:xfrm>
            <a:off x="252350" y="146743"/>
            <a:ext cx="998700" cy="364316"/>
          </a:xfrm>
          <a:prstGeom prst="rect">
            <a:avLst/>
          </a:prstGeom>
          <a:ln w="12700">
            <a:miter lim="400000"/>
          </a:ln>
        </p:spPr>
      </p:pic>
      <p:sp>
        <p:nvSpPr>
          <p:cNvPr id="558" name="Key Awards"/>
          <p:cNvSpPr txBox="1"/>
          <p:nvPr/>
        </p:nvSpPr>
        <p:spPr>
          <a:xfrm>
            <a:off x="261048" y="676913"/>
            <a:ext cx="2538105" cy="317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100">
                <a:solidFill>
                  <a:srgbClr val="003867"/>
                </a:solidFill>
                <a:latin typeface="Montserrat Bold"/>
                <a:ea typeface="Montserrat Bold"/>
                <a:cs typeface="Montserrat Bold"/>
                <a:sym typeface="Montserrat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2100" b="0" i="0" u="none" strike="noStrike" kern="0" cap="none" spc="0" normalizeH="0" baseline="0" noProof="0">
                <a:ln>
                  <a:noFill/>
                </a:ln>
                <a:solidFill>
                  <a:srgbClr val="003867"/>
                </a:solidFill>
                <a:effectLst/>
                <a:uLnTx/>
                <a:uFillTx/>
                <a:latin typeface="Montserrat Bold"/>
                <a:sym typeface="Montserrat Bold"/>
              </a:rPr>
              <a:t>Key Awards</a:t>
            </a:r>
          </a:p>
        </p:txBody>
      </p:sp>
      <p:grpSp>
        <p:nvGrpSpPr>
          <p:cNvPr id="562" name="Group"/>
          <p:cNvGrpSpPr/>
          <p:nvPr/>
        </p:nvGrpSpPr>
        <p:grpSpPr>
          <a:xfrm>
            <a:off x="252346" y="4832797"/>
            <a:ext cx="8659860" cy="127001"/>
            <a:chOff x="-1" y="0"/>
            <a:chExt cx="8659859" cy="127000"/>
          </a:xfrm>
        </p:grpSpPr>
        <p:sp>
          <p:nvSpPr>
            <p:cNvPr id="559" name="Rectangle"/>
            <p:cNvSpPr/>
            <p:nvPr/>
          </p:nvSpPr>
          <p:spPr>
            <a:xfrm>
              <a:off x="543980" y="54649"/>
              <a:ext cx="7881853" cy="17706"/>
            </a:xfrm>
            <a:prstGeom prst="rect">
              <a:avLst/>
            </a:prstGeom>
            <a:solidFill>
              <a:srgbClr val="004778"/>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0" name="Key Awards"/>
            <p:cNvSpPr txBox="1"/>
            <p:nvPr/>
          </p:nvSpPr>
          <p:spPr>
            <a:xfrm>
              <a:off x="-2" y="-1"/>
              <a:ext cx="731105"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pPr marL="0" marR="0" lvl="0" indent="0" algn="l" defTabSz="914400" rtl="0" eaLnBrk="1" fontAlgn="auto" latinLnBrk="0" hangingPunct="0">
                <a:lnSpc>
                  <a:spcPct val="150000"/>
                </a:lnSpc>
                <a:spcBef>
                  <a:spcPts val="0"/>
                </a:spcBef>
                <a:spcAft>
                  <a:spcPts val="0"/>
                </a:spcAft>
                <a:buClrTx/>
                <a:buSzTx/>
                <a:buFontTx/>
                <a:buNone/>
                <a:tabLst/>
                <a:defRPr/>
              </a:pPr>
              <a:r>
                <a:rPr kumimoji="0" sz="600" b="0" i="0" u="none" strike="noStrike" kern="0" cap="none" spc="0" normalizeH="0" baseline="0" noProof="0">
                  <a:ln>
                    <a:noFill/>
                  </a:ln>
                  <a:solidFill>
                    <a:srgbClr val="122658"/>
                  </a:solidFill>
                  <a:effectLst/>
                  <a:uLnTx/>
                  <a:uFillTx/>
                  <a:latin typeface="Montserrat Bold"/>
                  <a:sym typeface="Montserrat Bold"/>
                </a:rPr>
                <a:t>Key Awards</a:t>
              </a:r>
            </a:p>
          </p:txBody>
        </p:sp>
        <p:sp>
          <p:nvSpPr>
            <p:cNvPr id="561" name="17"/>
            <p:cNvSpPr txBox="1"/>
            <p:nvPr/>
          </p:nvSpPr>
          <p:spPr>
            <a:xfrm>
              <a:off x="8408454" y="-1"/>
              <a:ext cx="251404"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pPr marL="0" marR="0" lvl="0" indent="0" algn="ctr" defTabSz="914400" rtl="0" eaLnBrk="1" fontAlgn="auto" latinLnBrk="0" hangingPunct="0">
                <a:lnSpc>
                  <a:spcPct val="150000"/>
                </a:lnSpc>
                <a:spcBef>
                  <a:spcPts val="0"/>
                </a:spcBef>
                <a:spcAft>
                  <a:spcPts val="0"/>
                </a:spcAft>
                <a:buClrTx/>
                <a:buSzTx/>
                <a:buFontTx/>
                <a:buNone/>
                <a:tabLst/>
                <a:defRPr/>
              </a:pPr>
              <a:r>
                <a:rPr kumimoji="0" sz="800" b="0" i="0" u="none" strike="noStrike" kern="0" cap="none" spc="0" normalizeH="0" baseline="0" noProof="0">
                  <a:ln>
                    <a:noFill/>
                  </a:ln>
                  <a:solidFill>
                    <a:srgbClr val="122658"/>
                  </a:solidFill>
                  <a:effectLst/>
                  <a:uLnTx/>
                  <a:uFillTx/>
                  <a:latin typeface="Montserrat Bold"/>
                  <a:sym typeface="Montserrat Bold"/>
                </a:rPr>
                <a:t>15</a:t>
              </a:r>
            </a:p>
          </p:txBody>
        </p:sp>
      </p:grpSp>
      <p:sp>
        <p:nvSpPr>
          <p:cNvPr id="563" name="Centre of Excellence"/>
          <p:cNvSpPr txBox="1"/>
          <p:nvPr/>
        </p:nvSpPr>
        <p:spPr>
          <a:xfrm>
            <a:off x="1236556" y="2279052"/>
            <a:ext cx="1704047" cy="203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lgn="ctr">
              <a:spcBef>
                <a:spcPts val="100"/>
              </a:spcBef>
              <a:defRPr sz="1300" spc="-65">
                <a:solidFill>
                  <a:srgbClr val="642F8B"/>
                </a:solidFill>
                <a:latin typeface="Montserrat Bold"/>
                <a:ea typeface="Montserrat Bold"/>
                <a:cs typeface="Montserrat Bold"/>
                <a:sym typeface="Montserrat Bold"/>
              </a:defRPr>
            </a:lvl1pPr>
          </a:lstStyle>
          <a:p>
            <a:pPr marL="0" marR="0" lvl="0" indent="12700" algn="ctr" defTabSz="914400" rtl="0" eaLnBrk="1" fontAlgn="auto" latinLnBrk="0" hangingPunct="0">
              <a:lnSpc>
                <a:spcPct val="100000"/>
              </a:lnSpc>
              <a:spcBef>
                <a:spcPts val="100"/>
              </a:spcBef>
              <a:spcAft>
                <a:spcPts val="0"/>
              </a:spcAft>
              <a:buClrTx/>
              <a:buSzTx/>
              <a:buFontTx/>
              <a:buNone/>
              <a:tabLst/>
              <a:defRPr/>
            </a:pPr>
            <a:r>
              <a:rPr kumimoji="0" sz="1300" b="0" i="0" u="none" strike="noStrike" kern="0" cap="none" spc="-65" normalizeH="0" baseline="0" noProof="0">
                <a:ln>
                  <a:noFill/>
                </a:ln>
                <a:solidFill>
                  <a:srgbClr val="642F8B"/>
                </a:solidFill>
                <a:effectLst/>
                <a:uLnTx/>
                <a:uFillTx/>
                <a:latin typeface="Montserrat Bold"/>
                <a:sym typeface="Montserrat Bold"/>
              </a:rPr>
              <a:t>Centre of Excellence</a:t>
            </a:r>
          </a:p>
        </p:txBody>
      </p:sp>
      <p:sp>
        <p:nvSpPr>
          <p:cNvPr id="564" name="CBAHI"/>
          <p:cNvSpPr txBox="1"/>
          <p:nvPr/>
        </p:nvSpPr>
        <p:spPr>
          <a:xfrm>
            <a:off x="6215367" y="2279052"/>
            <a:ext cx="1704048" cy="203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lgn="ctr">
              <a:spcBef>
                <a:spcPts val="100"/>
              </a:spcBef>
              <a:defRPr sz="1300" spc="-65">
                <a:solidFill>
                  <a:srgbClr val="0B1C3F"/>
                </a:solidFill>
                <a:latin typeface="Montserrat Bold"/>
                <a:ea typeface="Montserrat Bold"/>
                <a:cs typeface="Montserrat Bold"/>
                <a:sym typeface="Montserrat Bold"/>
              </a:defRPr>
            </a:lvl1pPr>
          </a:lstStyle>
          <a:p>
            <a:pPr marL="0" marR="0" lvl="0" indent="12700" algn="ctr" defTabSz="914400" rtl="0" eaLnBrk="1" fontAlgn="auto" latinLnBrk="0" hangingPunct="0">
              <a:lnSpc>
                <a:spcPct val="100000"/>
              </a:lnSpc>
              <a:spcBef>
                <a:spcPts val="100"/>
              </a:spcBef>
              <a:spcAft>
                <a:spcPts val="0"/>
              </a:spcAft>
              <a:buClrTx/>
              <a:buSzTx/>
              <a:buFontTx/>
              <a:buNone/>
              <a:tabLst/>
              <a:defRPr/>
            </a:pPr>
            <a:r>
              <a:rPr kumimoji="0" sz="1300" b="0" i="0" u="none" strike="noStrike" kern="0" cap="none" spc="-65" normalizeH="0" baseline="0" noProof="0" dirty="0">
                <a:ln>
                  <a:noFill/>
                </a:ln>
                <a:solidFill>
                  <a:srgbClr val="0B1C3F"/>
                </a:solidFill>
                <a:effectLst/>
                <a:uLnTx/>
                <a:uFillTx/>
                <a:latin typeface="Montserrat Bold"/>
                <a:sym typeface="Montserrat Bold"/>
              </a:rPr>
              <a:t>CBAHI</a:t>
            </a:r>
          </a:p>
        </p:txBody>
      </p:sp>
      <p:sp>
        <p:nvSpPr>
          <p:cNvPr id="565" name="Best Clinical Patient Outcome 2019-2020"/>
          <p:cNvSpPr txBox="1"/>
          <p:nvPr/>
        </p:nvSpPr>
        <p:spPr>
          <a:xfrm>
            <a:off x="1143125" y="2897000"/>
            <a:ext cx="1896794"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marL="229233" marR="5080" lvl="0" indent="-229233" algn="ctr" defTabSz="914400" eaLnBrk="1" fontAlgn="auto" latinLnBrk="0" hangingPunct="0">
              <a:lnSpc>
                <a:spcPct val="90000"/>
              </a:lnSpc>
              <a:spcBef>
                <a:spcPts val="0"/>
              </a:spcBef>
              <a:spcAft>
                <a:spcPts val="0"/>
              </a:spcAft>
              <a:buClrTx/>
              <a:buSzTx/>
              <a:buFontTx/>
              <a:buNone/>
              <a:tabLst/>
              <a:defRPr sz="700">
                <a:solidFill>
                  <a:srgbClr val="0B1C3F"/>
                </a:solidFill>
                <a:latin typeface="Montserrat Regular"/>
                <a:ea typeface="Montserrat Regular"/>
                <a:cs typeface="Montserrat Regular"/>
                <a:sym typeface="Montserrat Regular"/>
              </a:defRPr>
            </a:pPr>
            <a:r>
              <a:rPr kumimoji="0" sz="1000" b="0" i="0" u="none" strike="noStrike" kern="0" cap="none" spc="0" normalizeH="0" baseline="0" noProof="0" dirty="0">
                <a:ln>
                  <a:noFill/>
                </a:ln>
                <a:solidFill>
                  <a:srgbClr val="0B1C3F"/>
                </a:solidFill>
                <a:effectLst/>
                <a:uLnTx/>
                <a:uFillTx/>
                <a:latin typeface="Montserrat Regular"/>
                <a:sym typeface="Montserrat Regular"/>
              </a:rPr>
              <a:t>Best Clinical Patient</a:t>
            </a:r>
            <a:r>
              <a:rPr kumimoji="0" lang="en-US" sz="1000" b="0" i="0" u="none" strike="noStrike" kern="0" cap="none" spc="0" normalizeH="0" baseline="0" noProof="0" dirty="0">
                <a:ln>
                  <a:noFill/>
                </a:ln>
                <a:solidFill>
                  <a:srgbClr val="0B1C3F"/>
                </a:solidFill>
                <a:effectLst/>
                <a:uLnTx/>
                <a:uFillTx/>
                <a:latin typeface="Montserrat Regular"/>
                <a:sym typeface="Montserrat Regular"/>
              </a:rPr>
              <a:t> </a:t>
            </a:r>
            <a:r>
              <a:rPr kumimoji="0" sz="1000" b="0" i="0" u="none" strike="noStrike" kern="0" cap="none" spc="0" normalizeH="0" baseline="0" noProof="0" dirty="0">
                <a:ln>
                  <a:noFill/>
                </a:ln>
                <a:solidFill>
                  <a:srgbClr val="0B1C3F"/>
                </a:solidFill>
                <a:effectLst/>
                <a:uLnTx/>
                <a:uFillTx/>
                <a:latin typeface="Montserrat Regular"/>
                <a:sym typeface="Montserrat Regular"/>
              </a:rPr>
              <a:t>Outcome</a:t>
            </a:r>
            <a:r>
              <a:rPr kumimoji="0" lang="en-US" sz="1000" b="0" i="0" u="none" strike="noStrike" kern="0" cap="none" spc="0" normalizeH="0" baseline="0" noProof="0" dirty="0">
                <a:ln>
                  <a:noFill/>
                </a:ln>
                <a:solidFill>
                  <a:srgbClr val="0B1C3F"/>
                </a:solidFill>
                <a:effectLst/>
                <a:uLnTx/>
                <a:uFillTx/>
                <a:latin typeface="Montserrat Regular"/>
                <a:sym typeface="Montserrat Regular"/>
              </a:rPr>
              <a:t> </a:t>
            </a:r>
            <a:r>
              <a:rPr kumimoji="0" lang="en-US" sz="800" b="0" i="0" u="none" strike="noStrike" kern="0" cap="none" spc="0" normalizeH="0" baseline="0" noProof="0" dirty="0">
                <a:ln>
                  <a:noFill/>
                </a:ln>
                <a:solidFill>
                  <a:srgbClr val="0B1C3F"/>
                </a:solidFill>
                <a:effectLst/>
                <a:uLnTx/>
                <a:uFillTx/>
                <a:latin typeface="Montserrat Regular"/>
                <a:sym typeface="Montserrat Regular"/>
              </a:rPr>
              <a:t>(</a:t>
            </a:r>
            <a:r>
              <a:rPr sz="800" dirty="0">
                <a:solidFill>
                  <a:srgbClr val="0B1C3F"/>
                </a:solidFill>
                <a:latin typeface="Montserrat Regular"/>
                <a:sym typeface="Gontserrat Light"/>
              </a:rPr>
              <a:t>2019-2020</a:t>
            </a:r>
            <a:r>
              <a:rPr lang="en-US" sz="800" dirty="0">
                <a:solidFill>
                  <a:srgbClr val="0B1C3F"/>
                </a:solidFill>
                <a:latin typeface="Montserrat Regular"/>
                <a:sym typeface="Gontserrat Light"/>
              </a:rPr>
              <a:t>)</a:t>
            </a:r>
            <a:endParaRPr sz="1000" dirty="0">
              <a:solidFill>
                <a:srgbClr val="0B1C3F"/>
              </a:solidFill>
              <a:latin typeface="Montserrat Regular"/>
              <a:sym typeface="Gontserrat Light"/>
            </a:endParaRPr>
          </a:p>
        </p:txBody>
      </p:sp>
      <p:sp>
        <p:nvSpPr>
          <p:cNvPr id="566" name="Central Board for…"/>
          <p:cNvSpPr txBox="1"/>
          <p:nvPr/>
        </p:nvSpPr>
        <p:spPr>
          <a:xfrm>
            <a:off x="6108116" y="2724004"/>
            <a:ext cx="1911298" cy="6924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marL="229233" marR="5080" lvl="0" indent="-229233" algn="ctr" defTabSz="914400" rtl="0" eaLnBrk="1" fontAlgn="auto" latinLnBrk="0" hangingPunct="0">
              <a:lnSpc>
                <a:spcPct val="90000"/>
              </a:lnSpc>
              <a:spcBef>
                <a:spcPts val="0"/>
              </a:spcBef>
              <a:spcAft>
                <a:spcPts val="0"/>
              </a:spcAft>
              <a:buClrTx/>
              <a:buSzTx/>
              <a:buFontTx/>
              <a:buNone/>
              <a:tabLst/>
              <a:defRPr sz="700">
                <a:solidFill>
                  <a:srgbClr val="0B1C3F"/>
                </a:solidFill>
                <a:latin typeface="Montserrat Regular"/>
                <a:ea typeface="Montserrat Regular"/>
                <a:cs typeface="Montserrat Regular"/>
                <a:sym typeface="Montserrat Regular"/>
              </a:defRPr>
            </a:pPr>
            <a:r>
              <a:rPr kumimoji="0" sz="1000" b="0" i="0" u="none" strike="noStrike" kern="0" cap="none" spc="0" normalizeH="0" baseline="0" noProof="0" dirty="0">
                <a:ln>
                  <a:noFill/>
                </a:ln>
                <a:solidFill>
                  <a:srgbClr val="0B1C3F"/>
                </a:solidFill>
                <a:effectLst/>
                <a:uLnTx/>
                <a:uFillTx/>
                <a:latin typeface="Montserrat Regular"/>
                <a:sym typeface="Montserrat Regular"/>
              </a:rPr>
              <a:t>Central Board for</a:t>
            </a:r>
          </a:p>
          <a:p>
            <a:pPr marL="229233" marR="5080" lvl="0" indent="-229233" algn="ctr" defTabSz="914400" rtl="0" eaLnBrk="1" fontAlgn="auto" latinLnBrk="0" hangingPunct="0">
              <a:lnSpc>
                <a:spcPct val="90000"/>
              </a:lnSpc>
              <a:spcBef>
                <a:spcPts val="0"/>
              </a:spcBef>
              <a:spcAft>
                <a:spcPts val="0"/>
              </a:spcAft>
              <a:buClrTx/>
              <a:buSzTx/>
              <a:buFontTx/>
              <a:buNone/>
              <a:tabLst/>
              <a:defRPr sz="700">
                <a:solidFill>
                  <a:srgbClr val="0B1C3F"/>
                </a:solidFill>
                <a:latin typeface="Montserrat Regular"/>
                <a:ea typeface="Montserrat Regular"/>
                <a:cs typeface="Montserrat Regular"/>
                <a:sym typeface="Montserrat Regular"/>
              </a:defRPr>
            </a:pPr>
            <a:r>
              <a:rPr kumimoji="0" sz="1000" b="0" i="0" u="none" strike="noStrike" kern="0" cap="none" spc="0" normalizeH="0" baseline="0" noProof="0" dirty="0">
                <a:ln>
                  <a:noFill/>
                </a:ln>
                <a:solidFill>
                  <a:srgbClr val="0B1C3F"/>
                </a:solidFill>
                <a:effectLst/>
                <a:uLnTx/>
                <a:uFillTx/>
                <a:latin typeface="Montserrat Regular"/>
                <a:sym typeface="Montserrat Regular"/>
              </a:rPr>
              <a:t> Accreditation of Healthcare </a:t>
            </a:r>
          </a:p>
          <a:p>
            <a:pPr marL="229233" marR="5080" lvl="0" indent="-229233" algn="ctr" defTabSz="914400" rtl="0" eaLnBrk="1" fontAlgn="auto" latinLnBrk="0" hangingPunct="0">
              <a:lnSpc>
                <a:spcPct val="90000"/>
              </a:lnSpc>
              <a:spcBef>
                <a:spcPts val="0"/>
              </a:spcBef>
              <a:spcAft>
                <a:spcPts val="0"/>
              </a:spcAft>
              <a:buClrTx/>
              <a:buSzTx/>
              <a:buFontTx/>
              <a:buNone/>
              <a:tabLst/>
              <a:defRPr sz="700">
                <a:solidFill>
                  <a:srgbClr val="0B1C3F"/>
                </a:solidFill>
                <a:latin typeface="Montserrat Regular"/>
                <a:ea typeface="Montserrat Regular"/>
                <a:cs typeface="Montserrat Regular"/>
                <a:sym typeface="Montserrat Regular"/>
              </a:defRPr>
            </a:pPr>
            <a:r>
              <a:rPr kumimoji="0" sz="1000" b="0" i="0" u="none" strike="noStrike" kern="0" cap="none" spc="0" normalizeH="0" baseline="0" noProof="0" dirty="0">
                <a:ln>
                  <a:noFill/>
                </a:ln>
                <a:solidFill>
                  <a:srgbClr val="0B1C3F"/>
                </a:solidFill>
                <a:effectLst/>
                <a:uLnTx/>
                <a:uFillTx/>
                <a:latin typeface="Montserrat Regular"/>
                <a:sym typeface="Montserrat Regular"/>
              </a:rPr>
              <a:t>Institutions </a:t>
            </a:r>
          </a:p>
          <a:p>
            <a:pPr marL="229233" marR="5080" lvl="0" indent="-229233" algn="ctr" defTabSz="914400" rtl="0" eaLnBrk="1" fontAlgn="auto" latinLnBrk="0" hangingPunct="0">
              <a:lnSpc>
                <a:spcPct val="90000"/>
              </a:lnSpc>
              <a:spcBef>
                <a:spcPts val="0"/>
              </a:spcBef>
              <a:spcAft>
                <a:spcPts val="0"/>
              </a:spcAft>
              <a:buClrTx/>
              <a:buSzTx/>
              <a:buFontTx/>
              <a:buNone/>
              <a:tabLst/>
              <a:defRPr sz="700">
                <a:solidFill>
                  <a:srgbClr val="0B1C3F"/>
                </a:solidFill>
                <a:latin typeface="Montserrat Regular"/>
                <a:ea typeface="Montserrat Regular"/>
                <a:cs typeface="Montserrat Regular"/>
                <a:sym typeface="Montserrat Regular"/>
              </a:defRPr>
            </a:pPr>
            <a:r>
              <a:rPr kumimoji="0" sz="1000" b="0" i="0" u="none" strike="noStrike" kern="0" cap="none" spc="0" normalizeH="0" baseline="0" noProof="0" dirty="0">
                <a:ln>
                  <a:noFill/>
                </a:ln>
                <a:solidFill>
                  <a:srgbClr val="0B1C3F"/>
                </a:solidFill>
                <a:effectLst/>
                <a:uLnTx/>
                <a:uFillTx/>
                <a:latin typeface="Montserrat Regular"/>
                <a:sym typeface="Montserrat Regular"/>
              </a:rPr>
              <a:t>MCJ1 Score: 98.67 (2022) </a:t>
            </a:r>
          </a:p>
          <a:p>
            <a:pPr marL="229233" marR="5080" lvl="0" indent="-229233" algn="ctr" defTabSz="914400" rtl="0" eaLnBrk="1" fontAlgn="auto" latinLnBrk="0" hangingPunct="0">
              <a:lnSpc>
                <a:spcPct val="90000"/>
              </a:lnSpc>
              <a:spcBef>
                <a:spcPts val="0"/>
              </a:spcBef>
              <a:spcAft>
                <a:spcPts val="0"/>
              </a:spcAft>
              <a:buClrTx/>
              <a:buSzTx/>
              <a:buFontTx/>
              <a:buNone/>
              <a:tabLst/>
              <a:defRPr sz="700">
                <a:solidFill>
                  <a:srgbClr val="0B1C3F"/>
                </a:solidFill>
                <a:latin typeface="Montserrat Regular"/>
                <a:ea typeface="Montserrat Regular"/>
                <a:cs typeface="Montserrat Regular"/>
                <a:sym typeface="Montserrat Regular"/>
              </a:defRPr>
            </a:pPr>
            <a:r>
              <a:rPr kumimoji="0" sz="1000" b="0" i="0" u="none" strike="noStrike" kern="0" cap="none" spc="0" normalizeH="0" baseline="0" noProof="0" dirty="0">
                <a:ln>
                  <a:noFill/>
                </a:ln>
                <a:solidFill>
                  <a:srgbClr val="0B1C3F"/>
                </a:solidFill>
                <a:effectLst/>
                <a:uLnTx/>
                <a:uFillTx/>
                <a:latin typeface="Montserrat Regular"/>
                <a:sym typeface="Montserrat Regular"/>
              </a:rPr>
              <a:t>MCJ2 Score: 100 (2023)</a:t>
            </a:r>
          </a:p>
        </p:txBody>
      </p:sp>
      <p:sp>
        <p:nvSpPr>
          <p:cNvPr id="567" name="Rounded Rectangle"/>
          <p:cNvSpPr/>
          <p:nvPr/>
        </p:nvSpPr>
        <p:spPr>
          <a:xfrm>
            <a:off x="1658446" y="1230602"/>
            <a:ext cx="860269" cy="890258"/>
          </a:xfrm>
          <a:prstGeom prst="roundRect">
            <a:avLst>
              <a:gd name="adj" fmla="val 29035"/>
            </a:avLst>
          </a:prstGeom>
          <a:solidFill>
            <a:srgbClr val="7258A4"/>
          </a:solidFill>
          <a:ln w="12700">
            <a:miter lim="400000"/>
          </a:ln>
        </p:spPr>
        <p:txBody>
          <a:bodyPr lIns="0" tIns="0" rIns="0" bIns="0"/>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568" name="Image" descr="Image"/>
          <p:cNvPicPr>
            <a:picLocks noChangeAspect="1"/>
          </p:cNvPicPr>
          <p:nvPr/>
        </p:nvPicPr>
        <p:blipFill>
          <a:blip r:embed="rId3"/>
          <a:stretch>
            <a:fillRect/>
          </a:stretch>
        </p:blipFill>
        <p:spPr>
          <a:xfrm>
            <a:off x="1834631" y="1434478"/>
            <a:ext cx="507899" cy="507907"/>
          </a:xfrm>
          <a:prstGeom prst="rect">
            <a:avLst/>
          </a:prstGeom>
          <a:ln w="12700">
            <a:miter lim="400000"/>
          </a:ln>
        </p:spPr>
      </p:pic>
      <p:pic>
        <p:nvPicPr>
          <p:cNvPr id="569" name="Image" descr="Image"/>
          <p:cNvPicPr>
            <a:picLocks noChangeAspect="1"/>
          </p:cNvPicPr>
          <p:nvPr/>
        </p:nvPicPr>
        <p:blipFill>
          <a:blip r:embed="rId4"/>
          <a:stretch>
            <a:fillRect/>
          </a:stretch>
        </p:blipFill>
        <p:spPr>
          <a:xfrm>
            <a:off x="6817862" y="1438905"/>
            <a:ext cx="499056" cy="499051"/>
          </a:xfrm>
          <a:prstGeom prst="rect">
            <a:avLst/>
          </a:prstGeom>
          <a:ln w="12700">
            <a:miter lim="400000"/>
          </a:ln>
        </p:spPr>
      </p:pic>
      <p:sp>
        <p:nvSpPr>
          <p:cNvPr id="570" name="Rounded Rectangle"/>
          <p:cNvSpPr/>
          <p:nvPr/>
        </p:nvSpPr>
        <p:spPr>
          <a:xfrm>
            <a:off x="3625619" y="1645350"/>
            <a:ext cx="1904048" cy="2053156"/>
          </a:xfrm>
          <a:prstGeom prst="roundRect">
            <a:avLst>
              <a:gd name="adj" fmla="val 4772"/>
            </a:avLst>
          </a:prstGeom>
          <a:solidFill>
            <a:srgbClr val="1C79BD">
              <a:alpha val="27409"/>
            </a:srgbClr>
          </a:solidFill>
          <a:ln w="12700">
            <a:miter lim="400000"/>
          </a:ln>
        </p:spPr>
        <p:txBody>
          <a:bodyPr lIns="0" tIns="0" rIns="0" bIns="0"/>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1" name="International Finance"/>
          <p:cNvSpPr txBox="1"/>
          <p:nvPr/>
        </p:nvSpPr>
        <p:spPr>
          <a:xfrm>
            <a:off x="3725617" y="2279053"/>
            <a:ext cx="1704048" cy="203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lgn="ctr">
              <a:spcBef>
                <a:spcPts val="100"/>
              </a:spcBef>
              <a:defRPr sz="1300" spc="-65">
                <a:solidFill>
                  <a:srgbClr val="0B1C3F"/>
                </a:solidFill>
                <a:latin typeface="Montserrat Bold"/>
                <a:ea typeface="Montserrat Bold"/>
                <a:cs typeface="Montserrat Bold"/>
                <a:sym typeface="Montserrat Bold"/>
              </a:defRPr>
            </a:lvl1pPr>
          </a:lstStyle>
          <a:p>
            <a:pPr marL="0" marR="0" lvl="0" indent="12700" algn="ctr" defTabSz="914400" rtl="0" eaLnBrk="1" fontAlgn="auto" latinLnBrk="0" hangingPunct="0">
              <a:lnSpc>
                <a:spcPct val="100000"/>
              </a:lnSpc>
              <a:spcBef>
                <a:spcPts val="100"/>
              </a:spcBef>
              <a:spcAft>
                <a:spcPts val="0"/>
              </a:spcAft>
              <a:buClrTx/>
              <a:buSzTx/>
              <a:buFontTx/>
              <a:buNone/>
              <a:tabLst/>
              <a:defRPr/>
            </a:pPr>
            <a:r>
              <a:rPr kumimoji="0" sz="1300" b="0" i="0" u="none" strike="noStrike" kern="0" cap="none" spc="-65" normalizeH="0" baseline="0" noProof="0">
                <a:ln>
                  <a:noFill/>
                </a:ln>
                <a:solidFill>
                  <a:srgbClr val="0B1C3F"/>
                </a:solidFill>
                <a:effectLst/>
                <a:uLnTx/>
                <a:uFillTx/>
                <a:latin typeface="Montserrat Bold"/>
                <a:sym typeface="Montserrat Bold"/>
              </a:rPr>
              <a:t>International Finance</a:t>
            </a:r>
          </a:p>
        </p:txBody>
      </p:sp>
      <p:sp>
        <p:nvSpPr>
          <p:cNvPr id="572" name="Best new clinic for…"/>
          <p:cNvSpPr txBox="1"/>
          <p:nvPr/>
        </p:nvSpPr>
        <p:spPr>
          <a:xfrm>
            <a:off x="3632871" y="2681806"/>
            <a:ext cx="1896796" cy="92794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marL="229233" marR="5080" lvl="0" indent="-229233" algn="ctr" defTabSz="914400" rtl="0" eaLnBrk="1" fontAlgn="auto" latinLnBrk="0" hangingPunct="0">
              <a:lnSpc>
                <a:spcPct val="90000"/>
              </a:lnSpc>
              <a:spcBef>
                <a:spcPts val="0"/>
              </a:spcBef>
              <a:spcAft>
                <a:spcPts val="0"/>
              </a:spcAft>
              <a:buClrTx/>
              <a:buSzTx/>
              <a:buFontTx/>
              <a:buNone/>
              <a:tabLst/>
              <a:defRPr sz="700">
                <a:solidFill>
                  <a:srgbClr val="0B1C3F"/>
                </a:solidFill>
                <a:latin typeface="Montserrat Regular"/>
                <a:ea typeface="Montserrat Regular"/>
                <a:cs typeface="Montserrat Regular"/>
                <a:sym typeface="Montserrat Regular"/>
              </a:defRPr>
            </a:pPr>
            <a:r>
              <a:rPr kumimoji="0" sz="900" b="0" i="0" u="none" strike="noStrike" kern="0" cap="none" spc="0" normalizeH="0" baseline="0" noProof="0" dirty="0">
                <a:ln>
                  <a:noFill/>
                </a:ln>
                <a:solidFill>
                  <a:srgbClr val="0B1C3F"/>
                </a:solidFill>
                <a:effectLst/>
                <a:uLnTx/>
                <a:uFillTx/>
                <a:latin typeface="Montserrat Regular"/>
                <a:sym typeface="Montserrat Regular"/>
              </a:rPr>
              <a:t>Best new clinic for </a:t>
            </a:r>
          </a:p>
          <a:p>
            <a:pPr marL="229233" marR="5080" lvl="0" indent="-229233" algn="ctr" defTabSz="914400" rtl="0" eaLnBrk="1" fontAlgn="auto" latinLnBrk="0" hangingPunct="0">
              <a:lnSpc>
                <a:spcPct val="90000"/>
              </a:lnSpc>
              <a:spcBef>
                <a:spcPts val="0"/>
              </a:spcBef>
              <a:spcAft>
                <a:spcPts val="0"/>
              </a:spcAft>
              <a:buClrTx/>
              <a:buSzTx/>
              <a:buFontTx/>
              <a:buNone/>
              <a:tabLst/>
              <a:defRPr sz="700">
                <a:solidFill>
                  <a:srgbClr val="0B1C3F"/>
                </a:solidFill>
                <a:latin typeface="Montserrat Regular"/>
                <a:ea typeface="Montserrat Regular"/>
                <a:cs typeface="Montserrat Regular"/>
                <a:sym typeface="Montserrat Regular"/>
              </a:defRPr>
            </a:pPr>
            <a:r>
              <a:rPr kumimoji="0" sz="900" b="0" i="0" u="none" strike="noStrike" kern="0" cap="none" spc="0" normalizeH="0" baseline="0" noProof="0" dirty="0">
                <a:ln>
                  <a:noFill/>
                </a:ln>
                <a:solidFill>
                  <a:srgbClr val="0B1C3F"/>
                </a:solidFill>
                <a:effectLst/>
                <a:uLnTx/>
                <a:uFillTx/>
                <a:latin typeface="Montserrat Regular"/>
                <a:sym typeface="Montserrat Regular"/>
              </a:rPr>
              <a:t>customer service </a:t>
            </a:r>
            <a:r>
              <a:rPr kumimoji="0" sz="800" b="0" i="0" u="none" strike="noStrike" kern="0" cap="none" spc="0" normalizeH="0" baseline="0" noProof="0" dirty="0">
                <a:ln>
                  <a:noFill/>
                </a:ln>
                <a:solidFill>
                  <a:srgbClr val="0B1C3F"/>
                </a:solidFill>
                <a:effectLst/>
                <a:uLnTx/>
                <a:uFillTx/>
                <a:latin typeface="Montserrat Regular"/>
                <a:sym typeface="Montserrat Regular"/>
              </a:rPr>
              <a:t>(2018)</a:t>
            </a:r>
          </a:p>
          <a:p>
            <a:pPr marL="229233" marR="5080" lvl="0" indent="-229233" algn="ctr" defTabSz="914400" rtl="0" eaLnBrk="1" fontAlgn="auto" latinLnBrk="0" hangingPunct="0">
              <a:lnSpc>
                <a:spcPct val="90000"/>
              </a:lnSpc>
              <a:spcBef>
                <a:spcPts val="0"/>
              </a:spcBef>
              <a:spcAft>
                <a:spcPts val="0"/>
              </a:spcAft>
              <a:buClrTx/>
              <a:buSzTx/>
              <a:buFontTx/>
              <a:buNone/>
              <a:tabLst/>
              <a:defRPr sz="700">
                <a:solidFill>
                  <a:srgbClr val="0B1C3F"/>
                </a:solidFill>
                <a:latin typeface="Montserrat Regular"/>
                <a:ea typeface="Montserrat Regular"/>
                <a:cs typeface="Montserrat Regular"/>
                <a:sym typeface="Montserrat Regular"/>
              </a:defRPr>
            </a:pPr>
            <a:r>
              <a:rPr kumimoji="0" sz="800" b="0" i="0" u="none" strike="noStrike" kern="0" cap="none" spc="0" normalizeH="0" baseline="0" noProof="0" dirty="0">
                <a:ln>
                  <a:noFill/>
                </a:ln>
                <a:solidFill>
                  <a:srgbClr val="0B1C3F"/>
                </a:solidFill>
                <a:effectLst/>
                <a:uLnTx/>
                <a:uFillTx/>
                <a:latin typeface="Montserrat Regular"/>
                <a:sym typeface="Montserrat Regular"/>
              </a:rPr>
              <a:t> </a:t>
            </a:r>
          </a:p>
          <a:p>
            <a:pPr marL="229233" marR="5080" lvl="0" indent="-229233" algn="ctr" defTabSz="914400" rtl="0" eaLnBrk="1" fontAlgn="auto" latinLnBrk="0" hangingPunct="0">
              <a:lnSpc>
                <a:spcPct val="90000"/>
              </a:lnSpc>
              <a:spcBef>
                <a:spcPts val="0"/>
              </a:spcBef>
              <a:spcAft>
                <a:spcPts val="0"/>
              </a:spcAft>
              <a:buClrTx/>
              <a:buSzTx/>
              <a:buFontTx/>
              <a:buNone/>
              <a:tabLst/>
              <a:defRPr sz="700">
                <a:solidFill>
                  <a:srgbClr val="0B1C3F"/>
                </a:solidFill>
                <a:latin typeface="Montserrat Regular"/>
                <a:ea typeface="Montserrat Regular"/>
                <a:cs typeface="Montserrat Regular"/>
                <a:sym typeface="Montserrat Regular"/>
              </a:defRPr>
            </a:pPr>
            <a:r>
              <a:rPr kumimoji="0" sz="900" b="0" i="0" u="none" strike="noStrike" kern="0" cap="none" spc="0" normalizeH="0" baseline="0" noProof="0" dirty="0">
                <a:ln>
                  <a:noFill/>
                </a:ln>
                <a:solidFill>
                  <a:srgbClr val="0B1C3F"/>
                </a:solidFill>
                <a:effectLst/>
                <a:uLnTx/>
                <a:uFillTx/>
                <a:latin typeface="Montserrat Regular"/>
                <a:sym typeface="Montserrat Regular"/>
              </a:rPr>
              <a:t>Best New Premium Clinic</a:t>
            </a:r>
            <a:endParaRPr kumimoji="0" lang="en-GB" sz="900" b="0" i="0" u="none" strike="noStrike" kern="0" cap="none" spc="0" normalizeH="0" baseline="0" noProof="0" dirty="0">
              <a:ln>
                <a:noFill/>
              </a:ln>
              <a:solidFill>
                <a:srgbClr val="0B1C3F"/>
              </a:solidFill>
              <a:effectLst/>
              <a:uLnTx/>
              <a:uFillTx/>
              <a:latin typeface="Montserrat Regular"/>
              <a:sym typeface="Montserrat Regular"/>
            </a:endParaRPr>
          </a:p>
          <a:p>
            <a:pPr marL="229233" marR="5080" lvl="0" indent="-229233" algn="ctr" defTabSz="914400" rtl="0" eaLnBrk="1" fontAlgn="auto" latinLnBrk="0" hangingPunct="0">
              <a:lnSpc>
                <a:spcPct val="90000"/>
              </a:lnSpc>
              <a:spcBef>
                <a:spcPts val="0"/>
              </a:spcBef>
              <a:spcAft>
                <a:spcPts val="0"/>
              </a:spcAft>
              <a:buClrTx/>
              <a:buSzTx/>
              <a:buFontTx/>
              <a:buNone/>
              <a:tabLst/>
              <a:defRPr sz="700">
                <a:solidFill>
                  <a:srgbClr val="0B1C3F"/>
                </a:solidFill>
                <a:latin typeface="Montserrat Regular"/>
                <a:ea typeface="Montserrat Regular"/>
                <a:cs typeface="Montserrat Regular"/>
                <a:sym typeface="Montserrat Regular"/>
              </a:defRPr>
            </a:pPr>
            <a:r>
              <a:rPr kumimoji="0" sz="800" b="0" i="0" u="none" strike="noStrike" kern="0" cap="none" spc="0" normalizeH="0" baseline="0" noProof="0" dirty="0">
                <a:ln>
                  <a:noFill/>
                </a:ln>
                <a:solidFill>
                  <a:srgbClr val="0B1C3F"/>
                </a:solidFill>
                <a:effectLst/>
                <a:uLnTx/>
                <a:uFillTx/>
                <a:latin typeface="Montserrat Regular"/>
                <a:sym typeface="Montserrat Regular"/>
              </a:rPr>
              <a:t>(2018-19)</a:t>
            </a:r>
          </a:p>
          <a:p>
            <a:pPr marL="229233" marR="5080" lvl="0" indent="-229233" algn="ctr" defTabSz="914400" rtl="0" eaLnBrk="1" fontAlgn="auto" latinLnBrk="0" hangingPunct="0">
              <a:lnSpc>
                <a:spcPct val="90000"/>
              </a:lnSpc>
              <a:spcBef>
                <a:spcPts val="0"/>
              </a:spcBef>
              <a:spcAft>
                <a:spcPts val="0"/>
              </a:spcAft>
              <a:buClrTx/>
              <a:buSzTx/>
              <a:buFontTx/>
              <a:buNone/>
              <a:tabLst/>
              <a:defRPr sz="700">
                <a:solidFill>
                  <a:srgbClr val="0B1C3F"/>
                </a:solidFill>
                <a:latin typeface="Montserrat Regular"/>
                <a:ea typeface="Montserrat Regular"/>
                <a:cs typeface="Montserrat Regular"/>
                <a:sym typeface="Montserrat Regular"/>
              </a:defRPr>
            </a:pPr>
            <a:r>
              <a:rPr kumimoji="0" sz="800" b="0" i="0" u="none" strike="noStrike" kern="0" cap="none" spc="0" normalizeH="0" baseline="0" noProof="0" dirty="0">
                <a:ln>
                  <a:noFill/>
                </a:ln>
                <a:solidFill>
                  <a:srgbClr val="0B1C3F"/>
                </a:solidFill>
                <a:effectLst/>
                <a:uLnTx/>
                <a:uFillTx/>
                <a:latin typeface="Montserrat Regular"/>
                <a:sym typeface="Montserrat Regular"/>
              </a:rPr>
              <a:t> </a:t>
            </a:r>
          </a:p>
          <a:p>
            <a:pPr marL="229233" marR="5080" lvl="0" indent="-229233" algn="ctr" defTabSz="914400" rtl="0" eaLnBrk="1" fontAlgn="auto" latinLnBrk="0" hangingPunct="0">
              <a:lnSpc>
                <a:spcPct val="90000"/>
              </a:lnSpc>
              <a:spcBef>
                <a:spcPts val="0"/>
              </a:spcBef>
              <a:spcAft>
                <a:spcPts val="0"/>
              </a:spcAft>
              <a:buClrTx/>
              <a:buSzTx/>
              <a:buFontTx/>
              <a:buNone/>
              <a:tabLst/>
              <a:defRPr sz="700">
                <a:solidFill>
                  <a:srgbClr val="0B1C3F"/>
                </a:solidFill>
                <a:latin typeface="Montserrat Regular"/>
                <a:ea typeface="Montserrat Regular"/>
                <a:cs typeface="Montserrat Regular"/>
                <a:sym typeface="Montserrat Regular"/>
              </a:defRPr>
            </a:pPr>
            <a:r>
              <a:rPr kumimoji="0" sz="800" b="0" i="0" u="none" strike="noStrike" kern="0" cap="none" spc="0" normalizeH="0" baseline="0" noProof="0" dirty="0">
                <a:ln>
                  <a:noFill/>
                </a:ln>
                <a:solidFill>
                  <a:srgbClr val="0B1C3F"/>
                </a:solidFill>
                <a:effectLst/>
                <a:uLnTx/>
                <a:uFillTx/>
                <a:latin typeface="Montserrat Regular"/>
                <a:sym typeface="Montserrat Regular"/>
              </a:rPr>
              <a:t>Most innovative corporate wellness </a:t>
            </a:r>
          </a:p>
          <a:p>
            <a:pPr marL="229233" marR="5080" lvl="0" indent="-229233" algn="ctr" defTabSz="914400" rtl="0" eaLnBrk="1" fontAlgn="auto" latinLnBrk="0" hangingPunct="0">
              <a:lnSpc>
                <a:spcPct val="90000"/>
              </a:lnSpc>
              <a:spcBef>
                <a:spcPts val="0"/>
              </a:spcBef>
              <a:spcAft>
                <a:spcPts val="0"/>
              </a:spcAft>
              <a:buClrTx/>
              <a:buSzTx/>
              <a:buFontTx/>
              <a:buNone/>
              <a:tabLst/>
              <a:defRPr sz="700">
                <a:solidFill>
                  <a:srgbClr val="0B1C3F"/>
                </a:solidFill>
                <a:latin typeface="Montserrat Regular"/>
                <a:ea typeface="Montserrat Regular"/>
                <a:cs typeface="Montserrat Regular"/>
                <a:sym typeface="Montserrat Regular"/>
              </a:defRPr>
            </a:pPr>
            <a:r>
              <a:rPr kumimoji="0" sz="800" b="0" i="0" u="none" strike="noStrike" kern="0" cap="none" spc="0" normalizeH="0" baseline="0" noProof="0" dirty="0">
                <a:ln>
                  <a:noFill/>
                </a:ln>
                <a:solidFill>
                  <a:srgbClr val="0B1C3F"/>
                </a:solidFill>
                <a:effectLst/>
                <a:uLnTx/>
                <a:uFillTx/>
                <a:latin typeface="Montserrat Regular"/>
                <a:sym typeface="Montserrat Regular"/>
              </a:rPr>
              <a:t>initiative in Saudi Arabia (2019)</a:t>
            </a:r>
          </a:p>
        </p:txBody>
      </p:sp>
      <p:sp>
        <p:nvSpPr>
          <p:cNvPr id="573" name="Rounded Rectangle"/>
          <p:cNvSpPr/>
          <p:nvPr/>
        </p:nvSpPr>
        <p:spPr>
          <a:xfrm>
            <a:off x="4147508" y="1230601"/>
            <a:ext cx="860268" cy="890260"/>
          </a:xfrm>
          <a:prstGeom prst="roundRect">
            <a:avLst>
              <a:gd name="adj" fmla="val 29035"/>
            </a:avLst>
          </a:prstGeom>
          <a:solidFill>
            <a:srgbClr val="1C79BD"/>
          </a:solidFill>
          <a:ln w="12700">
            <a:miter lim="400000"/>
          </a:ln>
        </p:spPr>
        <p:txBody>
          <a:bodyPr lIns="0" tIns="0" rIns="0" bIns="0"/>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574" name="Image" descr="Image"/>
          <p:cNvPicPr>
            <a:picLocks noChangeAspect="1"/>
          </p:cNvPicPr>
          <p:nvPr/>
        </p:nvPicPr>
        <p:blipFill>
          <a:blip r:embed="rId5"/>
          <a:stretch>
            <a:fillRect/>
          </a:stretch>
        </p:blipFill>
        <p:spPr>
          <a:xfrm>
            <a:off x="4327812" y="1426205"/>
            <a:ext cx="499660" cy="499051"/>
          </a:xfrm>
          <a:prstGeom prst="rect">
            <a:avLst/>
          </a:prstGeom>
          <a:ln w="12700">
            <a:miter lim="400000"/>
          </a:ln>
        </p:spPr>
      </p:pic>
      <p:sp>
        <p:nvSpPr>
          <p:cNvPr id="2" name="GVCLASSIFICATIONHEADER2884697">
            <a:extLst>
              <a:ext uri="{FF2B5EF4-FFF2-40B4-BE49-F238E27FC236}">
                <a16:creationId xmlns:a16="http://schemas.microsoft.com/office/drawing/2014/main" id="{A2BC0FA2-B187-37F7-94BE-65FC2C3F374E}"/>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extLst>
      <p:ext uri="{BB962C8B-B14F-4D97-AF65-F5344CB8AC3E}">
        <p14:creationId xmlns:p14="http://schemas.microsoft.com/office/powerpoint/2010/main" val="3901409528"/>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7" name="image3.png" descr="image3.png"/>
          <p:cNvPicPr>
            <a:picLocks noChangeAspect="1"/>
          </p:cNvPicPr>
          <p:nvPr/>
        </p:nvPicPr>
        <p:blipFill>
          <a:blip r:embed="rId2"/>
          <a:stretch>
            <a:fillRect/>
          </a:stretch>
        </p:blipFill>
        <p:spPr>
          <a:xfrm>
            <a:off x="252350" y="146743"/>
            <a:ext cx="998700" cy="364316"/>
          </a:xfrm>
          <a:prstGeom prst="rect">
            <a:avLst/>
          </a:prstGeom>
          <a:ln w="12700">
            <a:miter lim="400000"/>
          </a:ln>
        </p:spPr>
      </p:pic>
      <p:sp>
        <p:nvSpPr>
          <p:cNvPr id="558" name="Key Awards"/>
          <p:cNvSpPr txBox="1"/>
          <p:nvPr/>
        </p:nvSpPr>
        <p:spPr>
          <a:xfrm>
            <a:off x="261048" y="676913"/>
            <a:ext cx="2538105" cy="317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100">
                <a:solidFill>
                  <a:srgbClr val="003867"/>
                </a:solidFill>
                <a:latin typeface="Montserrat Bold"/>
                <a:ea typeface="Montserrat Bold"/>
                <a:cs typeface="Montserrat Bold"/>
                <a:sym typeface="Montserrat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2100" b="0" i="0" u="none" strike="noStrike" kern="0" cap="none" spc="0" normalizeH="0" baseline="0" noProof="0">
                <a:ln>
                  <a:noFill/>
                </a:ln>
                <a:solidFill>
                  <a:srgbClr val="003867"/>
                </a:solidFill>
                <a:effectLst/>
                <a:uLnTx/>
                <a:uFillTx/>
                <a:latin typeface="Montserrat Bold"/>
                <a:sym typeface="Montserrat Bold"/>
              </a:rPr>
              <a:t>Key Awards</a:t>
            </a:r>
          </a:p>
        </p:txBody>
      </p:sp>
      <p:grpSp>
        <p:nvGrpSpPr>
          <p:cNvPr id="562" name="Group"/>
          <p:cNvGrpSpPr/>
          <p:nvPr/>
        </p:nvGrpSpPr>
        <p:grpSpPr>
          <a:xfrm>
            <a:off x="252346" y="4832797"/>
            <a:ext cx="8659860" cy="127001"/>
            <a:chOff x="-1" y="0"/>
            <a:chExt cx="8659859" cy="127000"/>
          </a:xfrm>
        </p:grpSpPr>
        <p:sp>
          <p:nvSpPr>
            <p:cNvPr id="559" name="Rectangle"/>
            <p:cNvSpPr/>
            <p:nvPr/>
          </p:nvSpPr>
          <p:spPr>
            <a:xfrm>
              <a:off x="543980" y="54649"/>
              <a:ext cx="7881853" cy="17706"/>
            </a:xfrm>
            <a:prstGeom prst="rect">
              <a:avLst/>
            </a:prstGeom>
            <a:solidFill>
              <a:srgbClr val="004778"/>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0" name="Key Awards"/>
            <p:cNvSpPr txBox="1"/>
            <p:nvPr/>
          </p:nvSpPr>
          <p:spPr>
            <a:xfrm>
              <a:off x="-2" y="-1"/>
              <a:ext cx="731105"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pPr marL="0" marR="0" lvl="0" indent="0" algn="l" defTabSz="914400" rtl="0" eaLnBrk="1" fontAlgn="auto" latinLnBrk="0" hangingPunct="0">
                <a:lnSpc>
                  <a:spcPct val="150000"/>
                </a:lnSpc>
                <a:spcBef>
                  <a:spcPts val="0"/>
                </a:spcBef>
                <a:spcAft>
                  <a:spcPts val="0"/>
                </a:spcAft>
                <a:buClrTx/>
                <a:buSzTx/>
                <a:buFontTx/>
                <a:buNone/>
                <a:tabLst/>
                <a:defRPr/>
              </a:pPr>
              <a:r>
                <a:rPr kumimoji="0" sz="600" b="0" i="0" u="none" strike="noStrike" kern="0" cap="none" spc="0" normalizeH="0" baseline="0" noProof="0">
                  <a:ln>
                    <a:noFill/>
                  </a:ln>
                  <a:solidFill>
                    <a:srgbClr val="122658"/>
                  </a:solidFill>
                  <a:effectLst/>
                  <a:uLnTx/>
                  <a:uFillTx/>
                  <a:latin typeface="Montserrat Bold"/>
                  <a:sym typeface="Montserrat Bold"/>
                </a:rPr>
                <a:t>Key Awards</a:t>
              </a:r>
            </a:p>
          </p:txBody>
        </p:sp>
        <p:sp>
          <p:nvSpPr>
            <p:cNvPr id="561" name="17"/>
            <p:cNvSpPr txBox="1"/>
            <p:nvPr/>
          </p:nvSpPr>
          <p:spPr>
            <a:xfrm>
              <a:off x="8408454" y="-1"/>
              <a:ext cx="251404"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pPr marL="0" marR="0" lvl="0" indent="0" algn="ctr" defTabSz="914400" rtl="0" eaLnBrk="1" fontAlgn="auto" latinLnBrk="0" hangingPunct="0">
                <a:lnSpc>
                  <a:spcPct val="150000"/>
                </a:lnSpc>
                <a:spcBef>
                  <a:spcPts val="0"/>
                </a:spcBef>
                <a:spcAft>
                  <a:spcPts val="0"/>
                </a:spcAft>
                <a:buClrTx/>
                <a:buSzTx/>
                <a:buFontTx/>
                <a:buNone/>
                <a:tabLst/>
                <a:defRPr/>
              </a:pPr>
              <a:r>
                <a:rPr kumimoji="0" sz="800" b="0" i="0" u="none" strike="noStrike" kern="0" cap="none" spc="0" normalizeH="0" baseline="0" noProof="0">
                  <a:ln>
                    <a:noFill/>
                  </a:ln>
                  <a:solidFill>
                    <a:srgbClr val="122658"/>
                  </a:solidFill>
                  <a:effectLst/>
                  <a:uLnTx/>
                  <a:uFillTx/>
                  <a:latin typeface="Montserrat Bold"/>
                  <a:sym typeface="Montserrat Bold"/>
                </a:rPr>
                <a:t>15</a:t>
              </a:r>
            </a:p>
          </p:txBody>
        </p:sp>
      </p:grpSp>
      <p:pic>
        <p:nvPicPr>
          <p:cNvPr id="568" name="Image" descr="Image"/>
          <p:cNvPicPr>
            <a:picLocks noChangeAspect="1"/>
          </p:cNvPicPr>
          <p:nvPr/>
        </p:nvPicPr>
        <p:blipFill>
          <a:blip r:embed="rId3"/>
          <a:stretch>
            <a:fillRect/>
          </a:stretch>
        </p:blipFill>
        <p:spPr>
          <a:xfrm>
            <a:off x="1834631" y="1434478"/>
            <a:ext cx="507899" cy="507907"/>
          </a:xfrm>
          <a:prstGeom prst="rect">
            <a:avLst/>
          </a:prstGeom>
          <a:ln w="12700">
            <a:miter lim="400000"/>
          </a:ln>
        </p:spPr>
      </p:pic>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18104" y="0"/>
            <a:ext cx="3638300" cy="4887446"/>
          </a:xfrm>
          <a:prstGeom prst="rect">
            <a:avLst/>
          </a:prstGeom>
        </p:spPr>
      </p:pic>
      <p:sp>
        <p:nvSpPr>
          <p:cNvPr id="3" name="GVCLASSIFICATIONHEADER1543940553">
            <a:extLst>
              <a:ext uri="{FF2B5EF4-FFF2-40B4-BE49-F238E27FC236}">
                <a16:creationId xmlns:a16="http://schemas.microsoft.com/office/drawing/2014/main" id="{B6AFE036-E7BC-88A2-C79C-2C5CFE67DFE8}"/>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extLst>
      <p:ext uri="{BB962C8B-B14F-4D97-AF65-F5344CB8AC3E}">
        <p14:creationId xmlns:p14="http://schemas.microsoft.com/office/powerpoint/2010/main" val="1541531893"/>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515FF-A5B2-1246-43CA-01752B02E84C}"/>
            </a:ext>
          </a:extLst>
        </p:cNvPr>
        <p:cNvGrpSpPr/>
        <p:nvPr/>
      </p:nvGrpSpPr>
      <p:grpSpPr>
        <a:xfrm>
          <a:off x="0" y="0"/>
          <a:ext cx="0" cy="0"/>
          <a:chOff x="0" y="0"/>
          <a:chExt cx="0" cy="0"/>
        </a:xfrm>
      </p:grpSpPr>
      <p:pic>
        <p:nvPicPr>
          <p:cNvPr id="295" name="Google Shape;130;p2" descr="Google Shape;130;p2">
            <a:extLst>
              <a:ext uri="{FF2B5EF4-FFF2-40B4-BE49-F238E27FC236}">
                <a16:creationId xmlns:a16="http://schemas.microsoft.com/office/drawing/2014/main" id="{313FC1A8-4322-F610-B6A2-C8A7F883C4D3}"/>
              </a:ext>
            </a:extLst>
          </p:cNvPr>
          <p:cNvPicPr>
            <a:picLocks noChangeAspect="1"/>
          </p:cNvPicPr>
          <p:nvPr/>
        </p:nvPicPr>
        <p:blipFill>
          <a:blip r:embed="rId2"/>
          <a:stretch>
            <a:fillRect/>
          </a:stretch>
        </p:blipFill>
        <p:spPr>
          <a:xfrm>
            <a:off x="0" y="1"/>
            <a:ext cx="9144004" cy="5143514"/>
          </a:xfrm>
          <a:prstGeom prst="rect">
            <a:avLst/>
          </a:prstGeom>
          <a:ln w="12700">
            <a:miter lim="400000"/>
          </a:ln>
        </p:spPr>
      </p:pic>
      <p:sp>
        <p:nvSpPr>
          <p:cNvPr id="296" name="Google Shape;131;p2">
            <a:extLst>
              <a:ext uri="{FF2B5EF4-FFF2-40B4-BE49-F238E27FC236}">
                <a16:creationId xmlns:a16="http://schemas.microsoft.com/office/drawing/2014/main" id="{A0F66ED2-91A8-C2DC-E6ED-C401E6FBF7CB}"/>
              </a:ext>
            </a:extLst>
          </p:cNvPr>
          <p:cNvSpPr txBox="1"/>
          <p:nvPr/>
        </p:nvSpPr>
        <p:spPr>
          <a:xfrm>
            <a:off x="280098" y="1919368"/>
            <a:ext cx="3618134" cy="9694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p>
            <a:pPr>
              <a:defRPr sz="2100">
                <a:solidFill>
                  <a:srgbClr val="003868"/>
                </a:solidFill>
                <a:latin typeface="Montserrat Bold"/>
                <a:ea typeface="Montserrat Bold"/>
                <a:cs typeface="Montserrat Bold"/>
                <a:sym typeface="Montserrat Bold"/>
              </a:defRPr>
            </a:pPr>
            <a:r>
              <a:rPr lang="en-GB" sz="2100" dirty="0"/>
              <a:t>Code of Ethics and Professional Conduct</a:t>
            </a:r>
            <a:br>
              <a:rPr sz="2100" dirty="0"/>
            </a:br>
            <a:endParaRPr sz="2100" dirty="0"/>
          </a:p>
        </p:txBody>
      </p:sp>
      <p:pic>
        <p:nvPicPr>
          <p:cNvPr id="297" name="Google Shape;132;p2" descr="Google Shape;132;p2">
            <a:extLst>
              <a:ext uri="{FF2B5EF4-FFF2-40B4-BE49-F238E27FC236}">
                <a16:creationId xmlns:a16="http://schemas.microsoft.com/office/drawing/2014/main" id="{20F6C879-CC6D-4B07-F5F2-0F2C7B093823}"/>
              </a:ext>
            </a:extLst>
          </p:cNvPr>
          <p:cNvPicPr>
            <a:picLocks noChangeAspect="1"/>
          </p:cNvPicPr>
          <p:nvPr/>
        </p:nvPicPr>
        <p:blipFill>
          <a:blip r:embed="rId3"/>
          <a:stretch>
            <a:fillRect/>
          </a:stretch>
        </p:blipFill>
        <p:spPr>
          <a:xfrm>
            <a:off x="252350" y="146743"/>
            <a:ext cx="998700" cy="364316"/>
          </a:xfrm>
          <a:prstGeom prst="rect">
            <a:avLst/>
          </a:prstGeom>
          <a:ln w="12700">
            <a:miter lim="400000"/>
          </a:ln>
        </p:spPr>
      </p:pic>
      <p:sp>
        <p:nvSpPr>
          <p:cNvPr id="298" name="Google Shape;134;p2">
            <a:extLst>
              <a:ext uri="{FF2B5EF4-FFF2-40B4-BE49-F238E27FC236}">
                <a16:creationId xmlns:a16="http://schemas.microsoft.com/office/drawing/2014/main" id="{90C6020D-5B62-6513-DA91-A94CF7F85F75}"/>
              </a:ext>
            </a:extLst>
          </p:cNvPr>
          <p:cNvSpPr/>
          <p:nvPr/>
        </p:nvSpPr>
        <p:spPr>
          <a:xfrm>
            <a:off x="796330" y="4887446"/>
            <a:ext cx="7881854"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sz="1800"/>
          </a:p>
        </p:txBody>
      </p:sp>
      <p:sp>
        <p:nvSpPr>
          <p:cNvPr id="2" name="GVCLASSIFICATIONHEADER1611724699">
            <a:extLst>
              <a:ext uri="{FF2B5EF4-FFF2-40B4-BE49-F238E27FC236}">
                <a16:creationId xmlns:a16="http://schemas.microsoft.com/office/drawing/2014/main" id="{EAFB6399-E289-8775-F09D-ED6E54147B57}"/>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extLst>
      <p:ext uri="{BB962C8B-B14F-4D97-AF65-F5344CB8AC3E}">
        <p14:creationId xmlns:p14="http://schemas.microsoft.com/office/powerpoint/2010/main" val="4160099800"/>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24F98-AF8A-03B0-BA1B-D2AC6EA6E963}"/>
            </a:ext>
          </a:extLst>
        </p:cNvPr>
        <p:cNvGrpSpPr/>
        <p:nvPr/>
      </p:nvGrpSpPr>
      <p:grpSpPr>
        <a:xfrm>
          <a:off x="0" y="0"/>
          <a:ext cx="0" cy="0"/>
          <a:chOff x="0" y="0"/>
          <a:chExt cx="0" cy="0"/>
        </a:xfrm>
      </p:grpSpPr>
      <p:pic>
        <p:nvPicPr>
          <p:cNvPr id="760" name="Google Shape;655;p25" descr="Google Shape;655;p25">
            <a:extLst>
              <a:ext uri="{FF2B5EF4-FFF2-40B4-BE49-F238E27FC236}">
                <a16:creationId xmlns:a16="http://schemas.microsoft.com/office/drawing/2014/main" id="{1B6E3124-1E9F-F00D-D99A-66A3B4FF61BD}"/>
              </a:ext>
            </a:extLst>
          </p:cNvPr>
          <p:cNvPicPr>
            <a:picLocks noChangeAspect="1"/>
          </p:cNvPicPr>
          <p:nvPr/>
        </p:nvPicPr>
        <p:blipFill>
          <a:blip r:embed="rId2"/>
          <a:stretch>
            <a:fillRect/>
          </a:stretch>
        </p:blipFill>
        <p:spPr>
          <a:xfrm>
            <a:off x="0" y="1"/>
            <a:ext cx="9144000" cy="5143502"/>
          </a:xfrm>
          <a:prstGeom prst="rect">
            <a:avLst/>
          </a:prstGeom>
          <a:ln w="12700">
            <a:miter lim="400000"/>
          </a:ln>
        </p:spPr>
      </p:pic>
      <p:sp>
        <p:nvSpPr>
          <p:cNvPr id="753" name="Google Shape;648;p25">
            <a:extLst>
              <a:ext uri="{FF2B5EF4-FFF2-40B4-BE49-F238E27FC236}">
                <a16:creationId xmlns:a16="http://schemas.microsoft.com/office/drawing/2014/main" id="{5C5A3007-1A61-01EF-F0F9-43C846769977}"/>
              </a:ext>
            </a:extLst>
          </p:cNvPr>
          <p:cNvSpPr txBox="1"/>
          <p:nvPr/>
        </p:nvSpPr>
        <p:spPr>
          <a:xfrm>
            <a:off x="252347" y="906481"/>
            <a:ext cx="4420663" cy="3462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ctr">
            <a:spAutoFit/>
          </a:bodyPr>
          <a:lstStyle/>
          <a:p>
            <a:pPr>
              <a:defRPr sz="3000">
                <a:solidFill>
                  <a:srgbClr val="003868"/>
                </a:solidFill>
                <a:latin typeface="Montserrat Bold"/>
                <a:ea typeface="Montserrat Bold"/>
                <a:cs typeface="Montserrat Bold"/>
                <a:sym typeface="Montserrat Bold"/>
              </a:defRPr>
            </a:pPr>
            <a:r>
              <a:rPr lang="en-GB" sz="2250" dirty="0">
                <a:sym typeface="Montserrat Bold"/>
              </a:rPr>
              <a:t>Core Values of My Clinic Ethics</a:t>
            </a:r>
            <a:endParaRPr sz="3000" dirty="0"/>
          </a:p>
        </p:txBody>
      </p:sp>
      <p:pic>
        <p:nvPicPr>
          <p:cNvPr id="754" name="Google Shape;649;p25" descr="Google Shape;649;p25">
            <a:extLst>
              <a:ext uri="{FF2B5EF4-FFF2-40B4-BE49-F238E27FC236}">
                <a16:creationId xmlns:a16="http://schemas.microsoft.com/office/drawing/2014/main" id="{F85D230E-647C-7925-0E90-3B5FD3C10C1C}"/>
              </a:ext>
            </a:extLst>
          </p:cNvPr>
          <p:cNvPicPr>
            <a:picLocks noChangeAspect="1"/>
          </p:cNvPicPr>
          <p:nvPr/>
        </p:nvPicPr>
        <p:blipFill>
          <a:blip r:embed="rId3"/>
          <a:stretch>
            <a:fillRect/>
          </a:stretch>
        </p:blipFill>
        <p:spPr>
          <a:xfrm>
            <a:off x="252350" y="146743"/>
            <a:ext cx="998700" cy="364316"/>
          </a:xfrm>
          <a:prstGeom prst="rect">
            <a:avLst/>
          </a:prstGeom>
          <a:ln w="12700">
            <a:miter lim="400000"/>
          </a:ln>
        </p:spPr>
      </p:pic>
      <p:grpSp>
        <p:nvGrpSpPr>
          <p:cNvPr id="758" name="Google Shape;650;p25">
            <a:extLst>
              <a:ext uri="{FF2B5EF4-FFF2-40B4-BE49-F238E27FC236}">
                <a16:creationId xmlns:a16="http://schemas.microsoft.com/office/drawing/2014/main" id="{3D917AF2-3E64-6524-02B0-AAF3742CB936}"/>
              </a:ext>
            </a:extLst>
          </p:cNvPr>
          <p:cNvGrpSpPr/>
          <p:nvPr/>
        </p:nvGrpSpPr>
        <p:grpSpPr>
          <a:xfrm>
            <a:off x="796329" y="4814352"/>
            <a:ext cx="8115879" cy="163891"/>
            <a:chOff x="543982" y="-18445"/>
            <a:chExt cx="8115877" cy="163891"/>
          </a:xfrm>
        </p:grpSpPr>
        <p:sp>
          <p:nvSpPr>
            <p:cNvPr id="755" name="Google Shape;651;p25">
              <a:extLst>
                <a:ext uri="{FF2B5EF4-FFF2-40B4-BE49-F238E27FC236}">
                  <a16:creationId xmlns:a16="http://schemas.microsoft.com/office/drawing/2014/main" id="{4DCA2E76-6504-D1EF-F62F-4323815C21A0}"/>
                </a:ext>
              </a:extLst>
            </p:cNvPr>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sz="1800"/>
            </a:p>
          </p:txBody>
        </p:sp>
        <p:sp>
          <p:nvSpPr>
            <p:cNvPr id="757" name="Google Shape;653;p25">
              <a:extLst>
                <a:ext uri="{FF2B5EF4-FFF2-40B4-BE49-F238E27FC236}">
                  <a16:creationId xmlns:a16="http://schemas.microsoft.com/office/drawing/2014/main" id="{4AB9E491-5604-6646-D275-E7BB88168CA1}"/>
                </a:ext>
              </a:extLst>
            </p:cNvPr>
            <p:cNvSpPr txBox="1"/>
            <p:nvPr/>
          </p:nvSpPr>
          <p:spPr>
            <a:xfrm>
              <a:off x="8408455" y="-18445"/>
              <a:ext cx="251404" cy="16389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endParaRPr dirty="0"/>
            </a:p>
          </p:txBody>
        </p:sp>
      </p:grpSp>
      <p:sp>
        <p:nvSpPr>
          <p:cNvPr id="759" name="Google Shape;654;p25">
            <a:extLst>
              <a:ext uri="{FF2B5EF4-FFF2-40B4-BE49-F238E27FC236}">
                <a16:creationId xmlns:a16="http://schemas.microsoft.com/office/drawing/2014/main" id="{F97420A4-B1CE-65C9-910F-18A2F2E9564F}"/>
              </a:ext>
            </a:extLst>
          </p:cNvPr>
          <p:cNvSpPr txBox="1"/>
          <p:nvPr/>
        </p:nvSpPr>
        <p:spPr>
          <a:xfrm>
            <a:off x="252347" y="1378988"/>
            <a:ext cx="6436113" cy="27699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marL="31749">
              <a:buClr>
                <a:srgbClr val="003868"/>
              </a:buClr>
              <a:buSzPts val="1300"/>
              <a:defRPr sz="1300">
                <a:solidFill>
                  <a:srgbClr val="003868"/>
                </a:solidFill>
                <a:latin typeface="Montserrat Medium"/>
                <a:ea typeface="Montserrat Medium"/>
                <a:cs typeface="Montserrat Medium"/>
                <a:sym typeface="Montserrat Medium"/>
              </a:defRPr>
            </a:pPr>
            <a:r>
              <a:rPr lang="en-US" sz="1300" dirty="0">
                <a:solidFill>
                  <a:srgbClr val="003868"/>
                </a:solidFill>
                <a:latin typeface="Montserrat Medium"/>
              </a:rPr>
              <a:t>Respect:</a:t>
            </a:r>
          </a:p>
          <a:p>
            <a:pPr marL="246062" indent="-214313">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sz="1050" dirty="0">
                <a:sym typeface="Montserrat Medium"/>
              </a:rPr>
              <a:t>Ensure the rights, privacy, and dignity of patients, families, and colleagues are always upheld.</a:t>
            </a:r>
            <a:endParaRPr lang="en-US" sz="1050" dirty="0"/>
          </a:p>
          <a:p>
            <a:pPr marL="31749">
              <a:buClr>
                <a:srgbClr val="003868"/>
              </a:buClr>
              <a:buSzPts val="1300"/>
              <a:defRPr sz="1300">
                <a:solidFill>
                  <a:srgbClr val="003868"/>
                </a:solidFill>
                <a:latin typeface="Montserrat Medium"/>
                <a:ea typeface="Montserrat Medium"/>
                <a:cs typeface="Montserrat Medium"/>
                <a:sym typeface="Montserrat Medium"/>
              </a:defRPr>
            </a:pPr>
            <a:endParaRPr lang="en-US" sz="1300" dirty="0">
              <a:solidFill>
                <a:srgbClr val="003868"/>
              </a:solidFill>
              <a:latin typeface="Montserrat Medium"/>
            </a:endParaRPr>
          </a:p>
          <a:p>
            <a:pPr marL="31749">
              <a:buClr>
                <a:srgbClr val="003868"/>
              </a:buClr>
              <a:buSzPts val="1300"/>
              <a:defRPr sz="1300">
                <a:solidFill>
                  <a:srgbClr val="003868"/>
                </a:solidFill>
                <a:latin typeface="Montserrat Medium"/>
                <a:ea typeface="Montserrat Medium"/>
                <a:cs typeface="Montserrat Medium"/>
                <a:sym typeface="Montserrat Medium"/>
              </a:defRPr>
            </a:pPr>
            <a:r>
              <a:rPr lang="en-US" sz="1300" dirty="0">
                <a:solidFill>
                  <a:srgbClr val="003868"/>
                </a:solidFill>
                <a:latin typeface="Montserrat Medium"/>
              </a:rPr>
              <a:t>Integrity:</a:t>
            </a:r>
          </a:p>
          <a:p>
            <a:pPr marL="246062" indent="-214313">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sz="1050" dirty="0">
                <a:sym typeface="Montserrat Medium"/>
              </a:rPr>
              <a:t>Engage in transparent practices; disclose any potential conflicts of interest related to recruitment, procurement, or other business dealings.</a:t>
            </a:r>
            <a:endParaRPr lang="en-GB" sz="1050" dirty="0"/>
          </a:p>
          <a:p>
            <a:pPr marL="31749">
              <a:buClr>
                <a:srgbClr val="003868"/>
              </a:buClr>
              <a:buSzPts val="1300"/>
              <a:defRPr sz="1300">
                <a:solidFill>
                  <a:srgbClr val="003868"/>
                </a:solidFill>
                <a:latin typeface="Montserrat Medium"/>
                <a:ea typeface="Montserrat Medium"/>
                <a:cs typeface="Montserrat Medium"/>
                <a:sym typeface="Montserrat Medium"/>
              </a:defRPr>
            </a:pPr>
            <a:endParaRPr lang="en-US" sz="1300" dirty="0">
              <a:solidFill>
                <a:srgbClr val="003868"/>
              </a:solidFill>
              <a:latin typeface="Montserrat Medium"/>
            </a:endParaRPr>
          </a:p>
          <a:p>
            <a:pPr marL="31749">
              <a:buClr>
                <a:srgbClr val="003868"/>
              </a:buClr>
              <a:buSzPts val="1300"/>
              <a:defRPr sz="1300">
                <a:solidFill>
                  <a:srgbClr val="003868"/>
                </a:solidFill>
                <a:latin typeface="Montserrat Medium"/>
                <a:ea typeface="Montserrat Medium"/>
                <a:cs typeface="Montserrat Medium"/>
                <a:sym typeface="Montserrat Medium"/>
              </a:defRPr>
            </a:pPr>
            <a:r>
              <a:rPr lang="en-US" sz="1300" dirty="0">
                <a:solidFill>
                  <a:srgbClr val="003868"/>
                </a:solidFill>
                <a:latin typeface="Montserrat Medium"/>
              </a:rPr>
              <a:t>Accountability:</a:t>
            </a:r>
          </a:p>
          <a:p>
            <a:pPr marL="160337" indent="-128588">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sz="1050" dirty="0">
                <a:sym typeface="Montserrat Medium"/>
              </a:rPr>
              <a:t>A culture of accountability encourages reporting of safety concerns and adherence to established policies.</a:t>
            </a:r>
          </a:p>
          <a:p>
            <a:pPr marL="31749">
              <a:lnSpc>
                <a:spcPct val="150000"/>
              </a:lnSpc>
              <a:buClr>
                <a:srgbClr val="003868"/>
              </a:buClr>
              <a:buSzPts val="1300"/>
              <a:defRPr sz="1300">
                <a:solidFill>
                  <a:srgbClr val="003868"/>
                </a:solidFill>
                <a:latin typeface="Montserrat Medium"/>
                <a:ea typeface="Montserrat Medium"/>
                <a:cs typeface="Montserrat Medium"/>
                <a:sym typeface="Montserrat Medium"/>
              </a:defRPr>
            </a:pPr>
            <a:endParaRPr lang="en-GB" sz="1200" dirty="0"/>
          </a:p>
          <a:p>
            <a:pPr marL="31749">
              <a:buClr>
                <a:srgbClr val="003868"/>
              </a:buClr>
              <a:buSzPts val="1300"/>
              <a:defRPr sz="1300">
                <a:solidFill>
                  <a:srgbClr val="003868"/>
                </a:solidFill>
                <a:latin typeface="Montserrat Medium"/>
                <a:ea typeface="Montserrat Medium"/>
                <a:cs typeface="Montserrat Medium"/>
                <a:sym typeface="Montserrat Medium"/>
              </a:defRPr>
            </a:pPr>
            <a:r>
              <a:rPr lang="en-US" sz="1300" dirty="0">
                <a:solidFill>
                  <a:srgbClr val="003868"/>
                </a:solidFill>
                <a:latin typeface="Montserrat Medium"/>
              </a:rPr>
              <a:t>Innovation and Collaboration:</a:t>
            </a:r>
          </a:p>
          <a:p>
            <a:pPr marL="160337" indent="-128588">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sz="1050" dirty="0">
                <a:solidFill>
                  <a:srgbClr val="003868"/>
                </a:solidFill>
                <a:latin typeface="Montserrat Medium"/>
                <a:sym typeface="Montserrat Medium"/>
              </a:rPr>
              <a:t>Support research and community engagement to enhance healthcare quality and outcomes.</a:t>
            </a:r>
            <a:endParaRPr sz="1050" dirty="0">
              <a:solidFill>
                <a:srgbClr val="003868"/>
              </a:solidFill>
              <a:latin typeface="Montserrat Medium"/>
            </a:endParaRPr>
          </a:p>
        </p:txBody>
      </p:sp>
      <p:sp>
        <p:nvSpPr>
          <p:cNvPr id="2" name="GVCLASSIFICATIONHEADER1005296908">
            <a:extLst>
              <a:ext uri="{FF2B5EF4-FFF2-40B4-BE49-F238E27FC236}">
                <a16:creationId xmlns:a16="http://schemas.microsoft.com/office/drawing/2014/main" id="{7738A9D3-C3D0-6988-BBBE-1FD97DBF954A}"/>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extLst>
      <p:ext uri="{BB962C8B-B14F-4D97-AF65-F5344CB8AC3E}">
        <p14:creationId xmlns:p14="http://schemas.microsoft.com/office/powerpoint/2010/main" val="456265331"/>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D4880-C9AF-07FB-43BC-EEFAD3EF8142}"/>
            </a:ext>
          </a:extLst>
        </p:cNvPr>
        <p:cNvGrpSpPr/>
        <p:nvPr/>
      </p:nvGrpSpPr>
      <p:grpSpPr>
        <a:xfrm>
          <a:off x="0" y="0"/>
          <a:ext cx="0" cy="0"/>
          <a:chOff x="0" y="0"/>
          <a:chExt cx="0" cy="0"/>
        </a:xfrm>
      </p:grpSpPr>
      <p:pic>
        <p:nvPicPr>
          <p:cNvPr id="760" name="Google Shape;655;p25" descr="Google Shape;655;p25">
            <a:extLst>
              <a:ext uri="{FF2B5EF4-FFF2-40B4-BE49-F238E27FC236}">
                <a16:creationId xmlns:a16="http://schemas.microsoft.com/office/drawing/2014/main" id="{14ABB790-4FFF-8088-8AF4-FC9CEE7CE1DA}"/>
              </a:ext>
            </a:extLst>
          </p:cNvPr>
          <p:cNvPicPr>
            <a:picLocks noChangeAspect="1"/>
          </p:cNvPicPr>
          <p:nvPr/>
        </p:nvPicPr>
        <p:blipFill>
          <a:blip r:embed="rId2"/>
          <a:stretch>
            <a:fillRect/>
          </a:stretch>
        </p:blipFill>
        <p:spPr>
          <a:xfrm>
            <a:off x="0" y="1"/>
            <a:ext cx="9144000" cy="5143502"/>
          </a:xfrm>
          <a:prstGeom prst="rect">
            <a:avLst/>
          </a:prstGeom>
          <a:ln w="12700">
            <a:miter lim="400000"/>
          </a:ln>
        </p:spPr>
      </p:pic>
      <p:sp>
        <p:nvSpPr>
          <p:cNvPr id="753" name="Google Shape;648;p25">
            <a:extLst>
              <a:ext uri="{FF2B5EF4-FFF2-40B4-BE49-F238E27FC236}">
                <a16:creationId xmlns:a16="http://schemas.microsoft.com/office/drawing/2014/main" id="{9B765B0E-0A30-D6C6-6EA3-636072C1FF30}"/>
              </a:ext>
            </a:extLst>
          </p:cNvPr>
          <p:cNvSpPr txBox="1"/>
          <p:nvPr/>
        </p:nvSpPr>
        <p:spPr>
          <a:xfrm>
            <a:off x="252347" y="889525"/>
            <a:ext cx="6208612" cy="3462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p>
            <a:pPr>
              <a:defRPr sz="3000">
                <a:solidFill>
                  <a:srgbClr val="003868"/>
                </a:solidFill>
                <a:latin typeface="Montserrat Bold"/>
                <a:ea typeface="Montserrat Bold"/>
                <a:cs typeface="Montserrat Bold"/>
                <a:sym typeface="Montserrat Bold"/>
              </a:defRPr>
            </a:pPr>
            <a:r>
              <a:rPr lang="en-GB" sz="2250" dirty="0">
                <a:sym typeface="Montserrat Bold"/>
              </a:rPr>
              <a:t>Ethical Decision-Making and Reporting</a:t>
            </a:r>
          </a:p>
        </p:txBody>
      </p:sp>
      <p:pic>
        <p:nvPicPr>
          <p:cNvPr id="754" name="Google Shape;649;p25" descr="Google Shape;649;p25">
            <a:extLst>
              <a:ext uri="{FF2B5EF4-FFF2-40B4-BE49-F238E27FC236}">
                <a16:creationId xmlns:a16="http://schemas.microsoft.com/office/drawing/2014/main" id="{749A7739-9F5D-4177-454A-4FD4DB50ADC5}"/>
              </a:ext>
            </a:extLst>
          </p:cNvPr>
          <p:cNvPicPr>
            <a:picLocks noChangeAspect="1"/>
          </p:cNvPicPr>
          <p:nvPr/>
        </p:nvPicPr>
        <p:blipFill>
          <a:blip r:embed="rId3"/>
          <a:stretch>
            <a:fillRect/>
          </a:stretch>
        </p:blipFill>
        <p:spPr>
          <a:xfrm>
            <a:off x="252350" y="146743"/>
            <a:ext cx="998700" cy="364316"/>
          </a:xfrm>
          <a:prstGeom prst="rect">
            <a:avLst/>
          </a:prstGeom>
          <a:ln w="12700">
            <a:miter lim="400000"/>
          </a:ln>
        </p:spPr>
      </p:pic>
      <p:sp>
        <p:nvSpPr>
          <p:cNvPr id="755" name="Google Shape;651;p25">
            <a:extLst>
              <a:ext uri="{FF2B5EF4-FFF2-40B4-BE49-F238E27FC236}">
                <a16:creationId xmlns:a16="http://schemas.microsoft.com/office/drawing/2014/main" id="{86F13B54-3A10-9A73-86FB-02E2EB511E9C}"/>
              </a:ext>
            </a:extLst>
          </p:cNvPr>
          <p:cNvSpPr/>
          <p:nvPr/>
        </p:nvSpPr>
        <p:spPr>
          <a:xfrm>
            <a:off x="796330" y="4887446"/>
            <a:ext cx="7881854"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sz="1800"/>
          </a:p>
        </p:txBody>
      </p:sp>
      <p:sp>
        <p:nvSpPr>
          <p:cNvPr id="759" name="Google Shape;654;p25">
            <a:extLst>
              <a:ext uri="{FF2B5EF4-FFF2-40B4-BE49-F238E27FC236}">
                <a16:creationId xmlns:a16="http://schemas.microsoft.com/office/drawing/2014/main" id="{E92394B3-E8DC-2972-96E7-E03F5FAB39FC}"/>
              </a:ext>
            </a:extLst>
          </p:cNvPr>
          <p:cNvSpPr txBox="1"/>
          <p:nvPr/>
        </p:nvSpPr>
        <p:spPr>
          <a:xfrm>
            <a:off x="252347" y="1371867"/>
            <a:ext cx="6436113" cy="15234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marL="31749">
              <a:buClr>
                <a:srgbClr val="003868"/>
              </a:buClr>
              <a:buSzPts val="1300"/>
              <a:defRPr sz="1300">
                <a:solidFill>
                  <a:srgbClr val="003868"/>
                </a:solidFill>
                <a:latin typeface="Montserrat Medium"/>
                <a:ea typeface="Montserrat Medium"/>
                <a:cs typeface="Montserrat Medium"/>
                <a:sym typeface="Montserrat Medium"/>
              </a:defRPr>
            </a:pPr>
            <a:r>
              <a:rPr lang="en-US" sz="1200" dirty="0">
                <a:solidFill>
                  <a:srgbClr val="003868"/>
                </a:solidFill>
                <a:latin typeface="Montserrat Medium"/>
              </a:rPr>
              <a:t>Ethical Decision-Making:</a:t>
            </a:r>
          </a:p>
          <a:p>
            <a:pPr marL="246062" indent="-214313">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sz="1050" dirty="0">
                <a:sym typeface="Montserrat Medium"/>
              </a:rPr>
              <a:t>Consult with colleagues for cases beyond your expertise to ensure quality patient care. (Through committee)</a:t>
            </a:r>
            <a:endParaRPr lang="en-US" sz="2100" dirty="0"/>
          </a:p>
          <a:p>
            <a:pPr marL="31749">
              <a:buClr>
                <a:srgbClr val="003868"/>
              </a:buClr>
              <a:buSzPts val="1300"/>
              <a:defRPr sz="1300">
                <a:solidFill>
                  <a:srgbClr val="003868"/>
                </a:solidFill>
                <a:latin typeface="Montserrat Medium"/>
                <a:ea typeface="Montserrat Medium"/>
                <a:cs typeface="Montserrat Medium"/>
                <a:sym typeface="Montserrat Medium"/>
              </a:defRPr>
            </a:pPr>
            <a:endParaRPr lang="en-US" sz="1200" dirty="0">
              <a:solidFill>
                <a:srgbClr val="003868"/>
              </a:solidFill>
              <a:latin typeface="Montserrat Medium"/>
            </a:endParaRPr>
          </a:p>
          <a:p>
            <a:pPr marL="31749">
              <a:buClr>
                <a:srgbClr val="003868"/>
              </a:buClr>
              <a:buSzPts val="1300"/>
              <a:defRPr sz="1300">
                <a:solidFill>
                  <a:srgbClr val="003868"/>
                </a:solidFill>
                <a:latin typeface="Montserrat Medium"/>
                <a:ea typeface="Montserrat Medium"/>
                <a:cs typeface="Montserrat Medium"/>
                <a:sym typeface="Montserrat Medium"/>
              </a:defRPr>
            </a:pPr>
            <a:r>
              <a:rPr lang="en-US" sz="1200" dirty="0">
                <a:solidFill>
                  <a:srgbClr val="003868"/>
                </a:solidFill>
                <a:latin typeface="Montserrat Medium"/>
              </a:rPr>
              <a:t>Reporting Ethical Dilemmas:</a:t>
            </a:r>
          </a:p>
          <a:p>
            <a:pPr marL="246062" indent="-214313">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sz="1050" dirty="0">
                <a:sym typeface="Montserrat Medium"/>
              </a:rPr>
              <a:t>If faced with an ethical dilemma, complete an Incident Report within 24 hours.</a:t>
            </a:r>
          </a:p>
          <a:p>
            <a:pPr marL="246062" indent="-214313">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sz="1050" dirty="0">
                <a:sym typeface="Montserrat Medium"/>
              </a:rPr>
              <a:t>Engage the ethics team for further guidance and support.</a:t>
            </a:r>
          </a:p>
          <a:p>
            <a:pPr marL="246062" indent="-214313">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endParaRPr lang="en-GB" sz="1050" dirty="0">
              <a:sym typeface="Montserrat Medium"/>
            </a:endParaRPr>
          </a:p>
          <a:p>
            <a:pPr marL="246062" indent="-214313">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endParaRPr lang="en-GB" sz="1050" dirty="0">
              <a:sym typeface="Montserrat Medium"/>
            </a:endParaRPr>
          </a:p>
        </p:txBody>
      </p:sp>
      <p:sp>
        <p:nvSpPr>
          <p:cNvPr id="2" name="GVCLASSIFICATIONHEADER1424452945">
            <a:extLst>
              <a:ext uri="{FF2B5EF4-FFF2-40B4-BE49-F238E27FC236}">
                <a16:creationId xmlns:a16="http://schemas.microsoft.com/office/drawing/2014/main" id="{70BF0C22-C08F-47BF-CE49-E57330A4D87F}"/>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extLst>
      <p:ext uri="{BB962C8B-B14F-4D97-AF65-F5344CB8AC3E}">
        <p14:creationId xmlns:p14="http://schemas.microsoft.com/office/powerpoint/2010/main" val="1869982625"/>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CA6DF-FAEA-B563-CA41-3DF0485076FC}"/>
            </a:ext>
          </a:extLst>
        </p:cNvPr>
        <p:cNvGrpSpPr/>
        <p:nvPr/>
      </p:nvGrpSpPr>
      <p:grpSpPr>
        <a:xfrm>
          <a:off x="0" y="0"/>
          <a:ext cx="0" cy="0"/>
          <a:chOff x="0" y="0"/>
          <a:chExt cx="0" cy="0"/>
        </a:xfrm>
      </p:grpSpPr>
      <p:pic>
        <p:nvPicPr>
          <p:cNvPr id="760" name="Google Shape;655;p25" descr="Google Shape;655;p25">
            <a:extLst>
              <a:ext uri="{FF2B5EF4-FFF2-40B4-BE49-F238E27FC236}">
                <a16:creationId xmlns:a16="http://schemas.microsoft.com/office/drawing/2014/main" id="{D434BBBB-65D3-0FC4-2137-34CC43F3CF78}"/>
              </a:ext>
            </a:extLst>
          </p:cNvPr>
          <p:cNvPicPr>
            <a:picLocks noChangeAspect="1"/>
          </p:cNvPicPr>
          <p:nvPr/>
        </p:nvPicPr>
        <p:blipFill>
          <a:blip r:embed="rId2"/>
          <a:stretch>
            <a:fillRect/>
          </a:stretch>
        </p:blipFill>
        <p:spPr>
          <a:xfrm>
            <a:off x="0" y="1"/>
            <a:ext cx="9144000" cy="5143502"/>
          </a:xfrm>
          <a:prstGeom prst="rect">
            <a:avLst/>
          </a:prstGeom>
          <a:ln w="12700">
            <a:miter lim="400000"/>
          </a:ln>
        </p:spPr>
      </p:pic>
      <p:sp>
        <p:nvSpPr>
          <p:cNvPr id="753" name="Google Shape;648;p25">
            <a:extLst>
              <a:ext uri="{FF2B5EF4-FFF2-40B4-BE49-F238E27FC236}">
                <a16:creationId xmlns:a16="http://schemas.microsoft.com/office/drawing/2014/main" id="{090477D2-8071-7BAF-2A3A-8659B134C584}"/>
              </a:ext>
            </a:extLst>
          </p:cNvPr>
          <p:cNvSpPr txBox="1"/>
          <p:nvPr/>
        </p:nvSpPr>
        <p:spPr>
          <a:xfrm>
            <a:off x="252347" y="889525"/>
            <a:ext cx="6208612" cy="3462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p>
            <a:pPr>
              <a:defRPr sz="3000">
                <a:solidFill>
                  <a:srgbClr val="003868"/>
                </a:solidFill>
                <a:latin typeface="Montserrat Bold"/>
                <a:ea typeface="Montserrat Bold"/>
                <a:cs typeface="Montserrat Bold"/>
                <a:sym typeface="Montserrat Bold"/>
              </a:defRPr>
            </a:pPr>
            <a:r>
              <a:rPr lang="en-GB" sz="2250" dirty="0">
                <a:sym typeface="Montserrat Bold"/>
              </a:rPr>
              <a:t>Responsibilities and Conclusion</a:t>
            </a:r>
            <a:endParaRPr sz="3000" dirty="0"/>
          </a:p>
        </p:txBody>
      </p:sp>
      <p:pic>
        <p:nvPicPr>
          <p:cNvPr id="754" name="Google Shape;649;p25" descr="Google Shape;649;p25">
            <a:extLst>
              <a:ext uri="{FF2B5EF4-FFF2-40B4-BE49-F238E27FC236}">
                <a16:creationId xmlns:a16="http://schemas.microsoft.com/office/drawing/2014/main" id="{7C3F1DB3-9BBB-306D-0A76-CC186B8EA123}"/>
              </a:ext>
            </a:extLst>
          </p:cNvPr>
          <p:cNvPicPr>
            <a:picLocks noChangeAspect="1"/>
          </p:cNvPicPr>
          <p:nvPr/>
        </p:nvPicPr>
        <p:blipFill>
          <a:blip r:embed="rId3"/>
          <a:stretch>
            <a:fillRect/>
          </a:stretch>
        </p:blipFill>
        <p:spPr>
          <a:xfrm>
            <a:off x="252350" y="146743"/>
            <a:ext cx="998700" cy="364316"/>
          </a:xfrm>
          <a:prstGeom prst="rect">
            <a:avLst/>
          </a:prstGeom>
          <a:ln w="12700">
            <a:miter lim="400000"/>
          </a:ln>
        </p:spPr>
      </p:pic>
      <p:sp>
        <p:nvSpPr>
          <p:cNvPr id="755" name="Google Shape;651;p25">
            <a:extLst>
              <a:ext uri="{FF2B5EF4-FFF2-40B4-BE49-F238E27FC236}">
                <a16:creationId xmlns:a16="http://schemas.microsoft.com/office/drawing/2014/main" id="{4E1EB257-F232-244F-BA7F-CDF61770A664}"/>
              </a:ext>
            </a:extLst>
          </p:cNvPr>
          <p:cNvSpPr/>
          <p:nvPr/>
        </p:nvSpPr>
        <p:spPr>
          <a:xfrm>
            <a:off x="796330" y="4887446"/>
            <a:ext cx="7881854"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sz="1800"/>
          </a:p>
        </p:txBody>
      </p:sp>
      <p:sp>
        <p:nvSpPr>
          <p:cNvPr id="759" name="Google Shape;654;p25">
            <a:extLst>
              <a:ext uri="{FF2B5EF4-FFF2-40B4-BE49-F238E27FC236}">
                <a16:creationId xmlns:a16="http://schemas.microsoft.com/office/drawing/2014/main" id="{3BE13265-9E78-9777-85D3-870CCCFD48F3}"/>
              </a:ext>
            </a:extLst>
          </p:cNvPr>
          <p:cNvSpPr txBox="1"/>
          <p:nvPr/>
        </p:nvSpPr>
        <p:spPr>
          <a:xfrm>
            <a:off x="252347" y="1464200"/>
            <a:ext cx="6436113" cy="13388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marL="31749">
              <a:buClr>
                <a:srgbClr val="003868"/>
              </a:buClr>
              <a:buSzPts val="1300"/>
              <a:defRPr sz="1300">
                <a:solidFill>
                  <a:srgbClr val="003868"/>
                </a:solidFill>
                <a:latin typeface="Montserrat Medium"/>
                <a:ea typeface="Montserrat Medium"/>
                <a:cs typeface="Montserrat Medium"/>
                <a:sym typeface="Montserrat Medium"/>
              </a:defRPr>
            </a:pPr>
            <a:r>
              <a:rPr lang="en-US" sz="1200" dirty="0">
                <a:solidFill>
                  <a:srgbClr val="003868"/>
                </a:solidFill>
                <a:latin typeface="Montserrat Medium"/>
              </a:rPr>
              <a:t>Your Role:</a:t>
            </a:r>
          </a:p>
          <a:p>
            <a:pPr marL="246062" indent="-214313">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sz="1050" dirty="0">
                <a:sym typeface="Montserrat Medium"/>
              </a:rPr>
              <a:t>Every employee is responsible for upholding these ethical standards and contributing to a positive work environment.</a:t>
            </a:r>
          </a:p>
          <a:p>
            <a:pPr marL="31749">
              <a:buClr>
                <a:srgbClr val="003868"/>
              </a:buClr>
              <a:buSzPts val="1300"/>
              <a:defRPr sz="1300">
                <a:solidFill>
                  <a:srgbClr val="003868"/>
                </a:solidFill>
                <a:latin typeface="Montserrat Medium"/>
                <a:ea typeface="Montserrat Medium"/>
                <a:cs typeface="Montserrat Medium"/>
                <a:sym typeface="Montserrat Medium"/>
              </a:defRPr>
            </a:pPr>
            <a:endParaRPr lang="en-GB" sz="1050" dirty="0">
              <a:solidFill>
                <a:srgbClr val="003868"/>
              </a:solidFill>
              <a:latin typeface="Montserrat Medium"/>
              <a:sym typeface="Montserrat Medium"/>
            </a:endParaRPr>
          </a:p>
          <a:p>
            <a:pPr marL="31749">
              <a:buClr>
                <a:srgbClr val="003868"/>
              </a:buClr>
              <a:buSzPts val="1300"/>
              <a:defRPr sz="1300">
                <a:solidFill>
                  <a:srgbClr val="003868"/>
                </a:solidFill>
                <a:latin typeface="Montserrat Medium"/>
                <a:ea typeface="Montserrat Medium"/>
                <a:cs typeface="Montserrat Medium"/>
                <a:sym typeface="Montserrat Medium"/>
              </a:defRPr>
            </a:pPr>
            <a:endParaRPr lang="en-GB" sz="1050" dirty="0">
              <a:solidFill>
                <a:srgbClr val="003868"/>
              </a:solidFill>
              <a:latin typeface="Montserrat Medium"/>
              <a:sym typeface="Montserrat Medium"/>
            </a:endParaRPr>
          </a:p>
          <a:p>
            <a:pPr marL="31749">
              <a:buClr>
                <a:srgbClr val="003868"/>
              </a:buClr>
              <a:buSzPts val="1300"/>
              <a:defRPr sz="1300">
                <a:solidFill>
                  <a:srgbClr val="003868"/>
                </a:solidFill>
                <a:latin typeface="Montserrat Medium"/>
                <a:ea typeface="Montserrat Medium"/>
                <a:cs typeface="Montserrat Medium"/>
                <a:sym typeface="Montserrat Medium"/>
              </a:defRPr>
            </a:pPr>
            <a:r>
              <a:rPr lang="en-US" sz="1200" dirty="0">
                <a:solidFill>
                  <a:srgbClr val="003868"/>
                </a:solidFill>
                <a:latin typeface="Montserrat Medium"/>
              </a:rPr>
              <a:t>Conclusion:</a:t>
            </a:r>
          </a:p>
          <a:p>
            <a:pPr marL="246062" indent="-214313">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sz="1050" dirty="0">
                <a:solidFill>
                  <a:srgbClr val="003868"/>
                </a:solidFill>
                <a:latin typeface="Montserrat Medium"/>
              </a:rPr>
              <a:t>Your commitment to the Code of Ethics is vital in providing quality care and supporting our mission at My Clinic.</a:t>
            </a:r>
            <a:endParaRPr lang="en-US" sz="1050" dirty="0">
              <a:solidFill>
                <a:srgbClr val="003868"/>
              </a:solidFill>
              <a:latin typeface="Montserrat Medium"/>
            </a:endParaRPr>
          </a:p>
        </p:txBody>
      </p:sp>
      <p:sp>
        <p:nvSpPr>
          <p:cNvPr id="2" name="GVCLASSIFICATIONHEADER1843608982">
            <a:extLst>
              <a:ext uri="{FF2B5EF4-FFF2-40B4-BE49-F238E27FC236}">
                <a16:creationId xmlns:a16="http://schemas.microsoft.com/office/drawing/2014/main" id="{EE0941A2-4614-F5C7-B036-B1D46D1CFB1C}"/>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extLst>
      <p:ext uri="{BB962C8B-B14F-4D97-AF65-F5344CB8AC3E}">
        <p14:creationId xmlns:p14="http://schemas.microsoft.com/office/powerpoint/2010/main" val="4225730168"/>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5995A-D4C8-24BC-8CB3-185488765F47}"/>
            </a:ext>
          </a:extLst>
        </p:cNvPr>
        <p:cNvGrpSpPr/>
        <p:nvPr/>
      </p:nvGrpSpPr>
      <p:grpSpPr>
        <a:xfrm>
          <a:off x="0" y="0"/>
          <a:ext cx="0" cy="0"/>
          <a:chOff x="0" y="0"/>
          <a:chExt cx="0" cy="0"/>
        </a:xfrm>
      </p:grpSpPr>
      <p:pic>
        <p:nvPicPr>
          <p:cNvPr id="295" name="Google Shape;130;p2" descr="Google Shape;130;p2">
            <a:extLst>
              <a:ext uri="{FF2B5EF4-FFF2-40B4-BE49-F238E27FC236}">
                <a16:creationId xmlns:a16="http://schemas.microsoft.com/office/drawing/2014/main" id="{5B287149-4F3E-35B8-1276-62DE8B8D35B9}"/>
              </a:ext>
            </a:extLst>
          </p:cNvPr>
          <p:cNvPicPr>
            <a:picLocks noChangeAspect="1"/>
          </p:cNvPicPr>
          <p:nvPr/>
        </p:nvPicPr>
        <p:blipFill>
          <a:blip r:embed="rId2"/>
          <a:stretch>
            <a:fillRect/>
          </a:stretch>
        </p:blipFill>
        <p:spPr>
          <a:xfrm>
            <a:off x="0" y="1"/>
            <a:ext cx="9144004" cy="5143514"/>
          </a:xfrm>
          <a:prstGeom prst="rect">
            <a:avLst/>
          </a:prstGeom>
          <a:ln w="12700">
            <a:miter lim="400000"/>
          </a:ln>
        </p:spPr>
      </p:pic>
      <p:sp>
        <p:nvSpPr>
          <p:cNvPr id="296" name="Google Shape;131;p2">
            <a:extLst>
              <a:ext uri="{FF2B5EF4-FFF2-40B4-BE49-F238E27FC236}">
                <a16:creationId xmlns:a16="http://schemas.microsoft.com/office/drawing/2014/main" id="{AC4AAD57-67E3-09C4-7935-2EC9DB452893}"/>
              </a:ext>
            </a:extLst>
          </p:cNvPr>
          <p:cNvSpPr txBox="1"/>
          <p:nvPr/>
        </p:nvSpPr>
        <p:spPr>
          <a:xfrm>
            <a:off x="280097" y="1919368"/>
            <a:ext cx="5294021" cy="9694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p>
            <a:pPr>
              <a:defRPr sz="2100">
                <a:solidFill>
                  <a:srgbClr val="003868"/>
                </a:solidFill>
                <a:latin typeface="Montserrat Bold"/>
                <a:ea typeface="Montserrat Bold"/>
                <a:cs typeface="Montserrat Bold"/>
                <a:sym typeface="Montserrat Bold"/>
              </a:defRPr>
            </a:pPr>
            <a:r>
              <a:rPr lang="en-GB" sz="2100" dirty="0"/>
              <a:t>Rights and Responsibilities of Patients and Families</a:t>
            </a:r>
            <a:br>
              <a:rPr sz="2100" dirty="0"/>
            </a:br>
            <a:endParaRPr sz="2100" dirty="0"/>
          </a:p>
        </p:txBody>
      </p:sp>
      <p:pic>
        <p:nvPicPr>
          <p:cNvPr id="297" name="Google Shape;132;p2" descr="Google Shape;132;p2">
            <a:extLst>
              <a:ext uri="{FF2B5EF4-FFF2-40B4-BE49-F238E27FC236}">
                <a16:creationId xmlns:a16="http://schemas.microsoft.com/office/drawing/2014/main" id="{08416F86-CE98-96C8-E240-A5666BB60EAA}"/>
              </a:ext>
            </a:extLst>
          </p:cNvPr>
          <p:cNvPicPr>
            <a:picLocks noChangeAspect="1"/>
          </p:cNvPicPr>
          <p:nvPr/>
        </p:nvPicPr>
        <p:blipFill>
          <a:blip r:embed="rId3"/>
          <a:stretch>
            <a:fillRect/>
          </a:stretch>
        </p:blipFill>
        <p:spPr>
          <a:xfrm>
            <a:off x="252350" y="146743"/>
            <a:ext cx="998700" cy="364316"/>
          </a:xfrm>
          <a:prstGeom prst="rect">
            <a:avLst/>
          </a:prstGeom>
          <a:ln w="12700">
            <a:miter lim="400000"/>
          </a:ln>
        </p:spPr>
      </p:pic>
      <p:grpSp>
        <p:nvGrpSpPr>
          <p:cNvPr id="301" name="Google Shape;133;p2">
            <a:extLst>
              <a:ext uri="{FF2B5EF4-FFF2-40B4-BE49-F238E27FC236}">
                <a16:creationId xmlns:a16="http://schemas.microsoft.com/office/drawing/2014/main" id="{F7C1518E-D826-DE28-279C-BFF425433EA6}"/>
              </a:ext>
            </a:extLst>
          </p:cNvPr>
          <p:cNvGrpSpPr/>
          <p:nvPr/>
        </p:nvGrpSpPr>
        <p:grpSpPr>
          <a:xfrm>
            <a:off x="796329" y="4814352"/>
            <a:ext cx="8115879" cy="163891"/>
            <a:chOff x="543982" y="-18445"/>
            <a:chExt cx="8115877" cy="163891"/>
          </a:xfrm>
        </p:grpSpPr>
        <p:sp>
          <p:nvSpPr>
            <p:cNvPr id="298" name="Google Shape;134;p2">
              <a:extLst>
                <a:ext uri="{FF2B5EF4-FFF2-40B4-BE49-F238E27FC236}">
                  <a16:creationId xmlns:a16="http://schemas.microsoft.com/office/drawing/2014/main" id="{8E7F9978-1A93-7C6B-17AF-7576151F0B42}"/>
                </a:ext>
              </a:extLst>
            </p:cNvPr>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sz="1800"/>
            </a:p>
          </p:txBody>
        </p:sp>
        <p:sp>
          <p:nvSpPr>
            <p:cNvPr id="300" name="Google Shape;136;p2">
              <a:extLst>
                <a:ext uri="{FF2B5EF4-FFF2-40B4-BE49-F238E27FC236}">
                  <a16:creationId xmlns:a16="http://schemas.microsoft.com/office/drawing/2014/main" id="{C0EB3304-65BB-CEAF-5185-6D38BDC8F5B6}"/>
                </a:ext>
              </a:extLst>
            </p:cNvPr>
            <p:cNvSpPr txBox="1"/>
            <p:nvPr/>
          </p:nvSpPr>
          <p:spPr>
            <a:xfrm>
              <a:off x="8408455" y="-18445"/>
              <a:ext cx="251404" cy="1638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endParaRPr dirty="0"/>
            </a:p>
          </p:txBody>
        </p:sp>
      </p:grpSp>
      <p:sp>
        <p:nvSpPr>
          <p:cNvPr id="2" name="GVCLASSIFICATIONHEADER115281372">
            <a:extLst>
              <a:ext uri="{FF2B5EF4-FFF2-40B4-BE49-F238E27FC236}">
                <a16:creationId xmlns:a16="http://schemas.microsoft.com/office/drawing/2014/main" id="{50DD7509-B7B2-5DF0-B71C-ECE67CD3EF87}"/>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extLst>
      <p:ext uri="{BB962C8B-B14F-4D97-AF65-F5344CB8AC3E}">
        <p14:creationId xmlns:p14="http://schemas.microsoft.com/office/powerpoint/2010/main" val="3345272148"/>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CDA0D-8C33-086A-0615-BC8EF76BB474}"/>
            </a:ext>
          </a:extLst>
        </p:cNvPr>
        <p:cNvGrpSpPr/>
        <p:nvPr/>
      </p:nvGrpSpPr>
      <p:grpSpPr>
        <a:xfrm>
          <a:off x="0" y="0"/>
          <a:ext cx="0" cy="0"/>
          <a:chOff x="0" y="0"/>
          <a:chExt cx="0" cy="0"/>
        </a:xfrm>
      </p:grpSpPr>
      <p:pic>
        <p:nvPicPr>
          <p:cNvPr id="760" name="Google Shape;655;p25" descr="Google Shape;655;p25">
            <a:extLst>
              <a:ext uri="{FF2B5EF4-FFF2-40B4-BE49-F238E27FC236}">
                <a16:creationId xmlns:a16="http://schemas.microsoft.com/office/drawing/2014/main" id="{620B4C4C-D035-9711-B12D-E9C479EBD360}"/>
              </a:ext>
            </a:extLst>
          </p:cNvPr>
          <p:cNvPicPr>
            <a:picLocks noChangeAspect="1"/>
          </p:cNvPicPr>
          <p:nvPr/>
        </p:nvPicPr>
        <p:blipFill>
          <a:blip r:embed="rId2"/>
          <a:stretch>
            <a:fillRect/>
          </a:stretch>
        </p:blipFill>
        <p:spPr>
          <a:xfrm>
            <a:off x="0" y="1"/>
            <a:ext cx="9144000" cy="5143502"/>
          </a:xfrm>
          <a:prstGeom prst="rect">
            <a:avLst/>
          </a:prstGeom>
          <a:ln w="12700">
            <a:miter lim="400000"/>
          </a:ln>
        </p:spPr>
      </p:pic>
      <p:sp>
        <p:nvSpPr>
          <p:cNvPr id="753" name="Google Shape;648;p25">
            <a:extLst>
              <a:ext uri="{FF2B5EF4-FFF2-40B4-BE49-F238E27FC236}">
                <a16:creationId xmlns:a16="http://schemas.microsoft.com/office/drawing/2014/main" id="{CC5FBAD6-A344-8A3E-C102-ED0515296B90}"/>
              </a:ext>
            </a:extLst>
          </p:cNvPr>
          <p:cNvSpPr txBox="1"/>
          <p:nvPr/>
        </p:nvSpPr>
        <p:spPr>
          <a:xfrm>
            <a:off x="281179" y="866658"/>
            <a:ext cx="3492590" cy="3462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defRPr sz="3000">
                <a:solidFill>
                  <a:srgbClr val="003868"/>
                </a:solidFill>
                <a:latin typeface="Montserrat Bold"/>
                <a:ea typeface="Montserrat Bold"/>
                <a:cs typeface="Montserrat Bold"/>
                <a:sym typeface="Montserrat Bold"/>
              </a:defRPr>
            </a:pPr>
            <a:r>
              <a:rPr lang="en-US" sz="2250" dirty="0">
                <a:sym typeface="Montserrat Bold"/>
              </a:rPr>
              <a:t>Patients' Rights</a:t>
            </a:r>
            <a:endParaRPr sz="3000" dirty="0"/>
          </a:p>
        </p:txBody>
      </p:sp>
      <p:pic>
        <p:nvPicPr>
          <p:cNvPr id="754" name="Google Shape;649;p25" descr="Google Shape;649;p25">
            <a:extLst>
              <a:ext uri="{FF2B5EF4-FFF2-40B4-BE49-F238E27FC236}">
                <a16:creationId xmlns:a16="http://schemas.microsoft.com/office/drawing/2014/main" id="{5E3AC77D-7D2A-9B5E-FE69-E0D9C9311428}"/>
              </a:ext>
            </a:extLst>
          </p:cNvPr>
          <p:cNvPicPr>
            <a:picLocks noChangeAspect="1"/>
          </p:cNvPicPr>
          <p:nvPr/>
        </p:nvPicPr>
        <p:blipFill>
          <a:blip r:embed="rId3"/>
          <a:stretch>
            <a:fillRect/>
          </a:stretch>
        </p:blipFill>
        <p:spPr>
          <a:xfrm>
            <a:off x="252350" y="146743"/>
            <a:ext cx="998700" cy="364316"/>
          </a:xfrm>
          <a:prstGeom prst="rect">
            <a:avLst/>
          </a:prstGeom>
          <a:ln w="12700">
            <a:miter lim="400000"/>
          </a:ln>
        </p:spPr>
      </p:pic>
      <p:sp>
        <p:nvSpPr>
          <p:cNvPr id="755" name="Google Shape;651;p25">
            <a:extLst>
              <a:ext uri="{FF2B5EF4-FFF2-40B4-BE49-F238E27FC236}">
                <a16:creationId xmlns:a16="http://schemas.microsoft.com/office/drawing/2014/main" id="{C6C83DF0-9B30-607C-AC79-B9EEA5C01B89}"/>
              </a:ext>
            </a:extLst>
          </p:cNvPr>
          <p:cNvSpPr/>
          <p:nvPr/>
        </p:nvSpPr>
        <p:spPr>
          <a:xfrm>
            <a:off x="796329" y="4887446"/>
            <a:ext cx="7881854"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sz="1800"/>
          </a:p>
        </p:txBody>
      </p:sp>
      <p:sp>
        <p:nvSpPr>
          <p:cNvPr id="759" name="Google Shape;654;p25">
            <a:extLst>
              <a:ext uri="{FF2B5EF4-FFF2-40B4-BE49-F238E27FC236}">
                <a16:creationId xmlns:a16="http://schemas.microsoft.com/office/drawing/2014/main" id="{37484B20-368A-F851-65D6-27CCE94D75E9}"/>
              </a:ext>
            </a:extLst>
          </p:cNvPr>
          <p:cNvSpPr txBox="1"/>
          <p:nvPr/>
        </p:nvSpPr>
        <p:spPr>
          <a:xfrm>
            <a:off x="281179" y="1330487"/>
            <a:ext cx="6436113" cy="27426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marL="31749">
              <a:lnSpc>
                <a:spcPct val="150000"/>
              </a:lnSpc>
              <a:buClr>
                <a:srgbClr val="003868"/>
              </a:buClr>
              <a:buSzPts val="1300"/>
              <a:defRPr sz="1300">
                <a:solidFill>
                  <a:srgbClr val="003868"/>
                </a:solidFill>
                <a:latin typeface="Montserrat Medium"/>
                <a:ea typeface="Montserrat Medium"/>
                <a:cs typeface="Montserrat Medium"/>
                <a:sym typeface="Montserrat Medium"/>
              </a:defRPr>
            </a:pPr>
            <a:r>
              <a:rPr lang="en-GB" sz="1300" dirty="0">
                <a:solidFill>
                  <a:srgbClr val="003868"/>
                </a:solidFill>
                <a:latin typeface="Montserrat Medium"/>
              </a:rPr>
              <a:t>Rights Include:</a:t>
            </a:r>
          </a:p>
          <a:p>
            <a:pPr marL="246062" indent="-214313">
              <a:lnSpc>
                <a:spcPct val="150000"/>
              </a:lnSpc>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sz="1050" dirty="0"/>
              <a:t>Access to Care: Impartial access regardless of race, gender, or disability.</a:t>
            </a:r>
          </a:p>
          <a:p>
            <a:pPr marL="246062" indent="-214313">
              <a:lnSpc>
                <a:spcPct val="150000"/>
              </a:lnSpc>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sz="1050" dirty="0"/>
              <a:t>Information and Informed Consent: Knowledge of care providers and treatment options.</a:t>
            </a:r>
          </a:p>
          <a:p>
            <a:pPr marL="246062" indent="-214313">
              <a:lnSpc>
                <a:spcPct val="150000"/>
              </a:lnSpc>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sz="1050" dirty="0"/>
              <a:t>Privacy and Confidentiality: Protection of personal health information.</a:t>
            </a:r>
          </a:p>
          <a:p>
            <a:pPr marL="246062" indent="-214313">
              <a:lnSpc>
                <a:spcPct val="150000"/>
              </a:lnSpc>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sz="1050" dirty="0"/>
              <a:t>Pain Management: Right to appropriate assessment and management of pain.</a:t>
            </a:r>
          </a:p>
          <a:p>
            <a:pPr marL="246062" indent="-214313">
              <a:lnSpc>
                <a:spcPct val="150000"/>
              </a:lnSpc>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sz="1050" dirty="0"/>
              <a:t>Refusal of Treatment: Patients can refuse treatment after understanding risks.</a:t>
            </a:r>
          </a:p>
          <a:p>
            <a:pPr marL="246062" indent="-214313">
              <a:lnSpc>
                <a:spcPct val="150000"/>
              </a:lnSpc>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sz="975" dirty="0">
                <a:sym typeface="Montserrat Medium"/>
              </a:rPr>
              <a:t>Have access to a patient advocacy representative or clinic administrator upon complain request at any time.</a:t>
            </a:r>
            <a:endParaRPr lang="en-GB" sz="1050" dirty="0"/>
          </a:p>
          <a:p>
            <a:pPr marL="246062" indent="-214313">
              <a:lnSpc>
                <a:spcPct val="150000"/>
              </a:lnSpc>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endParaRPr lang="en-GB" sz="1050" dirty="0"/>
          </a:p>
          <a:p>
            <a:pPr marL="246062" indent="-214313">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endParaRPr lang="en-GB" sz="1050" dirty="0">
              <a:sym typeface="Montserrat Medium"/>
            </a:endParaRPr>
          </a:p>
          <a:p>
            <a:pPr marL="31749">
              <a:buClr>
                <a:srgbClr val="003868"/>
              </a:buClr>
              <a:buSzPts val="1300"/>
              <a:defRPr sz="1300">
                <a:solidFill>
                  <a:srgbClr val="003868"/>
                </a:solidFill>
                <a:latin typeface="Montserrat Medium"/>
                <a:ea typeface="Montserrat Medium"/>
                <a:cs typeface="Montserrat Medium"/>
                <a:sym typeface="Montserrat Medium"/>
              </a:defRPr>
            </a:pPr>
            <a:r>
              <a:rPr lang="en-GB" sz="1050" dirty="0">
                <a:sym typeface="Montserrat Medium"/>
              </a:rPr>
              <a:t>Note: Please refer back to the posted in the receptions area at My Clinic</a:t>
            </a:r>
          </a:p>
          <a:p>
            <a:pPr marL="246062" indent="-214313">
              <a:lnSpc>
                <a:spcPct val="150000"/>
              </a:lnSpc>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endParaRPr sz="1050" dirty="0"/>
          </a:p>
        </p:txBody>
      </p:sp>
      <p:sp>
        <p:nvSpPr>
          <p:cNvPr id="2" name="GVCLASSIFICATIONHEADER1304965337">
            <a:extLst>
              <a:ext uri="{FF2B5EF4-FFF2-40B4-BE49-F238E27FC236}">
                <a16:creationId xmlns:a16="http://schemas.microsoft.com/office/drawing/2014/main" id="{66673018-96AF-E5E0-3C89-2AF3149D5156}"/>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extLst>
      <p:ext uri="{BB962C8B-B14F-4D97-AF65-F5344CB8AC3E}">
        <p14:creationId xmlns:p14="http://schemas.microsoft.com/office/powerpoint/2010/main" val="1600705117"/>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4AE3C-FEEC-67FD-4309-F397E5A10BFB}"/>
            </a:ext>
          </a:extLst>
        </p:cNvPr>
        <p:cNvGrpSpPr/>
        <p:nvPr/>
      </p:nvGrpSpPr>
      <p:grpSpPr>
        <a:xfrm>
          <a:off x="0" y="0"/>
          <a:ext cx="0" cy="0"/>
          <a:chOff x="0" y="0"/>
          <a:chExt cx="0" cy="0"/>
        </a:xfrm>
      </p:grpSpPr>
      <p:pic>
        <p:nvPicPr>
          <p:cNvPr id="760" name="Google Shape;655;p25" descr="Google Shape;655;p25">
            <a:extLst>
              <a:ext uri="{FF2B5EF4-FFF2-40B4-BE49-F238E27FC236}">
                <a16:creationId xmlns:a16="http://schemas.microsoft.com/office/drawing/2014/main" id="{5E1E3659-2D60-1508-806F-AC2D10CA7F5A}"/>
              </a:ext>
            </a:extLst>
          </p:cNvPr>
          <p:cNvPicPr>
            <a:picLocks noChangeAspect="1"/>
          </p:cNvPicPr>
          <p:nvPr/>
        </p:nvPicPr>
        <p:blipFill>
          <a:blip r:embed="rId2"/>
          <a:stretch>
            <a:fillRect/>
          </a:stretch>
        </p:blipFill>
        <p:spPr>
          <a:xfrm>
            <a:off x="0" y="1"/>
            <a:ext cx="9144000" cy="5143502"/>
          </a:xfrm>
          <a:prstGeom prst="rect">
            <a:avLst/>
          </a:prstGeom>
          <a:ln w="12700">
            <a:miter lim="400000"/>
          </a:ln>
        </p:spPr>
      </p:pic>
      <p:sp>
        <p:nvSpPr>
          <p:cNvPr id="753" name="Google Shape;648;p25">
            <a:extLst>
              <a:ext uri="{FF2B5EF4-FFF2-40B4-BE49-F238E27FC236}">
                <a16:creationId xmlns:a16="http://schemas.microsoft.com/office/drawing/2014/main" id="{97B1B262-088C-65E7-B183-621F929E6288}"/>
              </a:ext>
            </a:extLst>
          </p:cNvPr>
          <p:cNvSpPr txBox="1"/>
          <p:nvPr/>
        </p:nvSpPr>
        <p:spPr>
          <a:xfrm>
            <a:off x="281179" y="866658"/>
            <a:ext cx="4675832" cy="3462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p>
            <a:pPr>
              <a:defRPr sz="3000">
                <a:solidFill>
                  <a:srgbClr val="003868"/>
                </a:solidFill>
                <a:latin typeface="Montserrat Bold"/>
                <a:ea typeface="Montserrat Bold"/>
                <a:cs typeface="Montserrat Bold"/>
                <a:sym typeface="Montserrat Bold"/>
              </a:defRPr>
            </a:pPr>
            <a:r>
              <a:rPr lang="en-US" sz="2250" dirty="0">
                <a:sym typeface="Montserrat Bold"/>
              </a:rPr>
              <a:t>Patients' Responsibilities</a:t>
            </a:r>
            <a:endParaRPr sz="3000" dirty="0"/>
          </a:p>
        </p:txBody>
      </p:sp>
      <p:pic>
        <p:nvPicPr>
          <p:cNvPr id="754" name="Google Shape;649;p25" descr="Google Shape;649;p25">
            <a:extLst>
              <a:ext uri="{FF2B5EF4-FFF2-40B4-BE49-F238E27FC236}">
                <a16:creationId xmlns:a16="http://schemas.microsoft.com/office/drawing/2014/main" id="{2B08E394-2BD7-ED95-DF4C-7544FAE74522}"/>
              </a:ext>
            </a:extLst>
          </p:cNvPr>
          <p:cNvPicPr>
            <a:picLocks noChangeAspect="1"/>
          </p:cNvPicPr>
          <p:nvPr/>
        </p:nvPicPr>
        <p:blipFill>
          <a:blip r:embed="rId3"/>
          <a:stretch>
            <a:fillRect/>
          </a:stretch>
        </p:blipFill>
        <p:spPr>
          <a:xfrm>
            <a:off x="252350" y="146743"/>
            <a:ext cx="998700" cy="364316"/>
          </a:xfrm>
          <a:prstGeom prst="rect">
            <a:avLst/>
          </a:prstGeom>
          <a:ln w="12700">
            <a:miter lim="400000"/>
          </a:ln>
        </p:spPr>
      </p:pic>
      <p:sp>
        <p:nvSpPr>
          <p:cNvPr id="755" name="Google Shape;651;p25">
            <a:extLst>
              <a:ext uri="{FF2B5EF4-FFF2-40B4-BE49-F238E27FC236}">
                <a16:creationId xmlns:a16="http://schemas.microsoft.com/office/drawing/2014/main" id="{58DC3FD7-3606-00C9-F624-03034A6B5E0A}"/>
              </a:ext>
            </a:extLst>
          </p:cNvPr>
          <p:cNvSpPr/>
          <p:nvPr/>
        </p:nvSpPr>
        <p:spPr>
          <a:xfrm>
            <a:off x="796329" y="4887446"/>
            <a:ext cx="7881854"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sz="1800"/>
          </a:p>
        </p:txBody>
      </p:sp>
      <p:sp>
        <p:nvSpPr>
          <p:cNvPr id="759" name="Google Shape;654;p25">
            <a:extLst>
              <a:ext uri="{FF2B5EF4-FFF2-40B4-BE49-F238E27FC236}">
                <a16:creationId xmlns:a16="http://schemas.microsoft.com/office/drawing/2014/main" id="{75C66E39-C351-8B10-1E4E-038F8B7434A3}"/>
              </a:ext>
            </a:extLst>
          </p:cNvPr>
          <p:cNvSpPr txBox="1"/>
          <p:nvPr/>
        </p:nvSpPr>
        <p:spPr>
          <a:xfrm>
            <a:off x="252347" y="1568448"/>
            <a:ext cx="6436113" cy="234378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marL="31749">
              <a:lnSpc>
                <a:spcPct val="150000"/>
              </a:lnSpc>
              <a:buClr>
                <a:srgbClr val="003868"/>
              </a:buClr>
              <a:buSzPts val="1300"/>
              <a:defRPr sz="1300">
                <a:solidFill>
                  <a:srgbClr val="003868"/>
                </a:solidFill>
                <a:latin typeface="Montserrat Medium"/>
                <a:ea typeface="Montserrat Medium"/>
                <a:cs typeface="Montserrat Medium"/>
                <a:sym typeface="Montserrat Medium"/>
              </a:defRPr>
            </a:pPr>
            <a:r>
              <a:rPr lang="en-GB" sz="1300" dirty="0">
                <a:solidFill>
                  <a:srgbClr val="003868"/>
                </a:solidFill>
                <a:latin typeface="Montserrat Medium"/>
              </a:rPr>
              <a:t>Responsibilities Include:</a:t>
            </a:r>
          </a:p>
          <a:p>
            <a:pPr marL="246062" indent="-214313">
              <a:lnSpc>
                <a:spcPct val="150000"/>
              </a:lnSpc>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sz="1050" dirty="0"/>
              <a:t>Provision of Information: Accurate health information must be provided.</a:t>
            </a:r>
          </a:p>
          <a:p>
            <a:pPr marL="246062" indent="-214313">
              <a:lnSpc>
                <a:spcPct val="150000"/>
              </a:lnSpc>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sz="1050" dirty="0"/>
              <a:t>Compliance with Instructions: Follow treatment plans and attend appointments.</a:t>
            </a:r>
          </a:p>
          <a:p>
            <a:pPr marL="246062" indent="-214313">
              <a:lnSpc>
                <a:spcPct val="150000"/>
              </a:lnSpc>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sz="1050" dirty="0"/>
              <a:t>Respect for Others: Be considerate of other patients and staff.</a:t>
            </a:r>
          </a:p>
          <a:p>
            <a:pPr marL="246062" indent="-214313">
              <a:lnSpc>
                <a:spcPct val="150000"/>
              </a:lnSpc>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endParaRPr lang="en-GB" sz="1050" dirty="0"/>
          </a:p>
          <a:p>
            <a:pPr marL="246062" indent="-214313">
              <a:lnSpc>
                <a:spcPct val="150000"/>
              </a:lnSpc>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endParaRPr lang="en-GB" sz="1050" dirty="0"/>
          </a:p>
          <a:p>
            <a:pPr marL="246062" indent="-214313">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endParaRPr lang="en-GB" sz="1050" dirty="0">
              <a:sym typeface="Montserrat Medium"/>
            </a:endParaRPr>
          </a:p>
          <a:p>
            <a:pPr marL="31749">
              <a:buClr>
                <a:srgbClr val="003868"/>
              </a:buClr>
              <a:buSzPts val="1300"/>
              <a:defRPr sz="1300">
                <a:solidFill>
                  <a:srgbClr val="003868"/>
                </a:solidFill>
                <a:latin typeface="Montserrat Medium"/>
                <a:ea typeface="Montserrat Medium"/>
                <a:cs typeface="Montserrat Medium"/>
                <a:sym typeface="Montserrat Medium"/>
              </a:defRPr>
            </a:pPr>
            <a:r>
              <a:rPr lang="en-GB" sz="1050" dirty="0">
                <a:sym typeface="Montserrat Medium"/>
              </a:rPr>
              <a:t>Note: Please refer back to the posted in the receptions area at </a:t>
            </a:r>
            <a:r>
              <a:rPr lang="en-GB" sz="1050" dirty="0" err="1">
                <a:sym typeface="Montserrat Medium"/>
              </a:rPr>
              <a:t>MyClinic</a:t>
            </a:r>
            <a:endParaRPr lang="en-GB" sz="1050" dirty="0">
              <a:sym typeface="Montserrat Medium"/>
            </a:endParaRPr>
          </a:p>
          <a:p>
            <a:pPr marL="246062" indent="-214313">
              <a:lnSpc>
                <a:spcPct val="150000"/>
              </a:lnSpc>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endParaRPr lang="en-GB" sz="1050" dirty="0"/>
          </a:p>
          <a:p>
            <a:pPr>
              <a:lnSpc>
                <a:spcPct val="150000"/>
              </a:lnSpc>
              <a:buClr>
                <a:srgbClr val="003868"/>
              </a:buClr>
              <a:buSzPts val="1300"/>
              <a:defRPr sz="1300">
                <a:solidFill>
                  <a:srgbClr val="003868"/>
                </a:solidFill>
                <a:latin typeface="Montserrat Medium"/>
                <a:ea typeface="Montserrat Medium"/>
                <a:cs typeface="Montserrat Medium"/>
                <a:sym typeface="Montserrat Medium"/>
              </a:defRPr>
            </a:pPr>
            <a:endParaRPr lang="en-GB" sz="1300" dirty="0">
              <a:solidFill>
                <a:srgbClr val="003868"/>
              </a:solidFill>
              <a:latin typeface="Montserrat Medium"/>
            </a:endParaRPr>
          </a:p>
        </p:txBody>
      </p:sp>
      <p:sp>
        <p:nvSpPr>
          <p:cNvPr id="2" name="GVCLASSIFICATIONHEADER698537546">
            <a:extLst>
              <a:ext uri="{FF2B5EF4-FFF2-40B4-BE49-F238E27FC236}">
                <a16:creationId xmlns:a16="http://schemas.microsoft.com/office/drawing/2014/main" id="{C2B7F080-3EAD-89E8-59BC-3A9CEBA7A56E}"/>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extLst>
      <p:ext uri="{BB962C8B-B14F-4D97-AF65-F5344CB8AC3E}">
        <p14:creationId xmlns:p14="http://schemas.microsoft.com/office/powerpoint/2010/main" val="4005861202"/>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BC077-9BED-3EE7-6E57-522198810D33}"/>
            </a:ext>
          </a:extLst>
        </p:cNvPr>
        <p:cNvGrpSpPr/>
        <p:nvPr/>
      </p:nvGrpSpPr>
      <p:grpSpPr>
        <a:xfrm>
          <a:off x="0" y="0"/>
          <a:ext cx="0" cy="0"/>
          <a:chOff x="0" y="0"/>
          <a:chExt cx="0" cy="0"/>
        </a:xfrm>
      </p:grpSpPr>
      <p:pic>
        <p:nvPicPr>
          <p:cNvPr id="760" name="Google Shape;655;p25" descr="Google Shape;655;p25">
            <a:extLst>
              <a:ext uri="{FF2B5EF4-FFF2-40B4-BE49-F238E27FC236}">
                <a16:creationId xmlns:a16="http://schemas.microsoft.com/office/drawing/2014/main" id="{8473C6CB-27AD-8D3A-BCA1-853A8A30524B}"/>
              </a:ext>
            </a:extLst>
          </p:cNvPr>
          <p:cNvPicPr>
            <a:picLocks noChangeAspect="1"/>
          </p:cNvPicPr>
          <p:nvPr/>
        </p:nvPicPr>
        <p:blipFill>
          <a:blip r:embed="rId2"/>
          <a:stretch>
            <a:fillRect/>
          </a:stretch>
        </p:blipFill>
        <p:spPr>
          <a:xfrm>
            <a:off x="0" y="-2"/>
            <a:ext cx="9144000" cy="5143502"/>
          </a:xfrm>
          <a:prstGeom prst="rect">
            <a:avLst/>
          </a:prstGeom>
          <a:ln w="12700">
            <a:miter lim="400000"/>
          </a:ln>
        </p:spPr>
      </p:pic>
      <p:sp>
        <p:nvSpPr>
          <p:cNvPr id="753" name="Google Shape;648;p25">
            <a:extLst>
              <a:ext uri="{FF2B5EF4-FFF2-40B4-BE49-F238E27FC236}">
                <a16:creationId xmlns:a16="http://schemas.microsoft.com/office/drawing/2014/main" id="{16F32532-FEB2-14C4-D828-DC9070DC2585}"/>
              </a:ext>
            </a:extLst>
          </p:cNvPr>
          <p:cNvSpPr txBox="1"/>
          <p:nvPr/>
        </p:nvSpPr>
        <p:spPr>
          <a:xfrm>
            <a:off x="281179" y="866658"/>
            <a:ext cx="4675832" cy="3462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ctr">
            <a:spAutoFit/>
          </a:bodyPr>
          <a:lstStyle/>
          <a:p>
            <a:pPr>
              <a:defRPr sz="3000">
                <a:solidFill>
                  <a:srgbClr val="003868"/>
                </a:solidFill>
                <a:latin typeface="Montserrat Bold"/>
                <a:ea typeface="Montserrat Bold"/>
                <a:cs typeface="Montserrat Bold"/>
                <a:sym typeface="Montserrat Bold"/>
              </a:defRPr>
            </a:pPr>
            <a:r>
              <a:rPr lang="en-US" sz="2250" dirty="0">
                <a:sym typeface="Montserrat Bold"/>
              </a:rPr>
              <a:t>Conclusion</a:t>
            </a:r>
            <a:endParaRPr sz="3000" dirty="0"/>
          </a:p>
        </p:txBody>
      </p:sp>
      <p:pic>
        <p:nvPicPr>
          <p:cNvPr id="754" name="Google Shape;649;p25" descr="Google Shape;649;p25">
            <a:extLst>
              <a:ext uri="{FF2B5EF4-FFF2-40B4-BE49-F238E27FC236}">
                <a16:creationId xmlns:a16="http://schemas.microsoft.com/office/drawing/2014/main" id="{5E29B198-994E-84CA-EDD2-FA077E957112}"/>
              </a:ext>
            </a:extLst>
          </p:cNvPr>
          <p:cNvPicPr>
            <a:picLocks noChangeAspect="1"/>
          </p:cNvPicPr>
          <p:nvPr/>
        </p:nvPicPr>
        <p:blipFill>
          <a:blip r:embed="rId3"/>
          <a:stretch>
            <a:fillRect/>
          </a:stretch>
        </p:blipFill>
        <p:spPr>
          <a:xfrm>
            <a:off x="252350" y="146743"/>
            <a:ext cx="998700" cy="364316"/>
          </a:xfrm>
          <a:prstGeom prst="rect">
            <a:avLst/>
          </a:prstGeom>
          <a:ln w="12700">
            <a:miter lim="400000"/>
          </a:ln>
        </p:spPr>
      </p:pic>
      <p:sp>
        <p:nvSpPr>
          <p:cNvPr id="755" name="Google Shape;651;p25">
            <a:extLst>
              <a:ext uri="{FF2B5EF4-FFF2-40B4-BE49-F238E27FC236}">
                <a16:creationId xmlns:a16="http://schemas.microsoft.com/office/drawing/2014/main" id="{D8C513A5-9E71-1608-7DD2-2BE8679C8714}"/>
              </a:ext>
            </a:extLst>
          </p:cNvPr>
          <p:cNvSpPr/>
          <p:nvPr/>
        </p:nvSpPr>
        <p:spPr>
          <a:xfrm>
            <a:off x="796330" y="4887446"/>
            <a:ext cx="7881854"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sz="1800"/>
          </a:p>
        </p:txBody>
      </p:sp>
      <p:sp>
        <p:nvSpPr>
          <p:cNvPr id="759" name="Google Shape;654;p25">
            <a:extLst>
              <a:ext uri="{FF2B5EF4-FFF2-40B4-BE49-F238E27FC236}">
                <a16:creationId xmlns:a16="http://schemas.microsoft.com/office/drawing/2014/main" id="{F2956702-7F20-501F-7071-AD1E06A57F7F}"/>
              </a:ext>
            </a:extLst>
          </p:cNvPr>
          <p:cNvSpPr txBox="1"/>
          <p:nvPr/>
        </p:nvSpPr>
        <p:spPr>
          <a:xfrm>
            <a:off x="252347" y="1571884"/>
            <a:ext cx="6436113" cy="999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lnSpc>
                <a:spcPct val="150000"/>
              </a:lnSpc>
              <a:buClr>
                <a:srgbClr val="003868"/>
              </a:buClr>
              <a:buSzPts val="1300"/>
              <a:defRPr sz="1300">
                <a:solidFill>
                  <a:srgbClr val="003868"/>
                </a:solidFill>
                <a:latin typeface="Montserrat Medium"/>
                <a:ea typeface="Montserrat Medium"/>
                <a:cs typeface="Montserrat Medium"/>
                <a:sym typeface="Montserrat Medium"/>
              </a:defRPr>
            </a:pPr>
            <a:r>
              <a:rPr lang="en-GB" sz="1300" dirty="0">
                <a:solidFill>
                  <a:srgbClr val="003868"/>
                </a:solidFill>
                <a:latin typeface="Montserrat Medium"/>
              </a:rPr>
              <a:t>Conclusion:</a:t>
            </a:r>
          </a:p>
          <a:p>
            <a:pPr marL="246062" indent="-214313">
              <a:lnSpc>
                <a:spcPct val="150000"/>
              </a:lnSpc>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sz="1050" dirty="0"/>
              <a:t>Understanding and respecting these rights and responsibilities is essential for providing quality care at My Clinic.</a:t>
            </a:r>
          </a:p>
          <a:p>
            <a:pPr marL="246062" indent="-214313">
              <a:lnSpc>
                <a:spcPct val="150000"/>
              </a:lnSpc>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endParaRPr sz="1050" dirty="0"/>
          </a:p>
        </p:txBody>
      </p:sp>
      <p:sp>
        <p:nvSpPr>
          <p:cNvPr id="2" name="GVCLASSIFICATIONHEADER1117693583">
            <a:extLst>
              <a:ext uri="{FF2B5EF4-FFF2-40B4-BE49-F238E27FC236}">
                <a16:creationId xmlns:a16="http://schemas.microsoft.com/office/drawing/2014/main" id="{FD7DD511-ABCB-766C-E3D4-4742F79A89B1}"/>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extLst>
      <p:ext uri="{BB962C8B-B14F-4D97-AF65-F5344CB8AC3E}">
        <p14:creationId xmlns:p14="http://schemas.microsoft.com/office/powerpoint/2010/main" val="2819597432"/>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 name="Google Shape;590;p21"/>
          <p:cNvSpPr/>
          <p:nvPr/>
        </p:nvSpPr>
        <p:spPr>
          <a:xfrm>
            <a:off x="0" y="0"/>
            <a:ext cx="9175786" cy="5143505"/>
          </a:xfrm>
          <a:prstGeom prst="rect">
            <a:avLst/>
          </a:prstGeom>
          <a:solidFill>
            <a:srgbClr val="003868"/>
          </a:solidFill>
          <a:ln w="12700">
            <a:miter lim="400000"/>
          </a:ln>
        </p:spPr>
        <p:txBody>
          <a:bodyPr lIns="0" tIns="0" rIns="0" bIns="0"/>
          <a:lstStyle/>
          <a:p>
            <a:endParaRPr/>
          </a:p>
        </p:txBody>
      </p:sp>
      <p:sp>
        <p:nvSpPr>
          <p:cNvPr id="708" name="Google Shape;591;p21"/>
          <p:cNvSpPr txBox="1"/>
          <p:nvPr/>
        </p:nvSpPr>
        <p:spPr>
          <a:xfrm>
            <a:off x="3364884" y="2425700"/>
            <a:ext cx="2414234" cy="2921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900">
                <a:solidFill>
                  <a:srgbClr val="FFFFFF"/>
                </a:solidFill>
                <a:latin typeface="Montserrat Light"/>
                <a:ea typeface="Montserrat Light"/>
                <a:cs typeface="Montserrat Light"/>
                <a:sym typeface="Montserrat Light"/>
              </a:defRPr>
            </a:lvl1pPr>
          </a:lstStyle>
          <a:p>
            <a:r>
              <a:t>Break Time</a:t>
            </a:r>
          </a:p>
        </p:txBody>
      </p:sp>
      <p:sp>
        <p:nvSpPr>
          <p:cNvPr id="2" name="GVCLASSIFICATIONHEADER1536849620">
            <a:extLst>
              <a:ext uri="{FF2B5EF4-FFF2-40B4-BE49-F238E27FC236}">
                <a16:creationId xmlns:a16="http://schemas.microsoft.com/office/drawing/2014/main" id="{D702489E-AAC9-5122-1094-D77BCF695A5F}"/>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0" name="Google Shape;596;p22" descr="Google Shape;596;p22"/>
          <p:cNvPicPr>
            <a:picLocks noChangeAspect="1"/>
          </p:cNvPicPr>
          <p:nvPr/>
        </p:nvPicPr>
        <p:blipFill>
          <a:blip r:embed="rId3"/>
          <a:stretch>
            <a:fillRect/>
          </a:stretch>
        </p:blipFill>
        <p:spPr>
          <a:xfrm>
            <a:off x="0" y="0"/>
            <a:ext cx="9144004" cy="5143514"/>
          </a:xfrm>
          <a:prstGeom prst="rect">
            <a:avLst/>
          </a:prstGeom>
          <a:ln w="12700">
            <a:miter lim="400000"/>
          </a:ln>
        </p:spPr>
      </p:pic>
      <p:sp>
        <p:nvSpPr>
          <p:cNvPr id="711" name="Google Shape;597;p22"/>
          <p:cNvSpPr txBox="1"/>
          <p:nvPr/>
        </p:nvSpPr>
        <p:spPr>
          <a:xfrm>
            <a:off x="280098" y="1927865"/>
            <a:ext cx="2448957" cy="1244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4000">
                <a:solidFill>
                  <a:srgbClr val="003868"/>
                </a:solidFill>
                <a:latin typeface="Montserrat Bold"/>
                <a:ea typeface="Montserrat Bold"/>
                <a:cs typeface="Montserrat Bold"/>
                <a:sym typeface="Montserrat Bold"/>
              </a:defRPr>
            </a:lvl1pPr>
          </a:lstStyle>
          <a:p>
            <a:r>
              <a:t>Human Capital </a:t>
            </a:r>
          </a:p>
        </p:txBody>
      </p:sp>
      <p:pic>
        <p:nvPicPr>
          <p:cNvPr id="712" name="Google Shape;598;p22" descr="Google Shape;598;p22"/>
          <p:cNvPicPr>
            <a:picLocks noChangeAspect="1"/>
          </p:cNvPicPr>
          <p:nvPr/>
        </p:nvPicPr>
        <p:blipFill>
          <a:blip r:embed="rId4"/>
          <a:stretch>
            <a:fillRect/>
          </a:stretch>
        </p:blipFill>
        <p:spPr>
          <a:xfrm>
            <a:off x="252350" y="146743"/>
            <a:ext cx="998700" cy="364316"/>
          </a:xfrm>
          <a:prstGeom prst="rect">
            <a:avLst/>
          </a:prstGeom>
          <a:ln w="12700">
            <a:miter lim="400000"/>
          </a:ln>
        </p:spPr>
      </p:pic>
      <p:grpSp>
        <p:nvGrpSpPr>
          <p:cNvPr id="716" name="Google Shape;599;p22"/>
          <p:cNvGrpSpPr/>
          <p:nvPr/>
        </p:nvGrpSpPr>
        <p:grpSpPr>
          <a:xfrm>
            <a:off x="252346" y="4832796"/>
            <a:ext cx="8659860" cy="127001"/>
            <a:chOff x="0" y="0"/>
            <a:chExt cx="8659858" cy="127000"/>
          </a:xfrm>
        </p:grpSpPr>
        <p:sp>
          <p:nvSpPr>
            <p:cNvPr id="713" name="Google Shape;600;p22"/>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714" name="Google Shape;601;p22"/>
            <p:cNvSpPr txBox="1"/>
            <p:nvPr/>
          </p:nvSpPr>
          <p:spPr>
            <a:xfrm>
              <a:off x="0" y="0"/>
              <a:ext cx="731105"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Human Capital</a:t>
              </a:r>
            </a:p>
          </p:txBody>
        </p:sp>
        <p:sp>
          <p:nvSpPr>
            <p:cNvPr id="715" name="Google Shape;602;p22"/>
            <p:cNvSpPr txBox="1"/>
            <p:nvPr/>
          </p:nvSpPr>
          <p:spPr>
            <a:xfrm>
              <a:off x="8408455" y="0"/>
              <a:ext cx="251404"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22</a:t>
              </a:r>
            </a:p>
          </p:txBody>
        </p:sp>
      </p:grpSp>
      <p:sp>
        <p:nvSpPr>
          <p:cNvPr id="2" name="GVCLASSIFICATIONHEADER579049938">
            <a:extLst>
              <a:ext uri="{FF2B5EF4-FFF2-40B4-BE49-F238E27FC236}">
                <a16:creationId xmlns:a16="http://schemas.microsoft.com/office/drawing/2014/main" id="{E3F07353-356E-9E9C-7CAB-1D9C0F64D776}"/>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81065-5238-07A0-A896-EA862B2C0410}"/>
            </a:ext>
          </a:extLst>
        </p:cNvPr>
        <p:cNvGrpSpPr/>
        <p:nvPr/>
      </p:nvGrpSpPr>
      <p:grpSpPr>
        <a:xfrm>
          <a:off x="0" y="0"/>
          <a:ext cx="0" cy="0"/>
          <a:chOff x="0" y="0"/>
          <a:chExt cx="0" cy="0"/>
        </a:xfrm>
      </p:grpSpPr>
      <p:pic>
        <p:nvPicPr>
          <p:cNvPr id="922" name="Google Shape;867;p43" descr="Google Shape;867;p43">
            <a:extLst>
              <a:ext uri="{FF2B5EF4-FFF2-40B4-BE49-F238E27FC236}">
                <a16:creationId xmlns:a16="http://schemas.microsoft.com/office/drawing/2014/main" id="{9CBDB862-AA65-FD86-33E6-0E1D90138E7E}"/>
              </a:ext>
            </a:extLst>
          </p:cNvPr>
          <p:cNvPicPr>
            <a:picLocks noChangeAspect="1"/>
          </p:cNvPicPr>
          <p:nvPr/>
        </p:nvPicPr>
        <p:blipFill>
          <a:blip r:embed="rId2"/>
          <a:stretch>
            <a:fillRect/>
          </a:stretch>
        </p:blipFill>
        <p:spPr>
          <a:xfrm>
            <a:off x="252350" y="146743"/>
            <a:ext cx="998700" cy="364316"/>
          </a:xfrm>
          <a:prstGeom prst="rect">
            <a:avLst/>
          </a:prstGeom>
          <a:ln w="12700">
            <a:miter lim="400000"/>
          </a:ln>
        </p:spPr>
      </p:pic>
      <p:grpSp>
        <p:nvGrpSpPr>
          <p:cNvPr id="926" name="Google Shape;868;p43">
            <a:extLst>
              <a:ext uri="{FF2B5EF4-FFF2-40B4-BE49-F238E27FC236}">
                <a16:creationId xmlns:a16="http://schemas.microsoft.com/office/drawing/2014/main" id="{814D5FB1-683E-F1C9-ACA5-A5FF848543AA}"/>
              </a:ext>
            </a:extLst>
          </p:cNvPr>
          <p:cNvGrpSpPr/>
          <p:nvPr/>
        </p:nvGrpSpPr>
        <p:grpSpPr>
          <a:xfrm>
            <a:off x="252346" y="4832796"/>
            <a:ext cx="8659860" cy="127001"/>
            <a:chOff x="0" y="0"/>
            <a:chExt cx="8659858" cy="127000"/>
          </a:xfrm>
        </p:grpSpPr>
        <p:sp>
          <p:nvSpPr>
            <p:cNvPr id="923" name="Google Shape;869;p43">
              <a:extLst>
                <a:ext uri="{FF2B5EF4-FFF2-40B4-BE49-F238E27FC236}">
                  <a16:creationId xmlns:a16="http://schemas.microsoft.com/office/drawing/2014/main" id="{846F2C64-C49D-B52F-65B6-385B6FDFBCA5}"/>
                </a:ext>
              </a:extLst>
            </p:cNvPr>
            <p:cNvSpPr/>
            <p:nvPr/>
          </p:nvSpPr>
          <p:spPr>
            <a:xfrm>
              <a:off x="543982" y="54650"/>
              <a:ext cx="7881852" cy="17706"/>
            </a:xfrm>
            <a:prstGeom prst="rect">
              <a:avLst/>
            </a:prstGeom>
            <a:solidFill>
              <a:srgbClr val="004A7A"/>
            </a:solidFill>
            <a:ln w="12700" cap="flat">
              <a:noFill/>
              <a:miter lim="400000"/>
            </a:ln>
            <a:effectLst/>
          </p:spPr>
          <p:txBody>
            <a:bodyPr wrap="square" lIns="0" tIns="0" rIns="0" bIns="0" numCol="1" anchor="ctr">
              <a:noAutofit/>
            </a:bodyPr>
            <a:lstStyle/>
            <a:p>
              <a:pPr algn="ctr"/>
              <a:endParaRPr/>
            </a:p>
          </p:txBody>
        </p:sp>
        <p:sp>
          <p:nvSpPr>
            <p:cNvPr id="924" name="Google Shape;870;p43">
              <a:extLst>
                <a:ext uri="{FF2B5EF4-FFF2-40B4-BE49-F238E27FC236}">
                  <a16:creationId xmlns:a16="http://schemas.microsoft.com/office/drawing/2014/main" id="{AD924C16-D78C-EC7E-9C61-A2C344608861}"/>
                </a:ext>
              </a:extLst>
            </p:cNvPr>
            <p:cNvSpPr txBox="1"/>
            <p:nvPr/>
          </p:nvSpPr>
          <p:spPr>
            <a:xfrm>
              <a:off x="0" y="0"/>
              <a:ext cx="731105" cy="1270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rPr lang="en-GB" dirty="0"/>
                <a:t>Oracle</a:t>
              </a:r>
              <a:endParaRPr dirty="0"/>
            </a:p>
          </p:txBody>
        </p:sp>
        <p:sp>
          <p:nvSpPr>
            <p:cNvPr id="925" name="Google Shape;871;p43">
              <a:extLst>
                <a:ext uri="{FF2B5EF4-FFF2-40B4-BE49-F238E27FC236}">
                  <a16:creationId xmlns:a16="http://schemas.microsoft.com/office/drawing/2014/main" id="{662959DB-39B8-3075-FFA5-1FBD10D30FE2}"/>
                </a:ext>
              </a:extLst>
            </p:cNvPr>
            <p:cNvSpPr txBox="1"/>
            <p:nvPr/>
          </p:nvSpPr>
          <p:spPr>
            <a:xfrm>
              <a:off x="8408455" y="0"/>
              <a:ext cx="251404" cy="1270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rPr dirty="0"/>
                <a:t>43</a:t>
              </a:r>
            </a:p>
          </p:txBody>
        </p:sp>
      </p:grpSp>
      <p:pic>
        <p:nvPicPr>
          <p:cNvPr id="3" name="Graphic 2" descr="Presentation with media with solid fill">
            <a:extLst>
              <a:ext uri="{FF2B5EF4-FFF2-40B4-BE49-F238E27FC236}">
                <a16:creationId xmlns:a16="http://schemas.microsoft.com/office/drawing/2014/main" id="{4A072D28-131B-15BD-CFD6-B3D6FDB091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60052" y="500396"/>
            <a:ext cx="4023896" cy="4023896"/>
          </a:xfrm>
          <a:prstGeom prst="rect">
            <a:avLst/>
          </a:prstGeom>
        </p:spPr>
      </p:pic>
      <p:sp>
        <p:nvSpPr>
          <p:cNvPr id="2" name="GVCLASSIFICATIONHEADER998205975">
            <a:extLst>
              <a:ext uri="{FF2B5EF4-FFF2-40B4-BE49-F238E27FC236}">
                <a16:creationId xmlns:a16="http://schemas.microsoft.com/office/drawing/2014/main" id="{A955E4EB-2354-3A27-28E6-78DD3825B0AC}"/>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extLst>
      <p:ext uri="{BB962C8B-B14F-4D97-AF65-F5344CB8AC3E}">
        <p14:creationId xmlns:p14="http://schemas.microsoft.com/office/powerpoint/2010/main" val="3088959295"/>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 name="Google Shape;607;p23"/>
          <p:cNvSpPr txBox="1"/>
          <p:nvPr/>
        </p:nvSpPr>
        <p:spPr>
          <a:xfrm>
            <a:off x="280097" y="784864"/>
            <a:ext cx="3857196" cy="317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100">
                <a:solidFill>
                  <a:srgbClr val="003868"/>
                </a:solidFill>
                <a:latin typeface="Montserrat Bold"/>
                <a:ea typeface="Montserrat Bold"/>
                <a:cs typeface="Montserrat Bold"/>
                <a:sym typeface="Montserrat Bold"/>
              </a:defRPr>
            </a:lvl1pPr>
          </a:lstStyle>
          <a:p>
            <a:r>
              <a:t>Help Desk- HR Services</a:t>
            </a:r>
          </a:p>
        </p:txBody>
      </p:sp>
      <p:pic>
        <p:nvPicPr>
          <p:cNvPr id="719" name="Google Shape;608;p23" descr="Google Shape;608;p23"/>
          <p:cNvPicPr>
            <a:picLocks noChangeAspect="1"/>
          </p:cNvPicPr>
          <p:nvPr/>
        </p:nvPicPr>
        <p:blipFill>
          <a:blip r:embed="rId2"/>
          <a:stretch>
            <a:fillRect/>
          </a:stretch>
        </p:blipFill>
        <p:spPr>
          <a:xfrm>
            <a:off x="252350" y="146743"/>
            <a:ext cx="998700" cy="364316"/>
          </a:xfrm>
          <a:prstGeom prst="rect">
            <a:avLst/>
          </a:prstGeom>
          <a:ln w="12700">
            <a:miter lim="400000"/>
          </a:ln>
        </p:spPr>
      </p:pic>
      <p:grpSp>
        <p:nvGrpSpPr>
          <p:cNvPr id="723" name="Google Shape;609;p23"/>
          <p:cNvGrpSpPr/>
          <p:nvPr/>
        </p:nvGrpSpPr>
        <p:grpSpPr>
          <a:xfrm>
            <a:off x="252346" y="4832796"/>
            <a:ext cx="8659860" cy="127001"/>
            <a:chOff x="0" y="0"/>
            <a:chExt cx="8659858" cy="127000"/>
          </a:xfrm>
        </p:grpSpPr>
        <p:sp>
          <p:nvSpPr>
            <p:cNvPr id="720" name="Google Shape;610;p23"/>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721" name="Google Shape;611;p23"/>
            <p:cNvSpPr txBox="1"/>
            <p:nvPr/>
          </p:nvSpPr>
          <p:spPr>
            <a:xfrm>
              <a:off x="0" y="0"/>
              <a:ext cx="731105"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Agenda</a:t>
              </a:r>
            </a:p>
          </p:txBody>
        </p:sp>
        <p:sp>
          <p:nvSpPr>
            <p:cNvPr id="722" name="Google Shape;612;p23"/>
            <p:cNvSpPr txBox="1"/>
            <p:nvPr/>
          </p:nvSpPr>
          <p:spPr>
            <a:xfrm>
              <a:off x="8408455" y="0"/>
              <a:ext cx="251404"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23</a:t>
              </a:r>
            </a:p>
          </p:txBody>
        </p:sp>
      </p:grpSp>
      <p:graphicFrame>
        <p:nvGraphicFramePr>
          <p:cNvPr id="724" name="Google Shape;613;p23"/>
          <p:cNvGraphicFramePr/>
          <p:nvPr>
            <p:extLst>
              <p:ext uri="{D42A27DB-BD31-4B8C-83A1-F6EECF244321}">
                <p14:modId xmlns:p14="http://schemas.microsoft.com/office/powerpoint/2010/main" val="1327102039"/>
              </p:ext>
            </p:extLst>
          </p:nvPr>
        </p:nvGraphicFramePr>
        <p:xfrm>
          <a:off x="796328" y="1724180"/>
          <a:ext cx="7593824" cy="2541450"/>
        </p:xfrm>
        <a:graphic>
          <a:graphicData uri="http://schemas.openxmlformats.org/drawingml/2006/table">
            <a:tbl>
              <a:tblPr firstRow="1" bandRow="1">
                <a:tableStyleId>{4C3C2611-4C71-4FC5-86AE-919BDF0F9419}</a:tableStyleId>
              </a:tblPr>
              <a:tblGrid>
                <a:gridCol w="2017624">
                  <a:extLst>
                    <a:ext uri="{9D8B030D-6E8A-4147-A177-3AD203B41FA5}">
                      <a16:colId xmlns:a16="http://schemas.microsoft.com/office/drawing/2014/main" val="20000"/>
                    </a:ext>
                  </a:extLst>
                </a:gridCol>
                <a:gridCol w="2988707">
                  <a:extLst>
                    <a:ext uri="{9D8B030D-6E8A-4147-A177-3AD203B41FA5}">
                      <a16:colId xmlns:a16="http://schemas.microsoft.com/office/drawing/2014/main" val="20001"/>
                    </a:ext>
                  </a:extLst>
                </a:gridCol>
                <a:gridCol w="2587493">
                  <a:extLst>
                    <a:ext uri="{9D8B030D-6E8A-4147-A177-3AD203B41FA5}">
                      <a16:colId xmlns:a16="http://schemas.microsoft.com/office/drawing/2014/main" val="20002"/>
                    </a:ext>
                  </a:extLst>
                </a:gridCol>
              </a:tblGrid>
              <a:tr h="333075">
                <a:tc>
                  <a:txBody>
                    <a:bodyPr/>
                    <a:lstStyle/>
                    <a:p>
                      <a:pPr algn="ctr">
                        <a:defRPr sz="1800" b="0">
                          <a:solidFill>
                            <a:srgbClr val="000000"/>
                          </a:solidFill>
                        </a:defRPr>
                      </a:pPr>
                      <a:r>
                        <a:rPr sz="1100">
                          <a:solidFill>
                            <a:srgbClr val="FFFFFF"/>
                          </a:solidFill>
                          <a:latin typeface="Montserrat Bold"/>
                          <a:ea typeface="Montserrat Bold"/>
                          <a:cs typeface="Montserrat Bold"/>
                          <a:sym typeface="Montserrat Bold"/>
                        </a:rPr>
                        <a:t> Business Unit </a:t>
                      </a:r>
                    </a:p>
                  </a:txBody>
                  <a:tcPr marL="45725" marR="45725" marT="45725" marB="45725" anchor="ctr" horzOverflow="overflow">
                    <a:solidFill>
                      <a:srgbClr val="004A7A"/>
                    </a:solidFill>
                  </a:tcPr>
                </a:tc>
                <a:tc>
                  <a:txBody>
                    <a:bodyPr/>
                    <a:lstStyle/>
                    <a:p>
                      <a:pPr algn="ctr">
                        <a:defRPr sz="1800" b="0">
                          <a:solidFill>
                            <a:srgbClr val="000000"/>
                          </a:solidFill>
                        </a:defRPr>
                      </a:pPr>
                      <a:r>
                        <a:rPr sz="1100">
                          <a:solidFill>
                            <a:srgbClr val="FFFFFF"/>
                          </a:solidFill>
                          <a:latin typeface="Montserrat Bold"/>
                          <a:ea typeface="Montserrat Bold"/>
                          <a:cs typeface="Montserrat Bold"/>
                          <a:sym typeface="Montserrat Bold"/>
                        </a:rPr>
                        <a:t>E-mail</a:t>
                      </a:r>
                    </a:p>
                  </a:txBody>
                  <a:tcPr marL="45725" marR="45725" marT="45725" marB="45725" anchor="ctr" horzOverflow="overflow">
                    <a:solidFill>
                      <a:srgbClr val="004A7A"/>
                    </a:solidFill>
                  </a:tcPr>
                </a:tc>
                <a:tc>
                  <a:txBody>
                    <a:bodyPr/>
                    <a:lstStyle/>
                    <a:p>
                      <a:pPr algn="ctr">
                        <a:defRPr sz="1800" b="0">
                          <a:solidFill>
                            <a:srgbClr val="000000"/>
                          </a:solidFill>
                        </a:defRPr>
                      </a:pPr>
                      <a:r>
                        <a:rPr sz="1100" dirty="0">
                          <a:solidFill>
                            <a:srgbClr val="FFFFFF"/>
                          </a:solidFill>
                          <a:latin typeface="Montserrat Bold"/>
                          <a:ea typeface="Montserrat Bold"/>
                          <a:cs typeface="Montserrat Bold"/>
                          <a:sym typeface="Montserrat Bold"/>
                        </a:rPr>
                        <a:t>Key Person </a:t>
                      </a:r>
                    </a:p>
                  </a:txBody>
                  <a:tcPr marL="45725" marR="45725" marT="45725" marB="45725" anchor="ctr" horzOverflow="overflow">
                    <a:solidFill>
                      <a:srgbClr val="004A7A"/>
                    </a:solidFill>
                  </a:tcPr>
                </a:tc>
                <a:extLst>
                  <a:ext uri="{0D108BD9-81ED-4DB2-BD59-A6C34878D82A}">
                    <a16:rowId xmlns:a16="http://schemas.microsoft.com/office/drawing/2014/main" val="10000"/>
                  </a:ext>
                </a:extLst>
              </a:tr>
              <a:tr h="333075">
                <a:tc>
                  <a:txBody>
                    <a:bodyPr/>
                    <a:lstStyle/>
                    <a:p>
                      <a:pPr algn="ctr">
                        <a:defRPr sz="1800"/>
                      </a:pPr>
                      <a:r>
                        <a:rPr lang="en-US" sz="1100" dirty="0">
                          <a:solidFill>
                            <a:srgbClr val="004A7A"/>
                          </a:solidFill>
                          <a:latin typeface="Montserrat Medium"/>
                          <a:ea typeface="Montserrat Medium"/>
                          <a:cs typeface="Montserrat Medium"/>
                          <a:sym typeface="Montserrat Medium"/>
                        </a:rPr>
                        <a:t>J1</a:t>
                      </a:r>
                      <a:endParaRPr sz="1100" dirty="0">
                        <a:solidFill>
                          <a:srgbClr val="004A7A"/>
                        </a:solidFill>
                        <a:latin typeface="Montserrat Medium"/>
                        <a:ea typeface="Montserrat Medium"/>
                        <a:cs typeface="Montserrat Medium"/>
                        <a:sym typeface="Montserrat Medium"/>
                      </a:endParaRPr>
                    </a:p>
                  </a:txBody>
                  <a:tcPr marL="45725" marR="45725" marT="45725" marB="45725" anchor="ctr" horzOverflow="overflow">
                    <a:solidFill>
                      <a:srgbClr val="CFD7E7"/>
                    </a:solidFill>
                  </a:tcPr>
                </a:tc>
                <a:tc>
                  <a:txBody>
                    <a:bodyPr/>
                    <a:lstStyle/>
                    <a:p>
                      <a:pPr algn="ctr">
                        <a:defRPr sz="1800"/>
                      </a:pPr>
                      <a:r>
                        <a:rPr sz="1100">
                          <a:solidFill>
                            <a:srgbClr val="004A7A"/>
                          </a:solidFill>
                          <a:latin typeface="Montserrat Medium"/>
                          <a:ea typeface="Montserrat Medium"/>
                          <a:cs typeface="Montserrat Medium"/>
                          <a:sym typeface="Montserrat Medium"/>
                        </a:rPr>
                        <a:t>HR.MC1@myclinic.com.sa</a:t>
                      </a:r>
                    </a:p>
                  </a:txBody>
                  <a:tcPr marL="45725" marR="45725" marT="45725" marB="45725" anchor="ctr" horzOverflow="overflow">
                    <a:solidFill>
                      <a:srgbClr val="CFD7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800"/>
                      </a:pPr>
                      <a:r>
                        <a:rPr lang="en-US" sz="1100" b="0" i="0" u="none" strike="noStrike" cap="none" spc="0" baseline="0" dirty="0">
                          <a:solidFill>
                            <a:srgbClr val="004A7A"/>
                          </a:solidFill>
                          <a:uFillTx/>
                          <a:latin typeface="Montserrat Medium"/>
                          <a:ea typeface="+mn-ea"/>
                          <a:cs typeface="+mn-cs"/>
                          <a:sym typeface="Calibri"/>
                        </a:rPr>
                        <a:t>Fisal Alharthy</a:t>
                      </a:r>
                    </a:p>
                  </a:txBody>
                  <a:tcPr marL="45725" marR="45725" marT="45725" marB="45725" anchor="ctr" horzOverflow="overflow">
                    <a:solidFill>
                      <a:srgbClr val="CFD7E7"/>
                    </a:solidFill>
                  </a:tcPr>
                </a:tc>
                <a:extLst>
                  <a:ext uri="{0D108BD9-81ED-4DB2-BD59-A6C34878D82A}">
                    <a16:rowId xmlns:a16="http://schemas.microsoft.com/office/drawing/2014/main" val="10001"/>
                  </a:ext>
                </a:extLst>
              </a:tr>
              <a:tr h="327025">
                <a:tc>
                  <a:txBody>
                    <a:bodyPr/>
                    <a:lstStyle/>
                    <a:p>
                      <a:pPr algn="ctr">
                        <a:defRPr sz="1800"/>
                      </a:pPr>
                      <a:r>
                        <a:rPr lang="en-US" sz="1100" dirty="0">
                          <a:solidFill>
                            <a:srgbClr val="004A7A"/>
                          </a:solidFill>
                          <a:latin typeface="Montserrat Medium"/>
                          <a:ea typeface="Montserrat Medium"/>
                          <a:cs typeface="Montserrat Medium"/>
                          <a:sym typeface="Montserrat Medium"/>
                        </a:rPr>
                        <a:t>J2</a:t>
                      </a:r>
                      <a:endParaRPr sz="1100" dirty="0">
                        <a:solidFill>
                          <a:srgbClr val="004A7A"/>
                        </a:solidFill>
                        <a:latin typeface="Montserrat Medium"/>
                        <a:ea typeface="Montserrat Medium"/>
                        <a:cs typeface="Montserrat Medium"/>
                        <a:sym typeface="Montserrat Medium"/>
                      </a:endParaRPr>
                    </a:p>
                  </a:txBody>
                  <a:tcPr marL="45725" marR="45725" marT="45725" marB="45725" anchor="ctr" horzOverflow="overflow">
                    <a:solidFill>
                      <a:srgbClr val="E8ECF4"/>
                    </a:solidFill>
                  </a:tcPr>
                </a:tc>
                <a:tc>
                  <a:txBody>
                    <a:bodyPr/>
                    <a:lstStyle/>
                    <a:p>
                      <a:pPr algn="ctr">
                        <a:defRPr sz="1800"/>
                      </a:pPr>
                      <a:r>
                        <a:rPr sz="1100">
                          <a:solidFill>
                            <a:srgbClr val="004A7A"/>
                          </a:solidFill>
                          <a:latin typeface="Montserrat Medium"/>
                          <a:ea typeface="Montserrat Medium"/>
                          <a:cs typeface="Montserrat Medium"/>
                          <a:sym typeface="Montserrat Medium"/>
                        </a:rPr>
                        <a:t>HR.MC2@myclinic.com.sa </a:t>
                      </a:r>
                    </a:p>
                  </a:txBody>
                  <a:tcPr marL="45725" marR="45725" marT="45725" marB="45725" anchor="ctr" horzOverflow="overflow">
                    <a:solidFill>
                      <a:srgbClr val="E8ECF4"/>
                    </a:solidFill>
                  </a:tcPr>
                </a:tc>
                <a:tc>
                  <a:txBody>
                    <a:bodyPr/>
                    <a:lstStyle/>
                    <a:p>
                      <a:pPr algn="ctr">
                        <a:defRPr sz="1800"/>
                      </a:pPr>
                      <a:r>
                        <a:rPr sz="1100" dirty="0">
                          <a:solidFill>
                            <a:srgbClr val="004A7A"/>
                          </a:solidFill>
                          <a:latin typeface="Montserrat Medium"/>
                          <a:ea typeface="Montserrat Medium"/>
                          <a:cs typeface="Montserrat Medium"/>
                          <a:sym typeface="Montserrat Medium"/>
                        </a:rPr>
                        <a:t>Ahmed </a:t>
                      </a:r>
                      <a:r>
                        <a:rPr lang="en-US" sz="1100" dirty="0">
                          <a:solidFill>
                            <a:srgbClr val="004A7A"/>
                          </a:solidFill>
                          <a:latin typeface="Montserrat Medium"/>
                          <a:ea typeface="Montserrat Medium"/>
                          <a:cs typeface="Montserrat Medium"/>
                          <a:sym typeface="Montserrat Medium"/>
                        </a:rPr>
                        <a:t>Alzahrani</a:t>
                      </a:r>
                      <a:endParaRPr sz="1100" dirty="0">
                        <a:solidFill>
                          <a:srgbClr val="004A7A"/>
                        </a:solidFill>
                        <a:latin typeface="Montserrat Medium"/>
                        <a:ea typeface="Montserrat Medium"/>
                        <a:cs typeface="Montserrat Medium"/>
                        <a:sym typeface="Montserrat Medium"/>
                      </a:endParaRPr>
                    </a:p>
                  </a:txBody>
                  <a:tcPr marL="45725" marR="45725" marT="45725" marB="45725" anchor="ctr" horzOverflow="overflow">
                    <a:solidFill>
                      <a:srgbClr val="E8ECF4"/>
                    </a:solidFill>
                  </a:tcPr>
                </a:tc>
                <a:extLst>
                  <a:ext uri="{0D108BD9-81ED-4DB2-BD59-A6C34878D82A}">
                    <a16:rowId xmlns:a16="http://schemas.microsoft.com/office/drawing/2014/main" val="10002"/>
                  </a:ext>
                </a:extLst>
              </a:tr>
              <a:tr h="339100">
                <a:tc>
                  <a:txBody>
                    <a:bodyPr/>
                    <a:lstStyle/>
                    <a:p>
                      <a:pPr algn="ctr">
                        <a:defRPr sz="1800"/>
                      </a:pPr>
                      <a:r>
                        <a:rPr lang="en-US" sz="1100" dirty="0">
                          <a:solidFill>
                            <a:srgbClr val="004A7A"/>
                          </a:solidFill>
                          <a:latin typeface="Montserrat Medium"/>
                          <a:ea typeface="Montserrat Medium"/>
                          <a:cs typeface="Montserrat Medium"/>
                          <a:sym typeface="Montserrat Medium"/>
                        </a:rPr>
                        <a:t>R1</a:t>
                      </a:r>
                      <a:r>
                        <a:rPr sz="1100" dirty="0">
                          <a:solidFill>
                            <a:srgbClr val="004A7A"/>
                          </a:solidFill>
                          <a:latin typeface="Montserrat Medium"/>
                          <a:ea typeface="Montserrat Medium"/>
                          <a:cs typeface="Montserrat Medium"/>
                          <a:sym typeface="Montserrat Medium"/>
                        </a:rPr>
                        <a:t> </a:t>
                      </a:r>
                    </a:p>
                  </a:txBody>
                  <a:tcPr marL="45725" marR="45725" marT="45725" marB="45725" anchor="ctr" horzOverflow="overflow">
                    <a:solidFill>
                      <a:srgbClr val="CFD7E7"/>
                    </a:solidFill>
                  </a:tcPr>
                </a:tc>
                <a:tc>
                  <a:txBody>
                    <a:bodyPr/>
                    <a:lstStyle/>
                    <a:p>
                      <a:pPr algn="ctr">
                        <a:defRPr sz="1800"/>
                      </a:pPr>
                      <a:r>
                        <a:rPr sz="1100">
                          <a:solidFill>
                            <a:srgbClr val="004A7A"/>
                          </a:solidFill>
                          <a:latin typeface="Montserrat Medium"/>
                          <a:ea typeface="Montserrat Medium"/>
                          <a:cs typeface="Montserrat Medium"/>
                          <a:sym typeface="Montserrat Medium"/>
                        </a:rPr>
                        <a:t>MCRHR@myclinic.com.sa</a:t>
                      </a:r>
                    </a:p>
                  </a:txBody>
                  <a:tcPr marL="45725" marR="45725" marT="45725" marB="45725" anchor="ctr" horzOverflow="overflow">
                    <a:solidFill>
                      <a:srgbClr val="CFD7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800"/>
                      </a:pPr>
                      <a:r>
                        <a:rPr lang="en-US" sz="1100" b="0" i="0" u="none" strike="noStrike" cap="none" spc="0" baseline="0" dirty="0">
                          <a:solidFill>
                            <a:srgbClr val="004A7A"/>
                          </a:solidFill>
                          <a:uFillTx/>
                          <a:latin typeface="Montserrat Medium"/>
                          <a:ea typeface="+mn-ea"/>
                          <a:cs typeface="+mn-cs"/>
                          <a:sym typeface="Calibri"/>
                        </a:rPr>
                        <a:t>Abdulaziz Alshair</a:t>
                      </a:r>
                    </a:p>
                  </a:txBody>
                  <a:tcPr marL="45725" marR="45725" marT="45725" marB="45725" anchor="ctr" horzOverflow="overflow">
                    <a:solidFill>
                      <a:srgbClr val="CFD7E7"/>
                    </a:solidFill>
                  </a:tcPr>
                </a:tc>
                <a:extLst>
                  <a:ext uri="{0D108BD9-81ED-4DB2-BD59-A6C34878D82A}">
                    <a16:rowId xmlns:a16="http://schemas.microsoft.com/office/drawing/2014/main" val="10003"/>
                  </a:ext>
                </a:extLst>
              </a:tr>
              <a:tr h="327025">
                <a:tc>
                  <a:txBody>
                    <a:bodyPr/>
                    <a:lstStyle/>
                    <a:p>
                      <a:pPr algn="ctr">
                        <a:defRPr sz="1800"/>
                      </a:pPr>
                      <a:r>
                        <a:rPr sz="1100">
                          <a:solidFill>
                            <a:srgbClr val="004A7A"/>
                          </a:solidFill>
                          <a:latin typeface="Montserrat Medium"/>
                          <a:ea typeface="Montserrat Medium"/>
                          <a:cs typeface="Montserrat Medium"/>
                          <a:sym typeface="Montserrat Medium"/>
                        </a:rPr>
                        <a:t>PRC</a:t>
                      </a:r>
                    </a:p>
                  </a:txBody>
                  <a:tcPr marL="45725" marR="45725" marT="45725" marB="45725" anchor="ctr" horzOverflow="overflow">
                    <a:solidFill>
                      <a:srgbClr val="E8ECF4"/>
                    </a:solidFill>
                  </a:tcPr>
                </a:tc>
                <a:tc>
                  <a:txBody>
                    <a:bodyPr/>
                    <a:lstStyle/>
                    <a:p>
                      <a:pPr algn="ctr">
                        <a:defRPr sz="1800"/>
                      </a:pPr>
                      <a:r>
                        <a:rPr sz="1100">
                          <a:solidFill>
                            <a:srgbClr val="004A7A"/>
                          </a:solidFill>
                          <a:latin typeface="Montserrat Medium"/>
                          <a:ea typeface="Montserrat Medium"/>
                          <a:cs typeface="Montserrat Medium"/>
                          <a:sym typeface="Montserrat Medium"/>
                        </a:rPr>
                        <a:t>HR.PRC@myclinic.com.sa</a:t>
                      </a:r>
                    </a:p>
                  </a:txBody>
                  <a:tcPr marL="45725" marR="45725" marT="45725" marB="45725" anchor="ctr" horzOverflow="overflow">
                    <a:solidFill>
                      <a:srgbClr val="E8ECF4"/>
                    </a:solidFill>
                  </a:tcPr>
                </a:tc>
                <a:tc>
                  <a:txBody>
                    <a:bodyPr/>
                    <a:lstStyle/>
                    <a:p>
                      <a:pPr algn="ctr">
                        <a:defRPr sz="1800"/>
                      </a:pPr>
                      <a:r>
                        <a:rPr sz="1100">
                          <a:solidFill>
                            <a:srgbClr val="004A7A"/>
                          </a:solidFill>
                          <a:latin typeface="Montserrat Medium"/>
                          <a:ea typeface="Montserrat Medium"/>
                          <a:cs typeface="Montserrat Medium"/>
                          <a:sym typeface="Montserrat Medium"/>
                        </a:rPr>
                        <a:t>Nasser </a:t>
                      </a:r>
                    </a:p>
                  </a:txBody>
                  <a:tcPr marL="45725" marR="45725" marT="45725" marB="45725" anchor="ctr" horzOverflow="overflow">
                    <a:solidFill>
                      <a:srgbClr val="E8ECF4"/>
                    </a:solidFill>
                  </a:tcPr>
                </a:tc>
                <a:extLst>
                  <a:ext uri="{0D108BD9-81ED-4DB2-BD59-A6C34878D82A}">
                    <a16:rowId xmlns:a16="http://schemas.microsoft.com/office/drawing/2014/main" val="10004"/>
                  </a:ext>
                </a:extLst>
              </a:tr>
              <a:tr h="882150">
                <a:tc>
                  <a:txBody>
                    <a:bodyPr/>
                    <a:lstStyle/>
                    <a:p>
                      <a:pPr algn="ctr">
                        <a:defRPr sz="1800"/>
                      </a:pPr>
                      <a:r>
                        <a:rPr sz="1100">
                          <a:solidFill>
                            <a:srgbClr val="004A7A"/>
                          </a:solidFill>
                          <a:latin typeface="Montserrat Medium"/>
                          <a:ea typeface="Montserrat Medium"/>
                          <a:cs typeface="Montserrat Medium"/>
                          <a:sym typeface="Montserrat Medium"/>
                        </a:rPr>
                        <a:t>SABIC</a:t>
                      </a:r>
                    </a:p>
                  </a:txBody>
                  <a:tcPr marL="45725" marR="45725" marT="45725" marB="45725" anchor="ctr" horzOverflow="overflow">
                    <a:solidFill>
                      <a:srgbClr val="CFD7E7"/>
                    </a:solidFill>
                  </a:tcPr>
                </a:tc>
                <a:tc>
                  <a:txBody>
                    <a:bodyPr/>
                    <a:lstStyle/>
                    <a:p>
                      <a:pPr algn="ctr">
                        <a:defRPr sz="1100">
                          <a:solidFill>
                            <a:srgbClr val="004A7A"/>
                          </a:solidFill>
                          <a:latin typeface="Montserrat Medium"/>
                          <a:ea typeface="Montserrat Medium"/>
                          <a:cs typeface="Montserrat Medium"/>
                          <a:sym typeface="Montserrat Medium"/>
                        </a:defRPr>
                      </a:pPr>
                      <a:r>
                        <a:rPr dirty="0"/>
                        <a:t>Abdulrahman.Alharbi@myclinic.com.sa</a:t>
                      </a:r>
                    </a:p>
                    <a:p>
                      <a:pPr algn="ctr">
                        <a:defRPr sz="1400">
                          <a:sym typeface="Arial"/>
                        </a:defRPr>
                      </a:pPr>
                      <a:endParaRPr sz="1100" dirty="0">
                        <a:solidFill>
                          <a:srgbClr val="004A7A"/>
                        </a:solidFill>
                        <a:latin typeface="Montserrat Medium"/>
                        <a:ea typeface="Montserrat Medium"/>
                        <a:cs typeface="Montserrat Medium"/>
                        <a:sym typeface="Montserrat Medium"/>
                      </a:endParaRPr>
                    </a:p>
                    <a:p>
                      <a:pPr algn="ctr">
                        <a:defRPr sz="1100">
                          <a:solidFill>
                            <a:srgbClr val="004A7A"/>
                          </a:solidFill>
                          <a:latin typeface="Montserrat Medium"/>
                          <a:ea typeface="Montserrat Medium"/>
                          <a:cs typeface="Montserrat Medium"/>
                          <a:sym typeface="Montserrat Medium"/>
                        </a:defRPr>
                      </a:pPr>
                      <a:r>
                        <a:rPr dirty="0"/>
                        <a:t>Muhammad.Fahad@myclinic.com.sa</a:t>
                      </a:r>
                    </a:p>
                  </a:txBody>
                  <a:tcPr marL="45725" marR="45725" marT="45725" marB="45725" anchor="ctr" horzOverflow="overflow">
                    <a:solidFill>
                      <a:srgbClr val="CFD7E7"/>
                    </a:solidFill>
                  </a:tcPr>
                </a:tc>
                <a:tc>
                  <a:txBody>
                    <a:bodyPr/>
                    <a:lstStyle/>
                    <a:p>
                      <a:pPr algn="ctr">
                        <a:defRPr sz="1800"/>
                      </a:pPr>
                      <a:r>
                        <a:rPr sz="1100" dirty="0">
                          <a:solidFill>
                            <a:srgbClr val="004A7A"/>
                          </a:solidFill>
                          <a:latin typeface="Montserrat Medium"/>
                          <a:ea typeface="Montserrat Medium"/>
                          <a:cs typeface="Montserrat Medium"/>
                          <a:sym typeface="Montserrat Medium"/>
                        </a:rPr>
                        <a:t>Abdulrhman / Muhammad</a:t>
                      </a:r>
                    </a:p>
                  </a:txBody>
                  <a:tcPr marL="45725" marR="45725" marT="45725" marB="45725" anchor="ctr" horzOverflow="overflow">
                    <a:solidFill>
                      <a:srgbClr val="CFD7E7"/>
                    </a:solidFill>
                  </a:tcPr>
                </a:tc>
                <a:extLst>
                  <a:ext uri="{0D108BD9-81ED-4DB2-BD59-A6C34878D82A}">
                    <a16:rowId xmlns:a16="http://schemas.microsoft.com/office/drawing/2014/main" val="10005"/>
                  </a:ext>
                </a:extLst>
              </a:tr>
            </a:tbl>
          </a:graphicData>
        </a:graphic>
      </p:graphicFrame>
      <p:sp>
        <p:nvSpPr>
          <p:cNvPr id="2" name="GVCLASSIFICATIONHEADER40406293">
            <a:extLst>
              <a:ext uri="{FF2B5EF4-FFF2-40B4-BE49-F238E27FC236}">
                <a16:creationId xmlns:a16="http://schemas.microsoft.com/office/drawing/2014/main" id="{3F1F6355-CBAA-7EAD-6A97-1E8A67068E5F}"/>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 name="Google Shape;618;p24"/>
          <p:cNvSpPr txBox="1"/>
          <p:nvPr/>
        </p:nvSpPr>
        <p:spPr>
          <a:xfrm>
            <a:off x="280098" y="784864"/>
            <a:ext cx="1760404" cy="317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100" i="1">
                <a:solidFill>
                  <a:srgbClr val="003868"/>
                </a:solidFill>
                <a:latin typeface="Montserrat Bold"/>
                <a:ea typeface="Montserrat Bold"/>
                <a:cs typeface="Montserrat Bold"/>
                <a:sym typeface="Montserrat Bold"/>
              </a:defRPr>
            </a:lvl1pPr>
          </a:lstStyle>
          <a:p>
            <a:r>
              <a:t>Overview</a:t>
            </a:r>
          </a:p>
        </p:txBody>
      </p:sp>
      <p:pic>
        <p:nvPicPr>
          <p:cNvPr id="727" name="Google Shape;619;p24" descr="Google Shape;619;p24"/>
          <p:cNvPicPr>
            <a:picLocks noChangeAspect="1"/>
          </p:cNvPicPr>
          <p:nvPr/>
        </p:nvPicPr>
        <p:blipFill>
          <a:blip r:embed="rId2"/>
          <a:stretch>
            <a:fillRect/>
          </a:stretch>
        </p:blipFill>
        <p:spPr>
          <a:xfrm>
            <a:off x="252350" y="146743"/>
            <a:ext cx="998700" cy="364316"/>
          </a:xfrm>
          <a:prstGeom prst="rect">
            <a:avLst/>
          </a:prstGeom>
          <a:ln w="12700">
            <a:miter lim="400000"/>
          </a:ln>
        </p:spPr>
      </p:pic>
      <p:grpSp>
        <p:nvGrpSpPr>
          <p:cNvPr id="731" name="Google Shape;620;p24"/>
          <p:cNvGrpSpPr/>
          <p:nvPr/>
        </p:nvGrpSpPr>
        <p:grpSpPr>
          <a:xfrm>
            <a:off x="252346" y="4832796"/>
            <a:ext cx="8659860" cy="127001"/>
            <a:chOff x="0" y="0"/>
            <a:chExt cx="8659858" cy="127000"/>
          </a:xfrm>
        </p:grpSpPr>
        <p:sp>
          <p:nvSpPr>
            <p:cNvPr id="728" name="Google Shape;621;p24"/>
            <p:cNvSpPr/>
            <p:nvPr/>
          </p:nvSpPr>
          <p:spPr>
            <a:xfrm>
              <a:off x="543982" y="54650"/>
              <a:ext cx="7881852" cy="17706"/>
            </a:xfrm>
            <a:prstGeom prst="rect">
              <a:avLst/>
            </a:prstGeom>
            <a:solidFill>
              <a:srgbClr val="004A7A"/>
            </a:solidFill>
            <a:ln w="12700" cap="flat">
              <a:noFill/>
              <a:miter lim="400000"/>
            </a:ln>
            <a:effectLst/>
          </p:spPr>
          <p:txBody>
            <a:bodyPr wrap="square" lIns="0" tIns="0" rIns="0" bIns="0" numCol="1" anchor="ctr">
              <a:noAutofit/>
            </a:bodyPr>
            <a:lstStyle/>
            <a:p>
              <a:pPr algn="ctr"/>
              <a:endParaRPr/>
            </a:p>
          </p:txBody>
        </p:sp>
        <p:sp>
          <p:nvSpPr>
            <p:cNvPr id="729" name="Google Shape;622;p24"/>
            <p:cNvSpPr txBox="1"/>
            <p:nvPr/>
          </p:nvSpPr>
          <p:spPr>
            <a:xfrm>
              <a:off x="0" y="0"/>
              <a:ext cx="731105"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Overview</a:t>
              </a:r>
            </a:p>
          </p:txBody>
        </p:sp>
        <p:sp>
          <p:nvSpPr>
            <p:cNvPr id="730" name="Google Shape;623;p24"/>
            <p:cNvSpPr txBox="1"/>
            <p:nvPr/>
          </p:nvSpPr>
          <p:spPr>
            <a:xfrm>
              <a:off x="8408455" y="0"/>
              <a:ext cx="251404"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24</a:t>
              </a:r>
            </a:p>
          </p:txBody>
        </p:sp>
      </p:grpSp>
      <p:sp>
        <p:nvSpPr>
          <p:cNvPr id="732" name="Google Shape;624;p24"/>
          <p:cNvSpPr txBox="1"/>
          <p:nvPr/>
        </p:nvSpPr>
        <p:spPr>
          <a:xfrm>
            <a:off x="1178670" y="2306349"/>
            <a:ext cx="839368" cy="4267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marL="229233" marR="5080" indent="-229233" algn="ctr">
              <a:lnSpc>
                <a:spcPct val="110000"/>
              </a:lnSpc>
              <a:defRPr sz="1300">
                <a:solidFill>
                  <a:srgbClr val="003868"/>
                </a:solidFill>
                <a:latin typeface="Montserrat Regular"/>
                <a:ea typeface="Montserrat Regular"/>
                <a:cs typeface="Montserrat Regular"/>
                <a:sym typeface="Montserrat Regular"/>
              </a:defRPr>
            </a:pPr>
            <a:r>
              <a:rPr dirty="0"/>
              <a:t>Types </a:t>
            </a:r>
          </a:p>
          <a:p>
            <a:pPr marL="229233" marR="5080" indent="-229233" algn="ctr">
              <a:lnSpc>
                <a:spcPct val="110000"/>
              </a:lnSpc>
              <a:defRPr sz="1300">
                <a:solidFill>
                  <a:srgbClr val="003868"/>
                </a:solidFill>
                <a:latin typeface="Montserrat Regular"/>
                <a:ea typeface="Montserrat Regular"/>
                <a:cs typeface="Montserrat Regular"/>
                <a:sym typeface="Montserrat Regular"/>
              </a:defRPr>
            </a:pPr>
            <a:r>
              <a:rPr dirty="0"/>
              <a:t>of Leaves </a:t>
            </a:r>
          </a:p>
        </p:txBody>
      </p:sp>
      <p:sp>
        <p:nvSpPr>
          <p:cNvPr id="733" name="Google Shape;625;p24"/>
          <p:cNvSpPr txBox="1"/>
          <p:nvPr/>
        </p:nvSpPr>
        <p:spPr>
          <a:xfrm>
            <a:off x="1099005" y="1336276"/>
            <a:ext cx="998701" cy="876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5700">
                <a:solidFill>
                  <a:srgbClr val="52A0D7"/>
                </a:solidFill>
                <a:latin typeface="Montserrat Bold"/>
                <a:ea typeface="Montserrat Bold"/>
                <a:cs typeface="Montserrat Bold"/>
                <a:sym typeface="Montserrat Bold"/>
              </a:defRPr>
            </a:lvl1pPr>
          </a:lstStyle>
          <a:p>
            <a:r>
              <a:t>01</a:t>
            </a:r>
          </a:p>
        </p:txBody>
      </p:sp>
      <p:sp>
        <p:nvSpPr>
          <p:cNvPr id="734" name="Google Shape;626;p24"/>
          <p:cNvSpPr txBox="1"/>
          <p:nvPr/>
        </p:nvSpPr>
        <p:spPr>
          <a:xfrm>
            <a:off x="2764326" y="2415946"/>
            <a:ext cx="1271148" cy="203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1300">
                <a:solidFill>
                  <a:srgbClr val="003868"/>
                </a:solidFill>
                <a:latin typeface="Montserrat Regular"/>
                <a:ea typeface="Montserrat Regular"/>
                <a:cs typeface="Montserrat Regular"/>
                <a:sym typeface="Montserrat Regular"/>
              </a:defRPr>
            </a:lvl1pPr>
          </a:lstStyle>
          <a:p>
            <a:pPr algn="ctr"/>
            <a:r>
              <a:rPr lang="en-GB" dirty="0"/>
              <a:t>GOSI</a:t>
            </a:r>
            <a:endParaRPr dirty="0"/>
          </a:p>
        </p:txBody>
      </p:sp>
      <p:sp>
        <p:nvSpPr>
          <p:cNvPr id="735" name="Google Shape;627;p24"/>
          <p:cNvSpPr txBox="1"/>
          <p:nvPr/>
        </p:nvSpPr>
        <p:spPr>
          <a:xfrm>
            <a:off x="960343" y="4092939"/>
            <a:ext cx="1276023" cy="203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1300">
                <a:solidFill>
                  <a:srgbClr val="003868"/>
                </a:solidFill>
                <a:latin typeface="Montserrat Regular"/>
                <a:ea typeface="Montserrat Regular"/>
                <a:cs typeface="Montserrat Regular"/>
                <a:sym typeface="Montserrat Regular"/>
              </a:defRPr>
            </a:lvl1pPr>
          </a:lstStyle>
          <a:p>
            <a:pPr algn="ctr"/>
            <a:r>
              <a:rPr dirty="0"/>
              <a:t>SCFHS</a:t>
            </a:r>
          </a:p>
        </p:txBody>
      </p:sp>
      <p:sp>
        <p:nvSpPr>
          <p:cNvPr id="736" name="Google Shape;628;p24"/>
          <p:cNvSpPr txBox="1"/>
          <p:nvPr/>
        </p:nvSpPr>
        <p:spPr>
          <a:xfrm>
            <a:off x="1099005" y="3061178"/>
            <a:ext cx="1192650" cy="876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5700">
                <a:solidFill>
                  <a:srgbClr val="52A0D7"/>
                </a:solidFill>
                <a:latin typeface="Montserrat Bold"/>
                <a:ea typeface="Montserrat Bold"/>
                <a:cs typeface="Montserrat Bold"/>
                <a:sym typeface="Montserrat Bold"/>
              </a:defRPr>
            </a:lvl1pPr>
          </a:lstStyle>
          <a:p>
            <a:r>
              <a:t>05</a:t>
            </a:r>
          </a:p>
        </p:txBody>
      </p:sp>
      <p:sp>
        <p:nvSpPr>
          <p:cNvPr id="737" name="Google Shape;629;p24"/>
          <p:cNvSpPr txBox="1"/>
          <p:nvPr/>
        </p:nvSpPr>
        <p:spPr>
          <a:xfrm>
            <a:off x="2772262" y="3983903"/>
            <a:ext cx="1280373" cy="4191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indent="12700" algn="ctr">
              <a:defRPr sz="1300">
                <a:solidFill>
                  <a:srgbClr val="003868"/>
                </a:solidFill>
                <a:latin typeface="Montserrat Regular"/>
                <a:ea typeface="Montserrat Regular"/>
                <a:cs typeface="Montserrat Regular"/>
                <a:sym typeface="Montserrat Regular"/>
              </a:defRPr>
            </a:pPr>
            <a:r>
              <a:rPr dirty="0"/>
              <a:t>Oracle HR</a:t>
            </a:r>
          </a:p>
          <a:p>
            <a:pPr indent="12700" algn="ctr">
              <a:spcBef>
                <a:spcPts val="100"/>
              </a:spcBef>
              <a:defRPr sz="1300">
                <a:solidFill>
                  <a:srgbClr val="003868"/>
                </a:solidFill>
                <a:latin typeface="Montserrat Regular"/>
                <a:ea typeface="Montserrat Regular"/>
                <a:cs typeface="Montserrat Regular"/>
                <a:sym typeface="Montserrat Regular"/>
              </a:defRPr>
            </a:pPr>
            <a:r>
              <a:rPr dirty="0"/>
              <a:t>System</a:t>
            </a:r>
          </a:p>
        </p:txBody>
      </p:sp>
      <p:sp>
        <p:nvSpPr>
          <p:cNvPr id="738" name="Google Shape;630;p24"/>
          <p:cNvSpPr txBox="1"/>
          <p:nvPr/>
        </p:nvSpPr>
        <p:spPr>
          <a:xfrm>
            <a:off x="2884816" y="3077086"/>
            <a:ext cx="1055267" cy="876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5700">
                <a:solidFill>
                  <a:srgbClr val="52A0D7"/>
                </a:solidFill>
                <a:latin typeface="Montserrat Bold"/>
                <a:ea typeface="Montserrat Bold"/>
                <a:cs typeface="Montserrat Bold"/>
                <a:sym typeface="Montserrat Bold"/>
              </a:defRPr>
            </a:lvl1pPr>
          </a:lstStyle>
          <a:p>
            <a:r>
              <a:t>06</a:t>
            </a:r>
          </a:p>
        </p:txBody>
      </p:sp>
      <p:sp>
        <p:nvSpPr>
          <p:cNvPr id="739" name="Google Shape;631;p24"/>
          <p:cNvSpPr txBox="1"/>
          <p:nvPr/>
        </p:nvSpPr>
        <p:spPr>
          <a:xfrm>
            <a:off x="4490079" y="2406629"/>
            <a:ext cx="1573357" cy="203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1300">
                <a:solidFill>
                  <a:srgbClr val="003868"/>
                </a:solidFill>
                <a:latin typeface="Montserrat Regular"/>
                <a:ea typeface="Montserrat Regular"/>
                <a:cs typeface="Montserrat Regular"/>
                <a:sym typeface="Montserrat Regular"/>
              </a:defRPr>
            </a:lvl1pPr>
          </a:lstStyle>
          <a:p>
            <a:pPr algn="ctr"/>
            <a:r>
              <a:rPr dirty="0"/>
              <a:t>Letters</a:t>
            </a:r>
          </a:p>
        </p:txBody>
      </p:sp>
      <p:sp>
        <p:nvSpPr>
          <p:cNvPr id="740" name="Google Shape;632;p24"/>
          <p:cNvSpPr txBox="1"/>
          <p:nvPr/>
        </p:nvSpPr>
        <p:spPr>
          <a:xfrm>
            <a:off x="2884816" y="1336276"/>
            <a:ext cx="1055267" cy="876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5700">
                <a:solidFill>
                  <a:srgbClr val="52A0D7"/>
                </a:solidFill>
                <a:latin typeface="Montserrat Bold"/>
                <a:ea typeface="Montserrat Bold"/>
                <a:cs typeface="Montserrat Bold"/>
                <a:sym typeface="Montserrat Bold"/>
              </a:defRPr>
            </a:lvl1pPr>
          </a:lstStyle>
          <a:p>
            <a:r>
              <a:t>02</a:t>
            </a:r>
          </a:p>
        </p:txBody>
      </p:sp>
      <p:sp>
        <p:nvSpPr>
          <p:cNvPr id="741" name="Google Shape;633;p24"/>
          <p:cNvSpPr txBox="1"/>
          <p:nvPr/>
        </p:nvSpPr>
        <p:spPr>
          <a:xfrm>
            <a:off x="4477267" y="3964746"/>
            <a:ext cx="1339125" cy="6001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1300">
                <a:solidFill>
                  <a:srgbClr val="003868"/>
                </a:solidFill>
                <a:latin typeface="Montserrat Regular"/>
                <a:ea typeface="Montserrat Regular"/>
                <a:cs typeface="Montserrat Regular"/>
                <a:sym typeface="Montserrat Regular"/>
              </a:defRPr>
            </a:lvl1pPr>
          </a:lstStyle>
          <a:p>
            <a:pPr algn="ctr"/>
            <a:r>
              <a:rPr dirty="0"/>
              <a:t>ID Card</a:t>
            </a:r>
            <a:r>
              <a:rPr lang="en-US" dirty="0"/>
              <a:t>, Benefits &amp; Dress code</a:t>
            </a:r>
            <a:endParaRPr dirty="0"/>
          </a:p>
        </p:txBody>
      </p:sp>
      <p:sp>
        <p:nvSpPr>
          <p:cNvPr id="742" name="Google Shape;634;p24"/>
          <p:cNvSpPr txBox="1"/>
          <p:nvPr/>
        </p:nvSpPr>
        <p:spPr>
          <a:xfrm>
            <a:off x="4749124" y="3077086"/>
            <a:ext cx="1055268" cy="876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5700">
                <a:solidFill>
                  <a:srgbClr val="52A0D7"/>
                </a:solidFill>
                <a:latin typeface="Montserrat Bold"/>
                <a:ea typeface="Montserrat Bold"/>
                <a:cs typeface="Montserrat Bold"/>
                <a:sym typeface="Montserrat Bold"/>
              </a:defRPr>
            </a:lvl1pPr>
          </a:lstStyle>
          <a:p>
            <a:r>
              <a:rPr dirty="0"/>
              <a:t>07</a:t>
            </a:r>
          </a:p>
        </p:txBody>
      </p:sp>
      <p:sp>
        <p:nvSpPr>
          <p:cNvPr id="743" name="Google Shape;635;p24"/>
          <p:cNvSpPr txBox="1"/>
          <p:nvPr/>
        </p:nvSpPr>
        <p:spPr>
          <a:xfrm>
            <a:off x="6353577" y="4054892"/>
            <a:ext cx="1760406" cy="4001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1300">
                <a:solidFill>
                  <a:srgbClr val="003868"/>
                </a:solidFill>
                <a:latin typeface="Montserrat Regular"/>
                <a:ea typeface="Montserrat Regular"/>
                <a:cs typeface="Montserrat Regular"/>
                <a:sym typeface="Montserrat Regular"/>
              </a:defRPr>
            </a:lvl1pPr>
          </a:lstStyle>
          <a:p>
            <a:pPr algn="ctr"/>
            <a:r>
              <a:rPr dirty="0"/>
              <a:t>Resignation &amp; Employment Contract </a:t>
            </a:r>
          </a:p>
        </p:txBody>
      </p:sp>
      <p:sp>
        <p:nvSpPr>
          <p:cNvPr id="744" name="Google Shape;636;p24"/>
          <p:cNvSpPr txBox="1"/>
          <p:nvPr/>
        </p:nvSpPr>
        <p:spPr>
          <a:xfrm>
            <a:off x="6693671" y="3061178"/>
            <a:ext cx="1276022" cy="876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5700">
                <a:solidFill>
                  <a:srgbClr val="52A0D7"/>
                </a:solidFill>
                <a:latin typeface="Montserrat Bold"/>
                <a:ea typeface="Montserrat Bold"/>
                <a:cs typeface="Montserrat Bold"/>
                <a:sym typeface="Montserrat Bold"/>
              </a:defRPr>
            </a:lvl1pPr>
          </a:lstStyle>
          <a:p>
            <a:r>
              <a:t>08</a:t>
            </a:r>
          </a:p>
        </p:txBody>
      </p:sp>
      <p:sp>
        <p:nvSpPr>
          <p:cNvPr id="745" name="Google Shape;637;p24"/>
          <p:cNvSpPr txBox="1"/>
          <p:nvPr/>
        </p:nvSpPr>
        <p:spPr>
          <a:xfrm>
            <a:off x="6732982" y="2382831"/>
            <a:ext cx="1001595" cy="203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1300">
                <a:solidFill>
                  <a:srgbClr val="003868"/>
                </a:solidFill>
                <a:latin typeface="Montserrat Regular"/>
                <a:ea typeface="Montserrat Regular"/>
                <a:cs typeface="Montserrat Regular"/>
                <a:sym typeface="Montserrat Regular"/>
              </a:defRPr>
            </a:lvl1pPr>
          </a:lstStyle>
          <a:p>
            <a:pPr algn="ctr"/>
            <a:r>
              <a:rPr dirty="0"/>
              <a:t>Overtime</a:t>
            </a:r>
          </a:p>
        </p:txBody>
      </p:sp>
      <p:sp>
        <p:nvSpPr>
          <p:cNvPr id="746" name="Google Shape;638;p24"/>
          <p:cNvSpPr txBox="1"/>
          <p:nvPr/>
        </p:nvSpPr>
        <p:spPr>
          <a:xfrm>
            <a:off x="6693671" y="1336276"/>
            <a:ext cx="1192652" cy="876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5700">
                <a:solidFill>
                  <a:srgbClr val="52A0D7"/>
                </a:solidFill>
                <a:latin typeface="Montserrat Bold"/>
                <a:ea typeface="Montserrat Bold"/>
                <a:cs typeface="Montserrat Bold"/>
                <a:sym typeface="Montserrat Bold"/>
              </a:defRPr>
            </a:lvl1pPr>
          </a:lstStyle>
          <a:p>
            <a:r>
              <a:t>04</a:t>
            </a:r>
          </a:p>
        </p:txBody>
      </p:sp>
      <p:sp>
        <p:nvSpPr>
          <p:cNvPr id="747" name="Google Shape;639;p24"/>
          <p:cNvSpPr txBox="1"/>
          <p:nvPr/>
        </p:nvSpPr>
        <p:spPr>
          <a:xfrm>
            <a:off x="4749124" y="1336276"/>
            <a:ext cx="1192654" cy="876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indent="12700">
              <a:defRPr sz="5700">
                <a:solidFill>
                  <a:srgbClr val="52A0D7"/>
                </a:solidFill>
                <a:latin typeface="Montserrat Bold"/>
                <a:ea typeface="Montserrat Bold"/>
                <a:cs typeface="Montserrat Bold"/>
                <a:sym typeface="Montserrat Bold"/>
              </a:defRPr>
            </a:lvl1pPr>
          </a:lstStyle>
          <a:p>
            <a:r>
              <a:t>03</a:t>
            </a:r>
          </a:p>
        </p:txBody>
      </p:sp>
      <p:sp>
        <p:nvSpPr>
          <p:cNvPr id="748" name="Google Shape;640;p24"/>
          <p:cNvSpPr/>
          <p:nvPr/>
        </p:nvSpPr>
        <p:spPr>
          <a:xfrm>
            <a:off x="1092175" y="2914800"/>
            <a:ext cx="6658469" cy="3"/>
          </a:xfrm>
          <a:prstGeom prst="line">
            <a:avLst/>
          </a:prstGeom>
          <a:ln>
            <a:solidFill>
              <a:srgbClr val="D6D5D5"/>
            </a:solidFill>
          </a:ln>
        </p:spPr>
        <p:txBody>
          <a:bodyPr lIns="0" tIns="0" rIns="0" bIns="0"/>
          <a:lstStyle/>
          <a:p>
            <a:endParaRPr/>
          </a:p>
        </p:txBody>
      </p:sp>
      <p:sp>
        <p:nvSpPr>
          <p:cNvPr id="749" name="Google Shape;641;p24"/>
          <p:cNvSpPr/>
          <p:nvPr/>
        </p:nvSpPr>
        <p:spPr>
          <a:xfrm flipV="1">
            <a:off x="2483777" y="1964693"/>
            <a:ext cx="3" cy="1900222"/>
          </a:xfrm>
          <a:prstGeom prst="line">
            <a:avLst/>
          </a:prstGeom>
          <a:ln>
            <a:solidFill>
              <a:srgbClr val="D6D5D5"/>
            </a:solidFill>
          </a:ln>
        </p:spPr>
        <p:txBody>
          <a:bodyPr lIns="0" tIns="0" rIns="0" bIns="0"/>
          <a:lstStyle/>
          <a:p>
            <a:endParaRPr/>
          </a:p>
        </p:txBody>
      </p:sp>
      <p:sp>
        <p:nvSpPr>
          <p:cNvPr id="750" name="Google Shape;642;p24"/>
          <p:cNvSpPr/>
          <p:nvPr/>
        </p:nvSpPr>
        <p:spPr>
          <a:xfrm flipV="1">
            <a:off x="4316021" y="1964693"/>
            <a:ext cx="3" cy="1900222"/>
          </a:xfrm>
          <a:prstGeom prst="line">
            <a:avLst/>
          </a:prstGeom>
          <a:ln>
            <a:solidFill>
              <a:srgbClr val="D6D5D5"/>
            </a:solidFill>
          </a:ln>
        </p:spPr>
        <p:txBody>
          <a:bodyPr lIns="0" tIns="0" rIns="0" bIns="0"/>
          <a:lstStyle/>
          <a:p>
            <a:endParaRPr/>
          </a:p>
        </p:txBody>
      </p:sp>
      <p:sp>
        <p:nvSpPr>
          <p:cNvPr id="751" name="Google Shape;643;p24"/>
          <p:cNvSpPr/>
          <p:nvPr/>
        </p:nvSpPr>
        <p:spPr>
          <a:xfrm flipV="1">
            <a:off x="6148266" y="1964693"/>
            <a:ext cx="3" cy="1900222"/>
          </a:xfrm>
          <a:prstGeom prst="line">
            <a:avLst/>
          </a:prstGeom>
          <a:ln>
            <a:solidFill>
              <a:srgbClr val="D6D5D5"/>
            </a:solidFill>
          </a:ln>
        </p:spPr>
        <p:txBody>
          <a:bodyPr lIns="0" tIns="0" rIns="0" bIns="0"/>
          <a:lstStyle/>
          <a:p>
            <a:endParaRPr/>
          </a:p>
        </p:txBody>
      </p:sp>
      <p:sp>
        <p:nvSpPr>
          <p:cNvPr id="2" name="GVCLASSIFICATIONHEADER459562330">
            <a:extLst>
              <a:ext uri="{FF2B5EF4-FFF2-40B4-BE49-F238E27FC236}">
                <a16:creationId xmlns:a16="http://schemas.microsoft.com/office/drawing/2014/main" id="{7941E88A-BF8A-4F29-0522-C41A7EB853A9}"/>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0" name="Google Shape;655;p25" descr="Google Shape;655;p25"/>
          <p:cNvPicPr>
            <a:picLocks noChangeAspect="1"/>
          </p:cNvPicPr>
          <p:nvPr/>
        </p:nvPicPr>
        <p:blipFill>
          <a:blip r:embed="rId2"/>
          <a:stretch>
            <a:fillRect/>
          </a:stretch>
        </p:blipFill>
        <p:spPr>
          <a:xfrm>
            <a:off x="0" y="0"/>
            <a:ext cx="9144000" cy="5143502"/>
          </a:xfrm>
          <a:prstGeom prst="rect">
            <a:avLst/>
          </a:prstGeom>
          <a:ln w="12700">
            <a:miter lim="400000"/>
          </a:ln>
        </p:spPr>
      </p:pic>
      <p:sp>
        <p:nvSpPr>
          <p:cNvPr id="753" name="Google Shape;648;p25"/>
          <p:cNvSpPr txBox="1"/>
          <p:nvPr/>
        </p:nvSpPr>
        <p:spPr>
          <a:xfrm>
            <a:off x="261048" y="898784"/>
            <a:ext cx="3492590" cy="939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defRPr sz="3000">
                <a:solidFill>
                  <a:srgbClr val="003868"/>
                </a:solidFill>
                <a:latin typeface="Montserrat Bold"/>
                <a:ea typeface="Montserrat Bold"/>
                <a:cs typeface="Montserrat Bold"/>
                <a:sym typeface="Montserrat Bold"/>
              </a:defRPr>
            </a:pPr>
            <a:r>
              <a:t>Types </a:t>
            </a:r>
          </a:p>
          <a:p>
            <a:pPr>
              <a:defRPr sz="3000">
                <a:solidFill>
                  <a:srgbClr val="003868"/>
                </a:solidFill>
                <a:latin typeface="Montserrat Bold"/>
                <a:ea typeface="Montserrat Bold"/>
                <a:cs typeface="Montserrat Bold"/>
                <a:sym typeface="Montserrat Bold"/>
              </a:defRPr>
            </a:pPr>
            <a:r>
              <a:t>of Leaves</a:t>
            </a:r>
          </a:p>
        </p:txBody>
      </p:sp>
      <p:pic>
        <p:nvPicPr>
          <p:cNvPr id="754" name="Google Shape;649;p25" descr="Google Shape;649;p25"/>
          <p:cNvPicPr>
            <a:picLocks noChangeAspect="1"/>
          </p:cNvPicPr>
          <p:nvPr/>
        </p:nvPicPr>
        <p:blipFill>
          <a:blip r:embed="rId3"/>
          <a:stretch>
            <a:fillRect/>
          </a:stretch>
        </p:blipFill>
        <p:spPr>
          <a:xfrm>
            <a:off x="252350" y="146743"/>
            <a:ext cx="998700" cy="364316"/>
          </a:xfrm>
          <a:prstGeom prst="rect">
            <a:avLst/>
          </a:prstGeom>
          <a:ln w="12700">
            <a:miter lim="400000"/>
          </a:ln>
        </p:spPr>
      </p:pic>
      <p:grpSp>
        <p:nvGrpSpPr>
          <p:cNvPr id="758" name="Google Shape;650;p25"/>
          <p:cNvGrpSpPr/>
          <p:nvPr/>
        </p:nvGrpSpPr>
        <p:grpSpPr>
          <a:xfrm>
            <a:off x="252346" y="4832796"/>
            <a:ext cx="8659860" cy="127001"/>
            <a:chOff x="0" y="0"/>
            <a:chExt cx="8659858" cy="127000"/>
          </a:xfrm>
        </p:grpSpPr>
        <p:sp>
          <p:nvSpPr>
            <p:cNvPr id="755" name="Google Shape;651;p25"/>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756" name="Google Shape;652;p25"/>
            <p:cNvSpPr txBox="1"/>
            <p:nvPr/>
          </p:nvSpPr>
          <p:spPr>
            <a:xfrm>
              <a:off x="0" y="0"/>
              <a:ext cx="731105"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Leaves</a:t>
              </a:r>
            </a:p>
          </p:txBody>
        </p:sp>
        <p:sp>
          <p:nvSpPr>
            <p:cNvPr id="757" name="Google Shape;653;p25"/>
            <p:cNvSpPr txBox="1"/>
            <p:nvPr/>
          </p:nvSpPr>
          <p:spPr>
            <a:xfrm>
              <a:off x="8408455" y="0"/>
              <a:ext cx="251404"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25</a:t>
              </a:r>
            </a:p>
          </p:txBody>
        </p:sp>
      </p:grpSp>
      <p:sp>
        <p:nvSpPr>
          <p:cNvPr id="759" name="Google Shape;654;p25"/>
          <p:cNvSpPr txBox="1"/>
          <p:nvPr/>
        </p:nvSpPr>
        <p:spPr>
          <a:xfrm>
            <a:off x="164408" y="1956557"/>
            <a:ext cx="6436113" cy="20635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marL="114300" indent="-82550">
              <a:lnSpc>
                <a:spcPct val="150000"/>
              </a:lnSpc>
              <a:buClr>
                <a:srgbClr val="003868"/>
              </a:buClr>
              <a:buSzPts val="1300"/>
              <a:buFont typeface="Montserrat Medium"/>
              <a:buChar char="-"/>
              <a:defRPr sz="1300">
                <a:solidFill>
                  <a:srgbClr val="003868"/>
                </a:solidFill>
                <a:latin typeface="Montserrat Medium"/>
                <a:ea typeface="Montserrat Medium"/>
                <a:cs typeface="Montserrat Medium"/>
                <a:sym typeface="Montserrat Medium"/>
              </a:defRPr>
            </a:pPr>
            <a:r>
              <a:rPr lang="en-GB" dirty="0"/>
              <a:t>Annual Leave</a:t>
            </a:r>
          </a:p>
          <a:p>
            <a:pPr marL="114300" indent="-82550">
              <a:lnSpc>
                <a:spcPct val="150000"/>
              </a:lnSpc>
              <a:buClr>
                <a:srgbClr val="003868"/>
              </a:buClr>
              <a:buSzPts val="1300"/>
              <a:buFont typeface="Montserrat Medium"/>
              <a:buChar char="-"/>
              <a:defRPr sz="1300">
                <a:solidFill>
                  <a:srgbClr val="003868"/>
                </a:solidFill>
                <a:latin typeface="Montserrat Medium"/>
                <a:ea typeface="Montserrat Medium"/>
                <a:cs typeface="Montserrat Medium"/>
                <a:sym typeface="Montserrat Medium"/>
              </a:defRPr>
            </a:pPr>
            <a:r>
              <a:rPr lang="en-GB" dirty="0"/>
              <a:t>Sick Leave</a:t>
            </a:r>
          </a:p>
          <a:p>
            <a:pPr marL="114300" indent="-82550">
              <a:lnSpc>
                <a:spcPct val="150000"/>
              </a:lnSpc>
              <a:buClr>
                <a:srgbClr val="003868"/>
              </a:buClr>
              <a:buSzPts val="1300"/>
              <a:buFont typeface="Montserrat Medium"/>
              <a:buChar char="-"/>
              <a:defRPr sz="1300">
                <a:solidFill>
                  <a:srgbClr val="003868"/>
                </a:solidFill>
                <a:latin typeface="Montserrat Medium"/>
                <a:ea typeface="Montserrat Medium"/>
                <a:cs typeface="Montserrat Medium"/>
                <a:sym typeface="Montserrat Medium"/>
              </a:defRPr>
            </a:pPr>
            <a:r>
              <a:rPr lang="en-GB" dirty="0"/>
              <a:t>Maternity Leave</a:t>
            </a:r>
          </a:p>
          <a:p>
            <a:pPr marL="114300" indent="-82550">
              <a:lnSpc>
                <a:spcPct val="150000"/>
              </a:lnSpc>
              <a:buClr>
                <a:srgbClr val="003868"/>
              </a:buClr>
              <a:buSzPts val="1300"/>
              <a:buFont typeface="Montserrat Medium"/>
              <a:buChar char="-"/>
              <a:defRPr sz="1300">
                <a:solidFill>
                  <a:srgbClr val="003868"/>
                </a:solidFill>
                <a:latin typeface="Montserrat Medium"/>
                <a:ea typeface="Montserrat Medium"/>
                <a:cs typeface="Montserrat Medium"/>
                <a:sym typeface="Montserrat Medium"/>
              </a:defRPr>
            </a:pPr>
            <a:r>
              <a:rPr lang="en-GB" dirty="0"/>
              <a:t>Educational Examination Leave</a:t>
            </a:r>
          </a:p>
          <a:p>
            <a:pPr marL="114300" indent="-82550">
              <a:lnSpc>
                <a:spcPct val="150000"/>
              </a:lnSpc>
              <a:buClr>
                <a:srgbClr val="003868"/>
              </a:buClr>
              <a:buSzPts val="1300"/>
              <a:buFont typeface="Montserrat Medium"/>
              <a:buChar char="-"/>
              <a:defRPr sz="1300">
                <a:solidFill>
                  <a:srgbClr val="003868"/>
                </a:solidFill>
                <a:latin typeface="Montserrat Medium"/>
                <a:ea typeface="Montserrat Medium"/>
                <a:cs typeface="Montserrat Medium"/>
                <a:sym typeface="Montserrat Medium"/>
              </a:defRPr>
            </a:pPr>
            <a:r>
              <a:rPr lang="en-GB" dirty="0"/>
              <a:t>Compassionate Leave (including Marriage Leave, Bereavement Leave, and Paternity Leave)</a:t>
            </a:r>
          </a:p>
          <a:p>
            <a:pPr marL="114300" indent="-82550">
              <a:lnSpc>
                <a:spcPct val="150000"/>
              </a:lnSpc>
              <a:buClr>
                <a:srgbClr val="003868"/>
              </a:buClr>
              <a:buSzPts val="1300"/>
              <a:buFont typeface="Montserrat Medium"/>
              <a:buChar char="-"/>
              <a:defRPr sz="1300">
                <a:solidFill>
                  <a:srgbClr val="003868"/>
                </a:solidFill>
                <a:latin typeface="Montserrat Medium"/>
                <a:ea typeface="Montserrat Medium"/>
                <a:cs typeface="Montserrat Medium"/>
                <a:sym typeface="Montserrat Medium"/>
              </a:defRPr>
            </a:pPr>
            <a:r>
              <a:rPr lang="en-GB" dirty="0"/>
              <a:t>Scientific Leave</a:t>
            </a:r>
            <a:endParaRPr dirty="0"/>
          </a:p>
        </p:txBody>
      </p:sp>
      <p:sp>
        <p:nvSpPr>
          <p:cNvPr id="2" name="GVCLASSIFICATIONHEADER2000618186">
            <a:extLst>
              <a:ext uri="{FF2B5EF4-FFF2-40B4-BE49-F238E27FC236}">
                <a16:creationId xmlns:a16="http://schemas.microsoft.com/office/drawing/2014/main" id="{9FD82BA4-C44D-C85A-6C17-0CE1E15813D6}"/>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9" name="Google Shape;655;p25" descr="Google Shape;655;p25"/>
          <p:cNvPicPr>
            <a:picLocks noChangeAspect="1"/>
          </p:cNvPicPr>
          <p:nvPr/>
        </p:nvPicPr>
        <p:blipFill>
          <a:blip r:embed="rId2"/>
          <a:stretch>
            <a:fillRect/>
          </a:stretch>
        </p:blipFill>
        <p:spPr>
          <a:xfrm>
            <a:off x="0" y="0"/>
            <a:ext cx="9144000" cy="5143502"/>
          </a:xfrm>
          <a:prstGeom prst="rect">
            <a:avLst/>
          </a:prstGeom>
          <a:ln w="12700">
            <a:miter lim="400000"/>
          </a:ln>
        </p:spPr>
      </p:pic>
      <p:pic>
        <p:nvPicPr>
          <p:cNvPr id="762" name="Google Shape;660;p26" descr="Google Shape;660;p26"/>
          <p:cNvPicPr>
            <a:picLocks noChangeAspect="1"/>
          </p:cNvPicPr>
          <p:nvPr/>
        </p:nvPicPr>
        <p:blipFill>
          <a:blip r:embed="rId3"/>
          <a:stretch>
            <a:fillRect/>
          </a:stretch>
        </p:blipFill>
        <p:spPr>
          <a:xfrm>
            <a:off x="252350" y="146743"/>
            <a:ext cx="998700" cy="364316"/>
          </a:xfrm>
          <a:prstGeom prst="rect">
            <a:avLst/>
          </a:prstGeom>
          <a:ln w="12700">
            <a:miter lim="400000"/>
          </a:ln>
        </p:spPr>
      </p:pic>
      <p:grpSp>
        <p:nvGrpSpPr>
          <p:cNvPr id="766" name="Google Shape;661;p26"/>
          <p:cNvGrpSpPr/>
          <p:nvPr/>
        </p:nvGrpSpPr>
        <p:grpSpPr>
          <a:xfrm>
            <a:off x="252346" y="4832796"/>
            <a:ext cx="8659860" cy="127001"/>
            <a:chOff x="0" y="0"/>
            <a:chExt cx="8659858" cy="127000"/>
          </a:xfrm>
        </p:grpSpPr>
        <p:sp>
          <p:nvSpPr>
            <p:cNvPr id="763" name="Google Shape;662;p26"/>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764" name="Google Shape;663;p26"/>
            <p:cNvSpPr txBox="1"/>
            <p:nvPr/>
          </p:nvSpPr>
          <p:spPr>
            <a:xfrm>
              <a:off x="0" y="0"/>
              <a:ext cx="731105"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Leaves</a:t>
              </a:r>
            </a:p>
          </p:txBody>
        </p:sp>
        <p:sp>
          <p:nvSpPr>
            <p:cNvPr id="765" name="Google Shape;664;p26"/>
            <p:cNvSpPr txBox="1"/>
            <p:nvPr/>
          </p:nvSpPr>
          <p:spPr>
            <a:xfrm>
              <a:off x="8408455" y="0"/>
              <a:ext cx="251404"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26</a:t>
              </a:r>
            </a:p>
          </p:txBody>
        </p:sp>
      </p:grpSp>
      <p:sp>
        <p:nvSpPr>
          <p:cNvPr id="767" name="Google Shape;665;p26"/>
          <p:cNvSpPr txBox="1"/>
          <p:nvPr/>
        </p:nvSpPr>
        <p:spPr>
          <a:xfrm>
            <a:off x="208858" y="2197778"/>
            <a:ext cx="6436113" cy="22006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marL="114300" indent="-82550">
              <a:buClr>
                <a:srgbClr val="003868"/>
              </a:buClr>
              <a:buSzPts val="1300"/>
              <a:buFont typeface="Montserrat Medium"/>
              <a:buChar char="-"/>
              <a:defRPr sz="1300">
                <a:solidFill>
                  <a:srgbClr val="003868"/>
                </a:solidFill>
                <a:latin typeface="Montserrat Medium"/>
                <a:ea typeface="Montserrat Medium"/>
                <a:cs typeface="Montserrat Medium"/>
                <a:sym typeface="Montserrat Medium"/>
              </a:defRPr>
            </a:pPr>
            <a:r>
              <a:rPr lang="en-GB" dirty="0"/>
              <a:t>Employees may begin using their annual leave immediately after completing their probationary period, subject to prior approval from their line manager.</a:t>
            </a:r>
          </a:p>
          <a:p>
            <a:pPr marL="114300" indent="-82550">
              <a:buClr>
                <a:srgbClr val="003868"/>
              </a:buClr>
              <a:buSzPts val="1300"/>
              <a:buFont typeface="Montserrat Medium"/>
              <a:buChar char="-"/>
              <a:defRPr sz="1300">
                <a:solidFill>
                  <a:srgbClr val="003868"/>
                </a:solidFill>
                <a:latin typeface="Montserrat Medium"/>
                <a:ea typeface="Montserrat Medium"/>
                <a:cs typeface="Montserrat Medium"/>
                <a:sym typeface="Montserrat Medium"/>
              </a:defRPr>
            </a:pPr>
            <a:endParaRPr lang="en-GB" dirty="0"/>
          </a:p>
          <a:p>
            <a:pPr marL="114300" indent="-82550">
              <a:buClr>
                <a:srgbClr val="003868"/>
              </a:buClr>
              <a:buSzPts val="1300"/>
              <a:buFont typeface="Montserrat Medium"/>
              <a:buChar char="-"/>
              <a:defRPr sz="1300">
                <a:solidFill>
                  <a:srgbClr val="003868"/>
                </a:solidFill>
                <a:latin typeface="Montserrat Medium"/>
                <a:ea typeface="Montserrat Medium"/>
                <a:cs typeface="Montserrat Medium"/>
                <a:sym typeface="Montserrat Medium"/>
              </a:defRPr>
            </a:pPr>
            <a:r>
              <a:rPr lang="en-GB" dirty="0"/>
              <a:t>The limit for carrying over annual leave is up to 5 days. Any carried-over leave must be utilized by the end of March of the following calendar year.</a:t>
            </a:r>
          </a:p>
          <a:p>
            <a:pPr marL="114300" indent="-82550">
              <a:buClr>
                <a:srgbClr val="003868"/>
              </a:buClr>
              <a:buSzPts val="1300"/>
              <a:buFont typeface="Montserrat Medium"/>
              <a:buChar char="-"/>
              <a:defRPr sz="1300">
                <a:solidFill>
                  <a:srgbClr val="003868"/>
                </a:solidFill>
                <a:latin typeface="Montserrat Medium"/>
                <a:ea typeface="Montserrat Medium"/>
                <a:cs typeface="Montserrat Medium"/>
                <a:sym typeface="Montserrat Medium"/>
              </a:defRPr>
            </a:pPr>
            <a:endParaRPr lang="en-GB" dirty="0"/>
          </a:p>
          <a:p>
            <a:pPr marL="114300" indent="-82550">
              <a:buClr>
                <a:srgbClr val="003868"/>
              </a:buClr>
              <a:buSzPts val="1300"/>
              <a:buFont typeface="Montserrat Medium"/>
              <a:buChar char="-"/>
              <a:defRPr sz="1300">
                <a:solidFill>
                  <a:srgbClr val="003868"/>
                </a:solidFill>
                <a:latin typeface="Montserrat Medium"/>
                <a:ea typeface="Montserrat Medium"/>
                <a:cs typeface="Montserrat Medium"/>
                <a:sym typeface="Montserrat Medium"/>
              </a:defRPr>
            </a:pPr>
            <a:r>
              <a:rPr lang="en-GB" dirty="0"/>
              <a:t>For Consulting Room Physicians, carried-over leave must be taken by the end of June.</a:t>
            </a:r>
          </a:p>
          <a:p>
            <a:pPr marL="114300" indent="-82550">
              <a:buClr>
                <a:srgbClr val="003868"/>
              </a:buClr>
              <a:buSzPts val="1300"/>
              <a:buFont typeface="Montserrat Medium"/>
              <a:buChar char="-"/>
              <a:defRPr sz="1300">
                <a:solidFill>
                  <a:srgbClr val="003868"/>
                </a:solidFill>
                <a:latin typeface="Montserrat Medium"/>
                <a:ea typeface="Montserrat Medium"/>
                <a:cs typeface="Montserrat Medium"/>
                <a:sym typeface="Montserrat Medium"/>
              </a:defRPr>
            </a:pPr>
            <a:endParaRPr lang="en-GB" dirty="0"/>
          </a:p>
          <a:p>
            <a:pPr marL="114300" indent="-82550">
              <a:buClr>
                <a:srgbClr val="003868"/>
              </a:buClr>
              <a:buSzPts val="1300"/>
              <a:buFont typeface="Montserrat Medium"/>
              <a:buChar char="-"/>
              <a:defRPr sz="1300">
                <a:solidFill>
                  <a:srgbClr val="003868"/>
                </a:solidFill>
                <a:latin typeface="Montserrat Medium"/>
                <a:ea typeface="Montserrat Medium"/>
                <a:cs typeface="Montserrat Medium"/>
                <a:sym typeface="Montserrat Medium"/>
              </a:defRPr>
            </a:pPr>
            <a:r>
              <a:rPr lang="en-GB" dirty="0"/>
              <a:t>Annual leave does not include weekends, days off, public holidays, or Saturdays if they fall within an approved annual leave period.</a:t>
            </a:r>
            <a:endParaRPr dirty="0"/>
          </a:p>
        </p:txBody>
      </p:sp>
      <p:sp>
        <p:nvSpPr>
          <p:cNvPr id="768" name="Google Shape;666;p26"/>
          <p:cNvSpPr txBox="1"/>
          <p:nvPr/>
        </p:nvSpPr>
        <p:spPr>
          <a:xfrm>
            <a:off x="208858" y="908592"/>
            <a:ext cx="3492601" cy="11371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defRPr sz="3000">
                <a:solidFill>
                  <a:srgbClr val="003868"/>
                </a:solidFill>
                <a:latin typeface="Montserrat Bold"/>
                <a:ea typeface="Montserrat Bold"/>
                <a:cs typeface="Montserrat Bold"/>
                <a:sym typeface="Montserrat Bold"/>
              </a:defRPr>
            </a:pPr>
            <a:r>
              <a:t>Annual</a:t>
            </a:r>
          </a:p>
          <a:p>
            <a:pPr>
              <a:defRPr sz="3000">
                <a:solidFill>
                  <a:srgbClr val="003868"/>
                </a:solidFill>
                <a:latin typeface="Montserrat Bold"/>
                <a:ea typeface="Montserrat Bold"/>
                <a:cs typeface="Montserrat Bold"/>
                <a:sym typeface="Montserrat Bold"/>
              </a:defRPr>
            </a:pPr>
            <a:r>
              <a:t>Leave</a:t>
            </a:r>
          </a:p>
        </p:txBody>
      </p:sp>
      <p:sp>
        <p:nvSpPr>
          <p:cNvPr id="2" name="GVCLASSIFICATIONHEADER272290576">
            <a:extLst>
              <a:ext uri="{FF2B5EF4-FFF2-40B4-BE49-F238E27FC236}">
                <a16:creationId xmlns:a16="http://schemas.microsoft.com/office/drawing/2014/main" id="{448DD11F-B514-05F0-792C-B2F926869B5A}"/>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7" name="Google Shape;655;p25" descr="Google Shape;655;p25"/>
          <p:cNvPicPr>
            <a:picLocks noChangeAspect="1"/>
          </p:cNvPicPr>
          <p:nvPr/>
        </p:nvPicPr>
        <p:blipFill>
          <a:blip r:embed="rId2"/>
          <a:stretch>
            <a:fillRect/>
          </a:stretch>
        </p:blipFill>
        <p:spPr>
          <a:xfrm>
            <a:off x="0" y="-2"/>
            <a:ext cx="9144000" cy="5143502"/>
          </a:xfrm>
          <a:prstGeom prst="rect">
            <a:avLst/>
          </a:prstGeom>
          <a:ln w="12700">
            <a:miter lim="400000"/>
          </a:ln>
        </p:spPr>
      </p:pic>
      <p:pic>
        <p:nvPicPr>
          <p:cNvPr id="771" name="Google Shape;673;p27" descr="Google Shape;673;p27"/>
          <p:cNvPicPr>
            <a:picLocks noChangeAspect="1"/>
          </p:cNvPicPr>
          <p:nvPr/>
        </p:nvPicPr>
        <p:blipFill>
          <a:blip r:embed="rId3"/>
          <a:stretch>
            <a:fillRect/>
          </a:stretch>
        </p:blipFill>
        <p:spPr>
          <a:xfrm>
            <a:off x="252350" y="146743"/>
            <a:ext cx="998700" cy="364316"/>
          </a:xfrm>
          <a:prstGeom prst="rect">
            <a:avLst/>
          </a:prstGeom>
          <a:ln w="12700">
            <a:miter lim="400000"/>
          </a:ln>
        </p:spPr>
      </p:pic>
      <p:grpSp>
        <p:nvGrpSpPr>
          <p:cNvPr id="775" name="Google Shape;674;p27"/>
          <p:cNvGrpSpPr/>
          <p:nvPr/>
        </p:nvGrpSpPr>
        <p:grpSpPr>
          <a:xfrm>
            <a:off x="252346" y="4832796"/>
            <a:ext cx="8659860" cy="127001"/>
            <a:chOff x="0" y="0"/>
            <a:chExt cx="8659858" cy="127000"/>
          </a:xfrm>
        </p:grpSpPr>
        <p:sp>
          <p:nvSpPr>
            <p:cNvPr id="772" name="Google Shape;675;p27"/>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773" name="Google Shape;676;p27"/>
            <p:cNvSpPr txBox="1"/>
            <p:nvPr/>
          </p:nvSpPr>
          <p:spPr>
            <a:xfrm>
              <a:off x="0" y="0"/>
              <a:ext cx="731105"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Leaves</a:t>
              </a:r>
            </a:p>
          </p:txBody>
        </p:sp>
        <p:sp>
          <p:nvSpPr>
            <p:cNvPr id="774" name="Google Shape;677;p27"/>
            <p:cNvSpPr txBox="1"/>
            <p:nvPr/>
          </p:nvSpPr>
          <p:spPr>
            <a:xfrm>
              <a:off x="8408455" y="0"/>
              <a:ext cx="251404"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27</a:t>
              </a:r>
            </a:p>
          </p:txBody>
        </p:sp>
      </p:grpSp>
      <p:sp>
        <p:nvSpPr>
          <p:cNvPr id="776" name="Google Shape;678;p27"/>
          <p:cNvSpPr txBox="1"/>
          <p:nvPr/>
        </p:nvSpPr>
        <p:spPr>
          <a:xfrm>
            <a:off x="335858" y="2219618"/>
            <a:ext cx="6436113" cy="13849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defRPr sz="1500">
                <a:solidFill>
                  <a:srgbClr val="003868"/>
                </a:solidFill>
                <a:latin typeface="Montserrat Bold"/>
                <a:ea typeface="Montserrat Bold"/>
                <a:cs typeface="Montserrat Bold"/>
                <a:sym typeface="Montserrat Bold"/>
              </a:defRPr>
            </a:pPr>
            <a:r>
              <a:rPr lang="en-GB" dirty="0"/>
              <a:t>Entitlement is based on employee grade:</a:t>
            </a:r>
          </a:p>
          <a:p>
            <a:pPr>
              <a:defRPr sz="1500">
                <a:solidFill>
                  <a:srgbClr val="003868"/>
                </a:solidFill>
                <a:latin typeface="Montserrat Bold"/>
                <a:ea typeface="Montserrat Bold"/>
                <a:cs typeface="Montserrat Bold"/>
                <a:sym typeface="Montserrat Bold"/>
              </a:defRPr>
            </a:pPr>
            <a:endParaRPr lang="en-GB" dirty="0"/>
          </a:p>
          <a:p>
            <a:pPr marL="285750" indent="-285750">
              <a:buFont typeface="Arial" panose="020B0604020202020204" pitchFamily="34" charset="0"/>
              <a:buChar char="•"/>
              <a:defRPr sz="1500">
                <a:solidFill>
                  <a:srgbClr val="003868"/>
                </a:solidFill>
                <a:latin typeface="Montserrat Bold"/>
                <a:ea typeface="Montserrat Bold"/>
                <a:cs typeface="Montserrat Bold"/>
                <a:sym typeface="Montserrat Bold"/>
              </a:defRPr>
            </a:pPr>
            <a:r>
              <a:rPr lang="en-GB" dirty="0"/>
              <a:t>30 working days for Grade H</a:t>
            </a:r>
          </a:p>
          <a:p>
            <a:pPr marL="285750" indent="-285750">
              <a:buFont typeface="Arial" panose="020B0604020202020204" pitchFamily="34" charset="0"/>
              <a:buChar char="•"/>
              <a:defRPr sz="1500">
                <a:solidFill>
                  <a:srgbClr val="003868"/>
                </a:solidFill>
                <a:latin typeface="Montserrat Bold"/>
                <a:ea typeface="Montserrat Bold"/>
                <a:cs typeface="Montserrat Bold"/>
                <a:sym typeface="Montserrat Bold"/>
              </a:defRPr>
            </a:pPr>
            <a:r>
              <a:rPr lang="en-GB" dirty="0"/>
              <a:t>27 working days for Grade G</a:t>
            </a:r>
          </a:p>
          <a:p>
            <a:pPr marL="285750" indent="-285750">
              <a:buFont typeface="Arial" panose="020B0604020202020204" pitchFamily="34" charset="0"/>
              <a:buChar char="•"/>
              <a:defRPr sz="1500">
                <a:solidFill>
                  <a:srgbClr val="003868"/>
                </a:solidFill>
                <a:latin typeface="Montserrat Bold"/>
                <a:ea typeface="Montserrat Bold"/>
                <a:cs typeface="Montserrat Bold"/>
                <a:sym typeface="Montserrat Bold"/>
              </a:defRPr>
            </a:pPr>
            <a:r>
              <a:rPr lang="en-GB" dirty="0"/>
              <a:t>25 working days for Grades F and Consultant</a:t>
            </a:r>
          </a:p>
          <a:p>
            <a:pPr marL="285750" indent="-285750">
              <a:buFont typeface="Arial" panose="020B0604020202020204" pitchFamily="34" charset="0"/>
              <a:buChar char="•"/>
              <a:defRPr sz="1500">
                <a:solidFill>
                  <a:srgbClr val="003868"/>
                </a:solidFill>
                <a:latin typeface="Montserrat Bold"/>
                <a:ea typeface="Montserrat Bold"/>
                <a:cs typeface="Montserrat Bold"/>
                <a:sym typeface="Montserrat Bold"/>
              </a:defRPr>
            </a:pPr>
            <a:r>
              <a:rPr lang="en-GB" dirty="0"/>
              <a:t>22 working days for Grades A to E</a:t>
            </a:r>
            <a:endParaRPr dirty="0"/>
          </a:p>
        </p:txBody>
      </p:sp>
      <p:sp>
        <p:nvSpPr>
          <p:cNvPr id="778" name="Google Shape;666;p26"/>
          <p:cNvSpPr txBox="1"/>
          <p:nvPr/>
        </p:nvSpPr>
        <p:spPr>
          <a:xfrm>
            <a:off x="208858" y="908592"/>
            <a:ext cx="3492601" cy="11371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defRPr sz="3000">
                <a:solidFill>
                  <a:srgbClr val="003868"/>
                </a:solidFill>
                <a:latin typeface="Montserrat Bold"/>
                <a:ea typeface="Montserrat Bold"/>
                <a:cs typeface="Montserrat Bold"/>
                <a:sym typeface="Montserrat Bold"/>
              </a:defRPr>
            </a:pPr>
            <a:r>
              <a:rPr dirty="0"/>
              <a:t>Annual</a:t>
            </a:r>
          </a:p>
          <a:p>
            <a:pPr>
              <a:defRPr sz="3000">
                <a:solidFill>
                  <a:srgbClr val="003868"/>
                </a:solidFill>
                <a:latin typeface="Montserrat Bold"/>
                <a:ea typeface="Montserrat Bold"/>
                <a:cs typeface="Montserrat Bold"/>
                <a:sym typeface="Montserrat Bold"/>
              </a:defRPr>
            </a:pPr>
            <a:r>
              <a:rPr dirty="0"/>
              <a:t>Leave</a:t>
            </a:r>
          </a:p>
        </p:txBody>
      </p:sp>
      <p:sp>
        <p:nvSpPr>
          <p:cNvPr id="2" name="GVCLASSIFICATIONHEADER691446613">
            <a:extLst>
              <a:ext uri="{FF2B5EF4-FFF2-40B4-BE49-F238E27FC236}">
                <a16:creationId xmlns:a16="http://schemas.microsoft.com/office/drawing/2014/main" id="{41DB8351-D301-ACB6-6710-404FC868EBF6}"/>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7" name="Google Shape;655;p25" descr="Google Shape;655;p25"/>
          <p:cNvPicPr>
            <a:picLocks noChangeAspect="1"/>
          </p:cNvPicPr>
          <p:nvPr/>
        </p:nvPicPr>
        <p:blipFill>
          <a:blip r:embed="rId2"/>
          <a:stretch>
            <a:fillRect/>
          </a:stretch>
        </p:blipFill>
        <p:spPr>
          <a:xfrm>
            <a:off x="0" y="0"/>
            <a:ext cx="9144000" cy="5143502"/>
          </a:xfrm>
          <a:prstGeom prst="rect">
            <a:avLst/>
          </a:prstGeom>
          <a:ln w="12700">
            <a:miter lim="400000"/>
          </a:ln>
        </p:spPr>
      </p:pic>
      <p:sp>
        <p:nvSpPr>
          <p:cNvPr id="780" name="Google Shape;683;p28"/>
          <p:cNvSpPr txBox="1"/>
          <p:nvPr/>
        </p:nvSpPr>
        <p:spPr>
          <a:xfrm>
            <a:off x="222947" y="911483"/>
            <a:ext cx="2566411" cy="939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defRPr sz="3000">
                <a:solidFill>
                  <a:srgbClr val="003868"/>
                </a:solidFill>
                <a:latin typeface="Montserrat Bold"/>
                <a:ea typeface="Montserrat Bold"/>
                <a:cs typeface="Montserrat Bold"/>
                <a:sym typeface="Montserrat Bold"/>
              </a:defRPr>
            </a:pPr>
            <a:r>
              <a:t>Sick</a:t>
            </a:r>
          </a:p>
          <a:p>
            <a:pPr>
              <a:defRPr sz="3000">
                <a:solidFill>
                  <a:srgbClr val="003868"/>
                </a:solidFill>
                <a:latin typeface="Montserrat Bold"/>
                <a:ea typeface="Montserrat Bold"/>
                <a:cs typeface="Montserrat Bold"/>
                <a:sym typeface="Montserrat Bold"/>
              </a:defRPr>
            </a:pPr>
            <a:r>
              <a:t>Leave</a:t>
            </a:r>
          </a:p>
        </p:txBody>
      </p:sp>
      <p:pic>
        <p:nvPicPr>
          <p:cNvPr id="781" name="Google Shape;684;p28" descr="Google Shape;684;p28"/>
          <p:cNvPicPr>
            <a:picLocks noChangeAspect="1"/>
          </p:cNvPicPr>
          <p:nvPr/>
        </p:nvPicPr>
        <p:blipFill>
          <a:blip r:embed="rId3"/>
          <a:stretch>
            <a:fillRect/>
          </a:stretch>
        </p:blipFill>
        <p:spPr>
          <a:xfrm>
            <a:off x="252350" y="146743"/>
            <a:ext cx="998700" cy="364316"/>
          </a:xfrm>
          <a:prstGeom prst="rect">
            <a:avLst/>
          </a:prstGeom>
          <a:ln w="12700">
            <a:miter lim="400000"/>
          </a:ln>
        </p:spPr>
      </p:pic>
      <p:grpSp>
        <p:nvGrpSpPr>
          <p:cNvPr id="785" name="Google Shape;685;p28"/>
          <p:cNvGrpSpPr/>
          <p:nvPr/>
        </p:nvGrpSpPr>
        <p:grpSpPr>
          <a:xfrm>
            <a:off x="252346" y="4832796"/>
            <a:ext cx="8659860" cy="127001"/>
            <a:chOff x="0" y="0"/>
            <a:chExt cx="8659858" cy="127000"/>
          </a:xfrm>
        </p:grpSpPr>
        <p:sp>
          <p:nvSpPr>
            <p:cNvPr id="782" name="Google Shape;686;p28"/>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783" name="Google Shape;687;p28"/>
            <p:cNvSpPr txBox="1"/>
            <p:nvPr/>
          </p:nvSpPr>
          <p:spPr>
            <a:xfrm>
              <a:off x="0" y="0"/>
              <a:ext cx="731105"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Leaves</a:t>
              </a:r>
            </a:p>
          </p:txBody>
        </p:sp>
        <p:sp>
          <p:nvSpPr>
            <p:cNvPr id="784" name="Google Shape;688;p28"/>
            <p:cNvSpPr txBox="1"/>
            <p:nvPr/>
          </p:nvSpPr>
          <p:spPr>
            <a:xfrm>
              <a:off x="8408455" y="0"/>
              <a:ext cx="251404"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28</a:t>
              </a:r>
            </a:p>
          </p:txBody>
        </p:sp>
      </p:grpSp>
      <p:sp>
        <p:nvSpPr>
          <p:cNvPr id="786" name="Google Shape;689;p28"/>
          <p:cNvSpPr txBox="1"/>
          <p:nvPr/>
        </p:nvSpPr>
        <p:spPr>
          <a:xfrm>
            <a:off x="222947" y="2064373"/>
            <a:ext cx="6436113" cy="25006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r>
              <a:rPr lang="en-GB" sz="1300" dirty="0">
                <a:solidFill>
                  <a:srgbClr val="003868"/>
                </a:solidFill>
                <a:latin typeface="Montserrat Medium"/>
                <a:ea typeface="Montserrat Medium"/>
                <a:cs typeface="Montserrat Medium"/>
              </a:rPr>
              <a:t>An employee who feels unwell must notify their line manager. Sick leave will only be accepted with a valid medical report. Additionally, approval from the Staff Health Clinic is required for sick leave reports issued by healthcare providers other than My Clinic. If the report is from My Clinic, Staff Health Clinic approval is not necessary.</a:t>
            </a:r>
          </a:p>
          <a:p>
            <a:endParaRPr lang="en-GB" sz="1300" dirty="0">
              <a:solidFill>
                <a:srgbClr val="003868"/>
              </a:solidFill>
              <a:latin typeface="Montserrat Medium"/>
              <a:ea typeface="Montserrat Medium"/>
              <a:cs typeface="Montserrat Medium"/>
            </a:endParaRPr>
          </a:p>
          <a:p>
            <a:pPr marL="285750" indent="-285750">
              <a:buFont typeface="Arial" panose="020B0604020202020204" pitchFamily="34" charset="0"/>
              <a:buChar char="•"/>
            </a:pPr>
            <a:r>
              <a:rPr lang="en-GB" sz="1300" dirty="0">
                <a:solidFill>
                  <a:srgbClr val="003868"/>
                </a:solidFill>
                <a:latin typeface="Montserrat Medium"/>
                <a:ea typeface="Montserrat Medium"/>
                <a:cs typeface="Montserrat Medium"/>
              </a:rPr>
              <a:t>For the first 30 days of sick leave (whether continuous or separated), the employee will receive full salary.</a:t>
            </a:r>
          </a:p>
          <a:p>
            <a:pPr marL="285750" indent="-285750">
              <a:buFont typeface="Arial" panose="020B0604020202020204" pitchFamily="34" charset="0"/>
              <a:buChar char="•"/>
            </a:pPr>
            <a:endParaRPr lang="en-GB" sz="1300" dirty="0">
              <a:solidFill>
                <a:srgbClr val="003868"/>
              </a:solidFill>
              <a:latin typeface="Montserrat Medium"/>
              <a:ea typeface="Montserrat Medium"/>
              <a:cs typeface="Montserrat Medium"/>
            </a:endParaRPr>
          </a:p>
          <a:p>
            <a:pPr marL="285750" indent="-285750">
              <a:buFont typeface="Arial" panose="020B0604020202020204" pitchFamily="34" charset="0"/>
              <a:buChar char="•"/>
            </a:pPr>
            <a:r>
              <a:rPr lang="en-GB" sz="1300" dirty="0">
                <a:solidFill>
                  <a:srgbClr val="003868"/>
                </a:solidFill>
                <a:latin typeface="Montserrat Medium"/>
                <a:ea typeface="Montserrat Medium"/>
                <a:cs typeface="Montserrat Medium"/>
              </a:rPr>
              <a:t>From 31 to 90 days (whether continuous or separated), 25% will be deducted from the salary.</a:t>
            </a:r>
          </a:p>
          <a:p>
            <a:pPr marL="285750" indent="-285750">
              <a:buFont typeface="Arial" panose="020B0604020202020204" pitchFamily="34" charset="0"/>
              <a:buChar char="•"/>
            </a:pPr>
            <a:endParaRPr lang="en-GB" sz="1300" dirty="0">
              <a:solidFill>
                <a:srgbClr val="003868"/>
              </a:solidFill>
              <a:latin typeface="Montserrat Medium"/>
              <a:ea typeface="Montserrat Medium"/>
              <a:cs typeface="Montserrat Medium"/>
            </a:endParaRPr>
          </a:p>
          <a:p>
            <a:pPr marL="285750" indent="-285750">
              <a:lnSpc>
                <a:spcPct val="150000"/>
              </a:lnSpc>
              <a:buFont typeface="Arial" panose="020B0604020202020204" pitchFamily="34" charset="0"/>
              <a:buChar char="•"/>
            </a:pPr>
            <a:r>
              <a:rPr lang="en-GB" sz="1300" dirty="0">
                <a:solidFill>
                  <a:srgbClr val="003868"/>
                </a:solidFill>
                <a:latin typeface="Montserrat Medium"/>
                <a:ea typeface="Montserrat Medium"/>
                <a:cs typeface="Montserrat Medium"/>
              </a:rPr>
              <a:t>From 91 to 120 days (whether continuous or separated), the leave will be unpaid.</a:t>
            </a:r>
          </a:p>
        </p:txBody>
      </p:sp>
      <p:sp>
        <p:nvSpPr>
          <p:cNvPr id="2" name="GVCLASSIFICATIONHEADER1110602650">
            <a:extLst>
              <a:ext uri="{FF2B5EF4-FFF2-40B4-BE49-F238E27FC236}">
                <a16:creationId xmlns:a16="http://schemas.microsoft.com/office/drawing/2014/main" id="{59684264-6256-F126-8E70-88D785F4F26D}"/>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 name="Google Shape;655;p25" descr="Google Shape;655;p25"/>
          <p:cNvPicPr>
            <a:picLocks noChangeAspect="1"/>
          </p:cNvPicPr>
          <p:nvPr/>
        </p:nvPicPr>
        <p:blipFill>
          <a:blip r:embed="rId3"/>
          <a:stretch>
            <a:fillRect/>
          </a:stretch>
        </p:blipFill>
        <p:spPr>
          <a:xfrm>
            <a:off x="0" y="0"/>
            <a:ext cx="9144000" cy="5143502"/>
          </a:xfrm>
          <a:prstGeom prst="rect">
            <a:avLst/>
          </a:prstGeom>
          <a:ln w="12700">
            <a:miter lim="400000"/>
          </a:ln>
        </p:spPr>
      </p:pic>
      <p:sp>
        <p:nvSpPr>
          <p:cNvPr id="883" name="Google Shape;816;p39"/>
          <p:cNvSpPr txBox="1"/>
          <p:nvPr/>
        </p:nvSpPr>
        <p:spPr>
          <a:xfrm>
            <a:off x="261048" y="949583"/>
            <a:ext cx="2734468" cy="939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defRPr sz="3000">
                <a:solidFill>
                  <a:srgbClr val="003868"/>
                </a:solidFill>
                <a:latin typeface="Montserrat Bold"/>
                <a:ea typeface="Montserrat Bold"/>
                <a:cs typeface="Montserrat Bold"/>
                <a:sym typeface="Montserrat Bold"/>
              </a:defRPr>
            </a:pPr>
            <a:r>
              <a:t>Work </a:t>
            </a:r>
          </a:p>
          <a:p>
            <a:pPr>
              <a:defRPr sz="3000">
                <a:solidFill>
                  <a:srgbClr val="003868"/>
                </a:solidFill>
                <a:latin typeface="Montserrat Bold"/>
                <a:ea typeface="Montserrat Bold"/>
                <a:cs typeface="Montserrat Bold"/>
                <a:sym typeface="Montserrat Bold"/>
              </a:defRPr>
            </a:pPr>
            <a:r>
              <a:t>injury </a:t>
            </a:r>
          </a:p>
        </p:txBody>
      </p:sp>
      <p:pic>
        <p:nvPicPr>
          <p:cNvPr id="884" name="Google Shape;817;p39" descr="Google Shape;817;p39"/>
          <p:cNvPicPr>
            <a:picLocks noChangeAspect="1"/>
          </p:cNvPicPr>
          <p:nvPr/>
        </p:nvPicPr>
        <p:blipFill>
          <a:blip r:embed="rId4"/>
          <a:stretch>
            <a:fillRect/>
          </a:stretch>
        </p:blipFill>
        <p:spPr>
          <a:xfrm>
            <a:off x="252350" y="146743"/>
            <a:ext cx="998700" cy="364316"/>
          </a:xfrm>
          <a:prstGeom prst="rect">
            <a:avLst/>
          </a:prstGeom>
          <a:ln w="12700">
            <a:miter lim="400000"/>
          </a:ln>
        </p:spPr>
      </p:pic>
      <p:grpSp>
        <p:nvGrpSpPr>
          <p:cNvPr id="888" name="Google Shape;818;p39"/>
          <p:cNvGrpSpPr/>
          <p:nvPr/>
        </p:nvGrpSpPr>
        <p:grpSpPr>
          <a:xfrm>
            <a:off x="252346" y="4814351"/>
            <a:ext cx="8659861" cy="163891"/>
            <a:chOff x="0" y="-18445"/>
            <a:chExt cx="8659859" cy="163890"/>
          </a:xfrm>
        </p:grpSpPr>
        <p:sp>
          <p:nvSpPr>
            <p:cNvPr id="885" name="Google Shape;819;p39"/>
            <p:cNvSpPr/>
            <p:nvPr/>
          </p:nvSpPr>
          <p:spPr>
            <a:xfrm>
              <a:off x="543982" y="54650"/>
              <a:ext cx="7881852" cy="17706"/>
            </a:xfrm>
            <a:prstGeom prst="rect">
              <a:avLst/>
            </a:prstGeom>
            <a:solidFill>
              <a:srgbClr val="004A7A"/>
            </a:solidFill>
            <a:ln w="12700" cap="flat">
              <a:noFill/>
              <a:miter lim="400000"/>
            </a:ln>
            <a:effectLst/>
          </p:spPr>
          <p:txBody>
            <a:bodyPr wrap="square" lIns="0" tIns="0" rIns="0" bIns="0" numCol="1" anchor="ctr">
              <a:noAutofit/>
            </a:bodyPr>
            <a:lstStyle/>
            <a:p>
              <a:pPr algn="ctr"/>
              <a:endParaRPr/>
            </a:p>
          </p:txBody>
        </p:sp>
        <p:sp>
          <p:nvSpPr>
            <p:cNvPr id="886" name="Google Shape;820;p39"/>
            <p:cNvSpPr txBox="1"/>
            <p:nvPr/>
          </p:nvSpPr>
          <p:spPr>
            <a:xfrm>
              <a:off x="0" y="0"/>
              <a:ext cx="731105"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Leaves</a:t>
              </a:r>
            </a:p>
          </p:txBody>
        </p:sp>
        <p:sp>
          <p:nvSpPr>
            <p:cNvPr id="887" name="Google Shape;821;p39"/>
            <p:cNvSpPr txBox="1"/>
            <p:nvPr/>
          </p:nvSpPr>
          <p:spPr>
            <a:xfrm>
              <a:off x="8408455" y="-18445"/>
              <a:ext cx="251404" cy="16389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rPr lang="en-US" dirty="0"/>
                <a:t>2</a:t>
              </a:r>
              <a:r>
                <a:rPr dirty="0"/>
                <a:t>9</a:t>
              </a:r>
            </a:p>
          </p:txBody>
        </p:sp>
      </p:grpSp>
      <p:sp>
        <p:nvSpPr>
          <p:cNvPr id="889" name="Google Shape;822;p39"/>
          <p:cNvSpPr txBox="1"/>
          <p:nvPr/>
        </p:nvSpPr>
        <p:spPr>
          <a:xfrm>
            <a:off x="252346" y="2327908"/>
            <a:ext cx="6436113" cy="23083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marL="19050" algn="just">
              <a:buClr>
                <a:srgbClr val="003868"/>
              </a:buClr>
              <a:buSzPts val="1500"/>
              <a:defRPr sz="1500">
                <a:solidFill>
                  <a:srgbClr val="003868"/>
                </a:solidFill>
                <a:latin typeface="Montserrat Medium"/>
                <a:ea typeface="Montserrat Medium"/>
                <a:cs typeface="Montserrat Medium"/>
                <a:sym typeface="Montserrat Medium"/>
              </a:defRPr>
            </a:pPr>
            <a:r>
              <a:rPr lang="en-GB" dirty="0"/>
              <a:t>This policy applies to both Saudi and expatriate employees. It may occur:</a:t>
            </a:r>
          </a:p>
          <a:p>
            <a:pPr marL="114300" indent="-95250" algn="just">
              <a:buClr>
                <a:srgbClr val="003868"/>
              </a:buClr>
              <a:buSzPts val="1500"/>
              <a:buFont typeface="Montserrat Medium"/>
              <a:buChar char="-"/>
              <a:defRPr sz="1500">
                <a:solidFill>
                  <a:srgbClr val="003868"/>
                </a:solidFill>
                <a:latin typeface="Montserrat Medium"/>
                <a:ea typeface="Montserrat Medium"/>
                <a:cs typeface="Montserrat Medium"/>
                <a:sym typeface="Montserrat Medium"/>
              </a:defRPr>
            </a:pPr>
            <a:endParaRPr lang="en-GB" dirty="0"/>
          </a:p>
          <a:p>
            <a:pPr marL="304800" indent="-285750" algn="just">
              <a:buClr>
                <a:srgbClr val="003868"/>
              </a:buClr>
              <a:buSzPts val="1500"/>
              <a:buFont typeface="Arial" panose="020B0604020202020204" pitchFamily="34" charset="0"/>
              <a:buChar char="•"/>
              <a:defRPr sz="1500">
                <a:solidFill>
                  <a:srgbClr val="003868"/>
                </a:solidFill>
                <a:latin typeface="Montserrat Medium"/>
                <a:ea typeface="Montserrat Medium"/>
                <a:cs typeface="Montserrat Medium"/>
                <a:sym typeface="Montserrat Medium"/>
              </a:defRPr>
            </a:pPr>
            <a:r>
              <a:rPr lang="en-GB" dirty="0"/>
              <a:t>During work hours</a:t>
            </a:r>
          </a:p>
          <a:p>
            <a:pPr marL="304800" indent="-285750" algn="just">
              <a:buClr>
                <a:srgbClr val="003868"/>
              </a:buClr>
              <a:buSzPts val="1500"/>
              <a:buFont typeface="Arial" panose="020B0604020202020204" pitchFamily="34" charset="0"/>
              <a:buChar char="•"/>
              <a:defRPr sz="1500">
                <a:solidFill>
                  <a:srgbClr val="003868"/>
                </a:solidFill>
                <a:latin typeface="Montserrat Medium"/>
                <a:ea typeface="Montserrat Medium"/>
                <a:cs typeface="Montserrat Medium"/>
                <a:sym typeface="Montserrat Medium"/>
              </a:defRPr>
            </a:pPr>
            <a:r>
              <a:rPr lang="en-GB" dirty="0"/>
              <a:t>While commuting to or from work</a:t>
            </a:r>
          </a:p>
          <a:p>
            <a:pPr marL="304800" indent="-285750" algn="just">
              <a:buClr>
                <a:srgbClr val="003868"/>
              </a:buClr>
              <a:buSzPts val="1500"/>
              <a:buFont typeface="Arial" panose="020B0604020202020204" pitchFamily="34" charset="0"/>
              <a:buChar char="•"/>
              <a:defRPr sz="1500">
                <a:solidFill>
                  <a:srgbClr val="003868"/>
                </a:solidFill>
                <a:latin typeface="Montserrat Medium"/>
                <a:ea typeface="Montserrat Medium"/>
                <a:cs typeface="Montserrat Medium"/>
                <a:sym typeface="Montserrat Medium"/>
              </a:defRPr>
            </a:pPr>
            <a:endParaRPr lang="en-GB" dirty="0"/>
          </a:p>
          <a:p>
            <a:pPr marL="304800" indent="-285750" algn="just">
              <a:buClr>
                <a:srgbClr val="003868"/>
              </a:buClr>
              <a:buSzPts val="1500"/>
              <a:buFont typeface="Arial" panose="020B0604020202020204" pitchFamily="34" charset="0"/>
              <a:buChar char="•"/>
              <a:defRPr sz="1500">
                <a:solidFill>
                  <a:srgbClr val="003868"/>
                </a:solidFill>
                <a:latin typeface="Montserrat Medium"/>
                <a:ea typeface="Montserrat Medium"/>
                <a:cs typeface="Montserrat Medium"/>
                <a:sym typeface="Montserrat Medium"/>
              </a:defRPr>
            </a:pPr>
            <a:r>
              <a:rPr lang="en-GB" dirty="0"/>
              <a:t>Employees are responsible for reporting the incident to their line manager and HR on the same day or the following day. Additionally, employees must provide documentation for any treatment costs or sick leave taken. HR will then report the case to GOSI. Coverage applies only to treatment invoices related to work injuries.</a:t>
            </a:r>
            <a:endParaRPr dirty="0"/>
          </a:p>
        </p:txBody>
      </p:sp>
      <p:sp>
        <p:nvSpPr>
          <p:cNvPr id="2" name="GVCLASSIFICATIONHEADER152802968">
            <a:extLst>
              <a:ext uri="{FF2B5EF4-FFF2-40B4-BE49-F238E27FC236}">
                <a16:creationId xmlns:a16="http://schemas.microsoft.com/office/drawing/2014/main" id="{226F410C-74C7-0890-F81D-5C5FD855AA02}"/>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6" name="Google Shape;655;p25" descr="Google Shape;655;p25"/>
          <p:cNvPicPr>
            <a:picLocks noChangeAspect="1"/>
          </p:cNvPicPr>
          <p:nvPr/>
        </p:nvPicPr>
        <p:blipFill>
          <a:blip r:embed="rId2"/>
          <a:stretch>
            <a:fillRect/>
          </a:stretch>
        </p:blipFill>
        <p:spPr>
          <a:xfrm>
            <a:off x="0" y="0"/>
            <a:ext cx="9144000" cy="5143502"/>
          </a:xfrm>
          <a:prstGeom prst="rect">
            <a:avLst/>
          </a:prstGeom>
          <a:ln w="12700">
            <a:miter lim="400000"/>
          </a:ln>
        </p:spPr>
      </p:pic>
      <p:sp>
        <p:nvSpPr>
          <p:cNvPr id="789" name="Google Shape;695;p29"/>
          <p:cNvSpPr txBox="1"/>
          <p:nvPr/>
        </p:nvSpPr>
        <p:spPr>
          <a:xfrm>
            <a:off x="261047" y="949583"/>
            <a:ext cx="2566411" cy="939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defRPr sz="3000">
                <a:solidFill>
                  <a:srgbClr val="003868"/>
                </a:solidFill>
                <a:latin typeface="Montserrat Bold"/>
                <a:ea typeface="Montserrat Bold"/>
                <a:cs typeface="Montserrat Bold"/>
                <a:sym typeface="Montserrat Bold"/>
              </a:defRPr>
            </a:pPr>
            <a:r>
              <a:t>Maternity</a:t>
            </a:r>
          </a:p>
          <a:p>
            <a:pPr>
              <a:defRPr sz="3000">
                <a:solidFill>
                  <a:srgbClr val="003868"/>
                </a:solidFill>
                <a:latin typeface="Montserrat Bold"/>
                <a:ea typeface="Montserrat Bold"/>
                <a:cs typeface="Montserrat Bold"/>
                <a:sym typeface="Montserrat Bold"/>
              </a:defRPr>
            </a:pPr>
            <a:r>
              <a:t>Leave</a:t>
            </a:r>
          </a:p>
        </p:txBody>
      </p:sp>
      <p:pic>
        <p:nvPicPr>
          <p:cNvPr id="790" name="Google Shape;696;p29" descr="Google Shape;696;p29"/>
          <p:cNvPicPr>
            <a:picLocks noChangeAspect="1"/>
          </p:cNvPicPr>
          <p:nvPr/>
        </p:nvPicPr>
        <p:blipFill>
          <a:blip r:embed="rId3"/>
          <a:stretch>
            <a:fillRect/>
          </a:stretch>
        </p:blipFill>
        <p:spPr>
          <a:xfrm>
            <a:off x="252350" y="146743"/>
            <a:ext cx="998700" cy="364316"/>
          </a:xfrm>
          <a:prstGeom prst="rect">
            <a:avLst/>
          </a:prstGeom>
          <a:ln w="12700">
            <a:miter lim="400000"/>
          </a:ln>
        </p:spPr>
      </p:pic>
      <p:grpSp>
        <p:nvGrpSpPr>
          <p:cNvPr id="794" name="Google Shape;697;p29"/>
          <p:cNvGrpSpPr/>
          <p:nvPr/>
        </p:nvGrpSpPr>
        <p:grpSpPr>
          <a:xfrm>
            <a:off x="252346" y="4832796"/>
            <a:ext cx="8659860" cy="127001"/>
            <a:chOff x="0" y="0"/>
            <a:chExt cx="8659858" cy="127000"/>
          </a:xfrm>
        </p:grpSpPr>
        <p:sp>
          <p:nvSpPr>
            <p:cNvPr id="791" name="Google Shape;698;p29"/>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792" name="Google Shape;699;p29"/>
            <p:cNvSpPr txBox="1"/>
            <p:nvPr/>
          </p:nvSpPr>
          <p:spPr>
            <a:xfrm>
              <a:off x="0" y="0"/>
              <a:ext cx="731105"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Leaves</a:t>
              </a:r>
            </a:p>
          </p:txBody>
        </p:sp>
        <p:sp>
          <p:nvSpPr>
            <p:cNvPr id="793" name="Google Shape;700;p29"/>
            <p:cNvSpPr txBox="1"/>
            <p:nvPr/>
          </p:nvSpPr>
          <p:spPr>
            <a:xfrm>
              <a:off x="8408455" y="0"/>
              <a:ext cx="251404"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29</a:t>
              </a:r>
            </a:p>
          </p:txBody>
        </p:sp>
      </p:grpSp>
      <p:sp>
        <p:nvSpPr>
          <p:cNvPr id="795" name="Google Shape;701;p29"/>
          <p:cNvSpPr txBox="1"/>
          <p:nvPr/>
        </p:nvSpPr>
        <p:spPr>
          <a:xfrm>
            <a:off x="261047" y="2088761"/>
            <a:ext cx="6436113" cy="15004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defRPr sz="1500">
                <a:solidFill>
                  <a:srgbClr val="003868"/>
                </a:solidFill>
                <a:latin typeface="Montserrat Bold"/>
                <a:ea typeface="Montserrat Bold"/>
                <a:cs typeface="Montserrat Bold"/>
                <a:sym typeface="Montserrat Bold"/>
              </a:defRPr>
            </a:pPr>
            <a:r>
              <a:rPr lang="en-GB" dirty="0"/>
              <a:t>Female employees are entitled to maternity leave according to the following guidelines:</a:t>
            </a:r>
          </a:p>
          <a:p>
            <a:pPr>
              <a:defRPr sz="1500">
                <a:solidFill>
                  <a:srgbClr val="003868"/>
                </a:solidFill>
                <a:latin typeface="Montserrat Bold"/>
                <a:ea typeface="Montserrat Bold"/>
                <a:cs typeface="Montserrat Bold"/>
                <a:sym typeface="Montserrat Bold"/>
              </a:defRPr>
            </a:pPr>
            <a:endParaRPr lang="en-GB" dirty="0"/>
          </a:p>
          <a:p>
            <a:pPr marL="285750" indent="-285750">
              <a:lnSpc>
                <a:spcPct val="150000"/>
              </a:lnSpc>
              <a:buFont typeface="Arial" panose="020B0604020202020204" pitchFamily="34" charset="0"/>
              <a:buChar char="•"/>
              <a:defRPr sz="1500">
                <a:solidFill>
                  <a:srgbClr val="003868"/>
                </a:solidFill>
                <a:latin typeface="Montserrat Bold"/>
                <a:ea typeface="Montserrat Bold"/>
                <a:cs typeface="Montserrat Bold"/>
                <a:sym typeface="Montserrat Bold"/>
              </a:defRPr>
            </a:pPr>
            <a:r>
              <a:rPr lang="en-GB" dirty="0"/>
              <a:t>A total of 12 weeks of maternity leave.</a:t>
            </a:r>
          </a:p>
          <a:p>
            <a:pPr marL="285750" indent="-285750">
              <a:buFont typeface="Arial" panose="020B0604020202020204" pitchFamily="34" charset="0"/>
              <a:buChar char="•"/>
              <a:defRPr sz="1500">
                <a:solidFill>
                  <a:srgbClr val="003868"/>
                </a:solidFill>
                <a:latin typeface="Montserrat Bold"/>
                <a:ea typeface="Montserrat Bold"/>
                <a:cs typeface="Montserrat Bold"/>
                <a:sym typeface="Montserrat Bold"/>
              </a:defRPr>
            </a:pPr>
            <a:r>
              <a:rPr lang="en-GB" dirty="0"/>
              <a:t>Flexibility in the start date of maternity leave, allowing for a maximum of 4 weeks prior to the expected delivery date.</a:t>
            </a:r>
            <a:endParaRPr dirty="0"/>
          </a:p>
        </p:txBody>
      </p:sp>
      <p:sp>
        <p:nvSpPr>
          <p:cNvPr id="2" name="GVCLASSIFICATIONHEADER571959005">
            <a:extLst>
              <a:ext uri="{FF2B5EF4-FFF2-40B4-BE49-F238E27FC236}">
                <a16:creationId xmlns:a16="http://schemas.microsoft.com/office/drawing/2014/main" id="{9E0874E5-660A-18EA-A199-796DD2B7D35E}"/>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5" name="Google Shape;655;p25" descr="Google Shape;655;p25"/>
          <p:cNvPicPr>
            <a:picLocks noChangeAspect="1"/>
          </p:cNvPicPr>
          <p:nvPr/>
        </p:nvPicPr>
        <p:blipFill>
          <a:blip r:embed="rId2"/>
          <a:stretch>
            <a:fillRect/>
          </a:stretch>
        </p:blipFill>
        <p:spPr>
          <a:xfrm>
            <a:off x="0" y="0"/>
            <a:ext cx="9144000" cy="5143502"/>
          </a:xfrm>
          <a:prstGeom prst="rect">
            <a:avLst/>
          </a:prstGeom>
          <a:ln w="12700">
            <a:miter lim="400000"/>
          </a:ln>
        </p:spPr>
      </p:pic>
      <p:sp>
        <p:nvSpPr>
          <p:cNvPr id="798" name="Google Shape;707;p30"/>
          <p:cNvSpPr txBox="1"/>
          <p:nvPr/>
        </p:nvSpPr>
        <p:spPr>
          <a:xfrm>
            <a:off x="261048" y="941384"/>
            <a:ext cx="5132100" cy="939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3000">
                <a:solidFill>
                  <a:srgbClr val="003868"/>
                </a:solidFill>
                <a:latin typeface="Montserrat Bold"/>
                <a:ea typeface="Montserrat Bold"/>
                <a:cs typeface="Montserrat Bold"/>
                <a:sym typeface="Montserrat Bold"/>
              </a:defRPr>
            </a:lvl1pPr>
          </a:lstStyle>
          <a:p>
            <a:r>
              <a:rPr dirty="0"/>
              <a:t>Educational </a:t>
            </a:r>
            <a:endParaRPr lang="en-GB" dirty="0"/>
          </a:p>
          <a:p>
            <a:r>
              <a:rPr dirty="0"/>
              <a:t>Examination Leave</a:t>
            </a:r>
          </a:p>
        </p:txBody>
      </p:sp>
      <p:pic>
        <p:nvPicPr>
          <p:cNvPr id="799" name="Google Shape;708;p30" descr="Google Shape;708;p30"/>
          <p:cNvPicPr>
            <a:picLocks noChangeAspect="1"/>
          </p:cNvPicPr>
          <p:nvPr/>
        </p:nvPicPr>
        <p:blipFill>
          <a:blip r:embed="rId3"/>
          <a:stretch>
            <a:fillRect/>
          </a:stretch>
        </p:blipFill>
        <p:spPr>
          <a:xfrm>
            <a:off x="252350" y="146743"/>
            <a:ext cx="998700" cy="364316"/>
          </a:xfrm>
          <a:prstGeom prst="rect">
            <a:avLst/>
          </a:prstGeom>
          <a:ln w="12700">
            <a:miter lim="400000"/>
          </a:ln>
        </p:spPr>
      </p:pic>
      <p:grpSp>
        <p:nvGrpSpPr>
          <p:cNvPr id="803" name="Google Shape;709;p30"/>
          <p:cNvGrpSpPr/>
          <p:nvPr/>
        </p:nvGrpSpPr>
        <p:grpSpPr>
          <a:xfrm>
            <a:off x="252346" y="4832796"/>
            <a:ext cx="8659860" cy="127001"/>
            <a:chOff x="0" y="0"/>
            <a:chExt cx="8659858" cy="127000"/>
          </a:xfrm>
        </p:grpSpPr>
        <p:sp>
          <p:nvSpPr>
            <p:cNvPr id="800" name="Google Shape;710;p30"/>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801" name="Google Shape;711;p30"/>
            <p:cNvSpPr txBox="1"/>
            <p:nvPr/>
          </p:nvSpPr>
          <p:spPr>
            <a:xfrm>
              <a:off x="0" y="0"/>
              <a:ext cx="731105"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Leaves</a:t>
              </a:r>
            </a:p>
          </p:txBody>
        </p:sp>
        <p:sp>
          <p:nvSpPr>
            <p:cNvPr id="802" name="Google Shape;712;p30"/>
            <p:cNvSpPr txBox="1"/>
            <p:nvPr/>
          </p:nvSpPr>
          <p:spPr>
            <a:xfrm>
              <a:off x="8408455" y="0"/>
              <a:ext cx="251404"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30</a:t>
              </a:r>
            </a:p>
          </p:txBody>
        </p:sp>
      </p:grpSp>
      <p:sp>
        <p:nvSpPr>
          <p:cNvPr id="804" name="Google Shape;713;p30"/>
          <p:cNvSpPr txBox="1"/>
          <p:nvPr/>
        </p:nvSpPr>
        <p:spPr>
          <a:xfrm>
            <a:off x="252346" y="2256689"/>
            <a:ext cx="6436202" cy="22006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marL="317500" indent="-285750">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dirty="0"/>
              <a:t>Employees are granted paid leave for academic examinations. However, repeated exams are not covered.</a:t>
            </a:r>
          </a:p>
          <a:p>
            <a:pPr marL="317500" indent="-285750">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endParaRPr lang="en-GB" dirty="0"/>
          </a:p>
          <a:p>
            <a:pPr marL="317500" indent="-285750">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dirty="0"/>
              <a:t>Leave days are limited to the actual examination days, not the entire exam week.</a:t>
            </a:r>
          </a:p>
          <a:p>
            <a:pPr marL="317500" indent="-285750">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endParaRPr lang="en-GB" dirty="0"/>
          </a:p>
          <a:p>
            <a:pPr marL="317500" indent="-285750">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dirty="0"/>
              <a:t>Documentation supporting the leave request must be submitted at least two weeks in advance and should include the following: Exam Schedule, Student Course Schedule, and, after the exams, a Result Transcript.</a:t>
            </a:r>
          </a:p>
          <a:p>
            <a:pPr marL="317500" indent="-285750">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endParaRPr lang="en-GB" dirty="0"/>
          </a:p>
          <a:p>
            <a:pPr marL="317500" indent="-285750">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dirty="0"/>
              <a:t>Eligible exams must be for academic purposes only; tests such as TOEFL, IELTS, and Microsoft certifications are not eligible for this leave.</a:t>
            </a:r>
            <a:endParaRPr dirty="0"/>
          </a:p>
        </p:txBody>
      </p:sp>
      <p:sp>
        <p:nvSpPr>
          <p:cNvPr id="2" name="GVCLASSIFICATIONHEADER2113014861">
            <a:extLst>
              <a:ext uri="{FF2B5EF4-FFF2-40B4-BE49-F238E27FC236}">
                <a16:creationId xmlns:a16="http://schemas.microsoft.com/office/drawing/2014/main" id="{375476A3-272D-F0D7-4C6A-2CDBA670DE01}"/>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5" name="Google Shape;655;p25" descr="Google Shape;655;p25"/>
          <p:cNvPicPr>
            <a:picLocks noChangeAspect="1"/>
          </p:cNvPicPr>
          <p:nvPr/>
        </p:nvPicPr>
        <p:blipFill>
          <a:blip r:embed="rId2"/>
          <a:stretch>
            <a:fillRect/>
          </a:stretch>
        </p:blipFill>
        <p:spPr>
          <a:xfrm>
            <a:off x="0" y="0"/>
            <a:ext cx="9144000" cy="5143502"/>
          </a:xfrm>
          <a:prstGeom prst="rect">
            <a:avLst/>
          </a:prstGeom>
          <a:ln w="12700">
            <a:miter lim="400000"/>
          </a:ln>
        </p:spPr>
      </p:pic>
      <p:sp>
        <p:nvSpPr>
          <p:cNvPr id="807" name="Google Shape;718;p31"/>
          <p:cNvSpPr txBox="1"/>
          <p:nvPr/>
        </p:nvSpPr>
        <p:spPr>
          <a:xfrm>
            <a:off x="261046" y="695438"/>
            <a:ext cx="4431012" cy="9233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3000">
                <a:solidFill>
                  <a:srgbClr val="003868"/>
                </a:solidFill>
                <a:latin typeface="Montserrat Bold"/>
                <a:ea typeface="Montserrat Bold"/>
                <a:cs typeface="Montserrat Bold"/>
                <a:sym typeface="Montserrat Bold"/>
              </a:defRPr>
            </a:lvl1pPr>
          </a:lstStyle>
          <a:p>
            <a:r>
              <a:rPr dirty="0"/>
              <a:t>Scientific </a:t>
            </a:r>
            <a:endParaRPr lang="en-GB" dirty="0"/>
          </a:p>
          <a:p>
            <a:r>
              <a:rPr dirty="0"/>
              <a:t>Leave</a:t>
            </a:r>
          </a:p>
        </p:txBody>
      </p:sp>
      <p:pic>
        <p:nvPicPr>
          <p:cNvPr id="808" name="Google Shape;719;p31" descr="Google Shape;719;p31"/>
          <p:cNvPicPr>
            <a:picLocks noChangeAspect="1"/>
          </p:cNvPicPr>
          <p:nvPr/>
        </p:nvPicPr>
        <p:blipFill>
          <a:blip r:embed="rId3"/>
          <a:stretch>
            <a:fillRect/>
          </a:stretch>
        </p:blipFill>
        <p:spPr>
          <a:xfrm>
            <a:off x="252350" y="146743"/>
            <a:ext cx="998700" cy="364316"/>
          </a:xfrm>
          <a:prstGeom prst="rect">
            <a:avLst/>
          </a:prstGeom>
          <a:ln w="12700">
            <a:miter lim="400000"/>
          </a:ln>
        </p:spPr>
      </p:pic>
      <p:grpSp>
        <p:nvGrpSpPr>
          <p:cNvPr id="812" name="Google Shape;720;p31"/>
          <p:cNvGrpSpPr/>
          <p:nvPr/>
        </p:nvGrpSpPr>
        <p:grpSpPr>
          <a:xfrm>
            <a:off x="252346" y="4832796"/>
            <a:ext cx="8659860" cy="127001"/>
            <a:chOff x="0" y="0"/>
            <a:chExt cx="8659858" cy="127000"/>
          </a:xfrm>
        </p:grpSpPr>
        <p:sp>
          <p:nvSpPr>
            <p:cNvPr id="809" name="Google Shape;721;p31"/>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810" name="Google Shape;722;p31"/>
            <p:cNvSpPr txBox="1"/>
            <p:nvPr/>
          </p:nvSpPr>
          <p:spPr>
            <a:xfrm>
              <a:off x="0" y="0"/>
              <a:ext cx="731105"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Leaves</a:t>
              </a:r>
            </a:p>
          </p:txBody>
        </p:sp>
        <p:sp>
          <p:nvSpPr>
            <p:cNvPr id="811" name="Google Shape;723;p31"/>
            <p:cNvSpPr txBox="1"/>
            <p:nvPr/>
          </p:nvSpPr>
          <p:spPr>
            <a:xfrm>
              <a:off x="8408455" y="0"/>
              <a:ext cx="251404"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31</a:t>
              </a:r>
            </a:p>
          </p:txBody>
        </p:sp>
      </p:grpSp>
      <p:sp>
        <p:nvSpPr>
          <p:cNvPr id="813" name="Google Shape;724;p31"/>
          <p:cNvSpPr txBox="1"/>
          <p:nvPr/>
        </p:nvSpPr>
        <p:spPr>
          <a:xfrm>
            <a:off x="183457" y="1801936"/>
            <a:ext cx="6436113" cy="4001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marL="114300" indent="-82550">
              <a:buClr>
                <a:srgbClr val="003868"/>
              </a:buClr>
              <a:buSzPts val="1300"/>
              <a:buFont typeface="Montserrat Medium"/>
              <a:buChar char="-"/>
              <a:defRPr sz="1300">
                <a:solidFill>
                  <a:srgbClr val="003868"/>
                </a:solidFill>
                <a:latin typeface="Montserrat Medium"/>
                <a:ea typeface="Montserrat Medium"/>
                <a:cs typeface="Montserrat Medium"/>
                <a:sym typeface="Montserrat Medium"/>
              </a:defRPr>
            </a:lvl1pPr>
          </a:lstStyle>
          <a:p>
            <a:r>
              <a:rPr lang="en-GB" dirty="0"/>
              <a:t>To provide healthcare practitioners with adequate time for continuous development, scientific leave days are allocated as outlined in the table below:</a:t>
            </a:r>
            <a:endParaRPr dirty="0"/>
          </a:p>
        </p:txBody>
      </p:sp>
      <p:graphicFrame>
        <p:nvGraphicFramePr>
          <p:cNvPr id="814" name="Google Shape;726;p31"/>
          <p:cNvGraphicFramePr/>
          <p:nvPr>
            <p:extLst>
              <p:ext uri="{D42A27DB-BD31-4B8C-83A1-F6EECF244321}">
                <p14:modId xmlns:p14="http://schemas.microsoft.com/office/powerpoint/2010/main" val="243887988"/>
              </p:ext>
            </p:extLst>
          </p:nvPr>
        </p:nvGraphicFramePr>
        <p:xfrm>
          <a:off x="717889" y="2482025"/>
          <a:ext cx="5367250" cy="1638975"/>
        </p:xfrm>
        <a:graphic>
          <a:graphicData uri="http://schemas.openxmlformats.org/drawingml/2006/table">
            <a:tbl>
              <a:tblPr firstRow="1">
                <a:tableStyleId>{4C3C2611-4C71-4FC5-86AE-919BDF0F9419}</a:tableStyleId>
              </a:tblPr>
              <a:tblGrid>
                <a:gridCol w="2695871">
                  <a:extLst>
                    <a:ext uri="{9D8B030D-6E8A-4147-A177-3AD203B41FA5}">
                      <a16:colId xmlns:a16="http://schemas.microsoft.com/office/drawing/2014/main" val="20000"/>
                    </a:ext>
                  </a:extLst>
                </a:gridCol>
                <a:gridCol w="2671379">
                  <a:extLst>
                    <a:ext uri="{9D8B030D-6E8A-4147-A177-3AD203B41FA5}">
                      <a16:colId xmlns:a16="http://schemas.microsoft.com/office/drawing/2014/main" val="20001"/>
                    </a:ext>
                  </a:extLst>
                </a:gridCol>
              </a:tblGrid>
              <a:tr h="243800">
                <a:tc>
                  <a:txBody>
                    <a:bodyPr/>
                    <a:lstStyle/>
                    <a:p>
                      <a:pPr algn="ctr">
                        <a:defRPr sz="1800" b="0">
                          <a:solidFill>
                            <a:srgbClr val="000000"/>
                          </a:solidFill>
                        </a:defRPr>
                      </a:pPr>
                      <a:r>
                        <a:rPr sz="1100" b="1" dirty="0">
                          <a:solidFill>
                            <a:srgbClr val="FFFFFF"/>
                          </a:solidFill>
                          <a:latin typeface="Montserrat Bold"/>
                          <a:ea typeface="Montserrat Bold"/>
                          <a:cs typeface="Montserrat Bold"/>
                          <a:sym typeface="Montserrat Bold"/>
                        </a:rPr>
                        <a:t>Healthcare Profession</a:t>
                      </a:r>
                    </a:p>
                  </a:txBody>
                  <a:tcPr marL="26650" marR="26650" marT="26650" marB="26650" anchor="ctr" horzOverflow="overflow">
                    <a:lnL w="12700">
                      <a:solidFill>
                        <a:srgbClr val="929292"/>
                      </a:solidFill>
                    </a:lnL>
                    <a:lnR w="12700">
                      <a:solidFill>
                        <a:srgbClr val="000000"/>
                      </a:solidFill>
                    </a:lnR>
                    <a:lnT w="12700">
                      <a:solidFill>
                        <a:srgbClr val="929292"/>
                      </a:solidFill>
                    </a:lnT>
                    <a:lnB w="12700">
                      <a:solidFill>
                        <a:srgbClr val="000000"/>
                      </a:solidFill>
                    </a:lnB>
                    <a:solidFill>
                      <a:srgbClr val="004A7A"/>
                    </a:solidFill>
                  </a:tcPr>
                </a:tc>
                <a:tc>
                  <a:txBody>
                    <a:bodyPr/>
                    <a:lstStyle/>
                    <a:p>
                      <a:pPr algn="ctr">
                        <a:defRPr sz="1800" b="0">
                          <a:solidFill>
                            <a:srgbClr val="000000"/>
                          </a:solidFill>
                        </a:defRPr>
                      </a:pPr>
                      <a:r>
                        <a:rPr sz="1100" b="1" dirty="0">
                          <a:solidFill>
                            <a:srgbClr val="FFFFFF"/>
                          </a:solidFill>
                          <a:latin typeface="Montserrat Bold"/>
                          <a:ea typeface="Montserrat Bold"/>
                          <a:cs typeface="Montserrat Bold"/>
                          <a:sym typeface="Montserrat Bold"/>
                        </a:rPr>
                        <a:t> Number of Days Per Year</a:t>
                      </a:r>
                    </a:p>
                  </a:txBody>
                  <a:tcPr marL="26650" marR="26650" marT="26650" marB="26650" anchor="ctr" horzOverflow="overflow">
                    <a:lnL w="12700">
                      <a:solidFill>
                        <a:srgbClr val="000000"/>
                      </a:solidFill>
                    </a:lnL>
                    <a:lnR w="12700">
                      <a:solidFill>
                        <a:srgbClr val="929292"/>
                      </a:solidFill>
                    </a:lnR>
                    <a:lnT w="12700">
                      <a:solidFill>
                        <a:srgbClr val="929292"/>
                      </a:solidFill>
                    </a:lnT>
                    <a:lnB w="12700">
                      <a:solidFill>
                        <a:srgbClr val="000000"/>
                      </a:solidFill>
                    </a:lnB>
                    <a:solidFill>
                      <a:srgbClr val="004A7A"/>
                    </a:solidFill>
                  </a:tcPr>
                </a:tc>
                <a:extLst>
                  <a:ext uri="{0D108BD9-81ED-4DB2-BD59-A6C34878D82A}">
                    <a16:rowId xmlns:a16="http://schemas.microsoft.com/office/drawing/2014/main" val="10000"/>
                  </a:ext>
                </a:extLst>
              </a:tr>
              <a:tr h="243800">
                <a:tc>
                  <a:txBody>
                    <a:bodyPr/>
                    <a:lstStyle/>
                    <a:p>
                      <a:pPr algn="ctr">
                        <a:lnSpc>
                          <a:spcPct val="90000"/>
                        </a:lnSpc>
                        <a:defRPr sz="1800"/>
                      </a:pPr>
                      <a:r>
                        <a:rPr sz="1100">
                          <a:solidFill>
                            <a:srgbClr val="003868"/>
                          </a:solidFill>
                          <a:latin typeface="Montserrat Regular"/>
                          <a:ea typeface="Montserrat Regular"/>
                          <a:cs typeface="Montserrat Regular"/>
                          <a:sym typeface="Montserrat Regular"/>
                        </a:rPr>
                        <a:t>Consultants</a:t>
                      </a:r>
                    </a:p>
                  </a:txBody>
                  <a:tcPr marL="26650" marR="26650" marT="26650" marB="26650" anchor="ctr" horzOverflow="overflow">
                    <a:lnL w="12700">
                      <a:solidFill>
                        <a:srgbClr val="929292"/>
                      </a:solidFill>
                    </a:lnL>
                    <a:lnR w="12700">
                      <a:solidFill>
                        <a:srgbClr val="000000"/>
                      </a:solidFill>
                    </a:lnR>
                    <a:lnT w="12700">
                      <a:solidFill>
                        <a:srgbClr val="000000"/>
                      </a:solidFill>
                    </a:lnT>
                    <a:lnB w="12700">
                      <a:solidFill>
                        <a:srgbClr val="000000"/>
                      </a:solidFill>
                    </a:lnB>
                    <a:solidFill>
                      <a:srgbClr val="E8ECF4"/>
                    </a:solidFill>
                  </a:tcPr>
                </a:tc>
                <a:tc>
                  <a:txBody>
                    <a:bodyPr/>
                    <a:lstStyle/>
                    <a:p>
                      <a:pPr algn="ctr">
                        <a:lnSpc>
                          <a:spcPct val="90000"/>
                        </a:lnSpc>
                        <a:defRPr sz="1800"/>
                      </a:pPr>
                      <a:r>
                        <a:rPr sz="1100" dirty="0">
                          <a:solidFill>
                            <a:srgbClr val="003868"/>
                          </a:solidFill>
                          <a:latin typeface="Montserrat Regular"/>
                          <a:ea typeface="Montserrat Regular"/>
                          <a:cs typeface="Montserrat Regular"/>
                          <a:sym typeface="Montserrat Regular"/>
                        </a:rPr>
                        <a:t>7 Calendar days </a:t>
                      </a:r>
                    </a:p>
                  </a:txBody>
                  <a:tcPr marL="26650" marR="26650" marT="26650" marB="26650" anchor="ctr" horzOverflow="overflow">
                    <a:lnL w="12700">
                      <a:solidFill>
                        <a:srgbClr val="000000"/>
                      </a:solidFill>
                    </a:lnL>
                    <a:lnR w="12700">
                      <a:solidFill>
                        <a:srgbClr val="929292"/>
                      </a:solidFill>
                    </a:lnR>
                    <a:lnT w="12700">
                      <a:solidFill>
                        <a:srgbClr val="000000"/>
                      </a:solidFill>
                    </a:lnT>
                    <a:lnB w="12700">
                      <a:solidFill>
                        <a:srgbClr val="000000"/>
                      </a:solidFill>
                    </a:lnB>
                    <a:solidFill>
                      <a:srgbClr val="E8ECF4"/>
                    </a:solidFill>
                  </a:tcPr>
                </a:tc>
                <a:extLst>
                  <a:ext uri="{0D108BD9-81ED-4DB2-BD59-A6C34878D82A}">
                    <a16:rowId xmlns:a16="http://schemas.microsoft.com/office/drawing/2014/main" val="10001"/>
                  </a:ext>
                </a:extLst>
              </a:tr>
              <a:tr h="403800">
                <a:tc>
                  <a:txBody>
                    <a:bodyPr/>
                    <a:lstStyle/>
                    <a:p>
                      <a:pPr algn="ctr">
                        <a:lnSpc>
                          <a:spcPct val="90000"/>
                        </a:lnSpc>
                        <a:defRPr sz="1800"/>
                      </a:pPr>
                      <a:r>
                        <a:rPr sz="1100">
                          <a:solidFill>
                            <a:srgbClr val="003868"/>
                          </a:solidFill>
                          <a:latin typeface="Montserrat Regular"/>
                          <a:ea typeface="Montserrat Regular"/>
                          <a:cs typeface="Montserrat Regular"/>
                          <a:sym typeface="Montserrat Regular"/>
                        </a:rPr>
                        <a:t>Other Physicians (Medical &amp; Administrative) and Dentists</a:t>
                      </a:r>
                    </a:p>
                  </a:txBody>
                  <a:tcPr marL="26650" marR="26650" marT="26650" marB="26650" anchor="ctr" horzOverflow="overflow">
                    <a:lnL w="12700">
                      <a:solidFill>
                        <a:srgbClr val="929292"/>
                      </a:solidFill>
                    </a:lnL>
                    <a:lnR w="12700">
                      <a:solidFill>
                        <a:srgbClr val="000000"/>
                      </a:solidFill>
                    </a:lnR>
                    <a:lnT w="12700">
                      <a:solidFill>
                        <a:srgbClr val="000000"/>
                      </a:solidFill>
                    </a:lnT>
                    <a:lnB w="12700">
                      <a:solidFill>
                        <a:srgbClr val="000000"/>
                      </a:solidFill>
                    </a:lnB>
                    <a:solidFill>
                      <a:srgbClr val="CFD7E7"/>
                    </a:solidFill>
                  </a:tcPr>
                </a:tc>
                <a:tc>
                  <a:txBody>
                    <a:bodyPr/>
                    <a:lstStyle/>
                    <a:p>
                      <a:pPr algn="ctr">
                        <a:lnSpc>
                          <a:spcPct val="90000"/>
                        </a:lnSpc>
                        <a:defRPr sz="1800"/>
                      </a:pPr>
                      <a:r>
                        <a:rPr sz="1100" dirty="0">
                          <a:solidFill>
                            <a:srgbClr val="003868"/>
                          </a:solidFill>
                          <a:latin typeface="Montserrat Regular"/>
                          <a:ea typeface="Montserrat Regular"/>
                          <a:cs typeface="Montserrat Regular"/>
                          <a:sym typeface="Montserrat Regular"/>
                        </a:rPr>
                        <a:t>5 Calendar days </a:t>
                      </a:r>
                    </a:p>
                  </a:txBody>
                  <a:tcPr marL="26650" marR="26650" marT="26650" marB="26650" anchor="ctr" horzOverflow="overflow">
                    <a:lnL w="12700">
                      <a:solidFill>
                        <a:srgbClr val="000000"/>
                      </a:solidFill>
                    </a:lnL>
                    <a:lnR w="12700">
                      <a:solidFill>
                        <a:srgbClr val="929292"/>
                      </a:solidFill>
                    </a:lnR>
                    <a:lnT w="12700">
                      <a:solidFill>
                        <a:srgbClr val="000000"/>
                      </a:solidFill>
                    </a:lnT>
                    <a:lnB w="12700">
                      <a:solidFill>
                        <a:srgbClr val="000000"/>
                      </a:solidFill>
                    </a:lnB>
                    <a:solidFill>
                      <a:srgbClr val="CFD7E7"/>
                    </a:solidFill>
                  </a:tcPr>
                </a:tc>
                <a:extLst>
                  <a:ext uri="{0D108BD9-81ED-4DB2-BD59-A6C34878D82A}">
                    <a16:rowId xmlns:a16="http://schemas.microsoft.com/office/drawing/2014/main" val="10002"/>
                  </a:ext>
                </a:extLst>
              </a:tr>
              <a:tr h="246950">
                <a:tc>
                  <a:txBody>
                    <a:bodyPr/>
                    <a:lstStyle/>
                    <a:p>
                      <a:pPr algn="ctr">
                        <a:lnSpc>
                          <a:spcPct val="90000"/>
                        </a:lnSpc>
                        <a:defRPr sz="1800"/>
                      </a:pPr>
                      <a:r>
                        <a:rPr sz="1100">
                          <a:solidFill>
                            <a:srgbClr val="003868"/>
                          </a:solidFill>
                          <a:latin typeface="Montserrat Regular"/>
                          <a:ea typeface="Montserrat Regular"/>
                          <a:cs typeface="Montserrat Regular"/>
                          <a:sym typeface="Montserrat Regular"/>
                        </a:rPr>
                        <a:t>Pharmacists</a:t>
                      </a:r>
                    </a:p>
                  </a:txBody>
                  <a:tcPr marL="26650" marR="26650" marT="26650" marB="26650" anchor="ctr" horzOverflow="overflow">
                    <a:lnL w="12700">
                      <a:solidFill>
                        <a:srgbClr val="929292"/>
                      </a:solidFill>
                    </a:lnL>
                    <a:lnR w="12700">
                      <a:solidFill>
                        <a:srgbClr val="000000"/>
                      </a:solidFill>
                    </a:lnR>
                    <a:lnT w="12700">
                      <a:solidFill>
                        <a:srgbClr val="000000"/>
                      </a:solidFill>
                    </a:lnT>
                    <a:lnB w="12700">
                      <a:solidFill>
                        <a:srgbClr val="000000"/>
                      </a:solidFill>
                    </a:lnB>
                    <a:solidFill>
                      <a:srgbClr val="E8ECF4"/>
                    </a:solidFill>
                  </a:tcPr>
                </a:tc>
                <a:tc>
                  <a:txBody>
                    <a:bodyPr/>
                    <a:lstStyle/>
                    <a:p>
                      <a:pPr algn="ctr">
                        <a:lnSpc>
                          <a:spcPct val="90000"/>
                        </a:lnSpc>
                        <a:defRPr sz="1800"/>
                      </a:pPr>
                      <a:r>
                        <a:rPr sz="1100">
                          <a:solidFill>
                            <a:srgbClr val="003868"/>
                          </a:solidFill>
                          <a:latin typeface="Montserrat Regular"/>
                          <a:ea typeface="Montserrat Regular"/>
                          <a:cs typeface="Montserrat Regular"/>
                          <a:sym typeface="Montserrat Regular"/>
                        </a:rPr>
                        <a:t>4 Calendar days </a:t>
                      </a:r>
                    </a:p>
                  </a:txBody>
                  <a:tcPr marL="26650" marR="26650" marT="26650" marB="26650" anchor="ctr" horzOverflow="overflow">
                    <a:lnL w="12700">
                      <a:solidFill>
                        <a:srgbClr val="000000"/>
                      </a:solidFill>
                    </a:lnL>
                    <a:lnR w="12700">
                      <a:solidFill>
                        <a:srgbClr val="929292"/>
                      </a:solidFill>
                    </a:lnR>
                    <a:lnT w="12700">
                      <a:solidFill>
                        <a:srgbClr val="000000"/>
                      </a:solidFill>
                    </a:lnT>
                    <a:lnB w="12700">
                      <a:solidFill>
                        <a:srgbClr val="000000"/>
                      </a:solidFill>
                    </a:lnB>
                    <a:solidFill>
                      <a:srgbClr val="E8ECF4"/>
                    </a:solidFill>
                  </a:tcPr>
                </a:tc>
                <a:extLst>
                  <a:ext uri="{0D108BD9-81ED-4DB2-BD59-A6C34878D82A}">
                    <a16:rowId xmlns:a16="http://schemas.microsoft.com/office/drawing/2014/main" val="10003"/>
                  </a:ext>
                </a:extLst>
              </a:tr>
              <a:tr h="246950">
                <a:tc>
                  <a:txBody>
                    <a:bodyPr/>
                    <a:lstStyle/>
                    <a:p>
                      <a:pPr algn="ctr">
                        <a:lnSpc>
                          <a:spcPct val="90000"/>
                        </a:lnSpc>
                        <a:defRPr sz="1800"/>
                      </a:pPr>
                      <a:r>
                        <a:rPr sz="1100">
                          <a:solidFill>
                            <a:srgbClr val="003868"/>
                          </a:solidFill>
                          <a:latin typeface="Montserrat Regular"/>
                          <a:ea typeface="Montserrat Regular"/>
                          <a:cs typeface="Montserrat Regular"/>
                          <a:sym typeface="Montserrat Regular"/>
                        </a:rPr>
                        <a:t>Nurses </a:t>
                      </a:r>
                    </a:p>
                  </a:txBody>
                  <a:tcPr marL="26650" marR="26650" marT="26650" marB="26650" anchor="ctr" horzOverflow="overflow">
                    <a:lnL w="12700">
                      <a:solidFill>
                        <a:srgbClr val="929292"/>
                      </a:solidFill>
                    </a:lnL>
                    <a:lnR w="12700">
                      <a:solidFill>
                        <a:srgbClr val="000000"/>
                      </a:solidFill>
                    </a:lnR>
                    <a:lnT w="12700">
                      <a:solidFill>
                        <a:srgbClr val="000000"/>
                      </a:solidFill>
                    </a:lnT>
                    <a:lnB w="12700">
                      <a:solidFill>
                        <a:srgbClr val="000000"/>
                      </a:solidFill>
                    </a:lnB>
                    <a:solidFill>
                      <a:srgbClr val="CFD7E7"/>
                    </a:solidFill>
                  </a:tcPr>
                </a:tc>
                <a:tc>
                  <a:txBody>
                    <a:bodyPr/>
                    <a:lstStyle/>
                    <a:p>
                      <a:pPr algn="ctr">
                        <a:lnSpc>
                          <a:spcPct val="90000"/>
                        </a:lnSpc>
                        <a:defRPr sz="1800"/>
                      </a:pPr>
                      <a:r>
                        <a:rPr sz="1100">
                          <a:solidFill>
                            <a:srgbClr val="003868"/>
                          </a:solidFill>
                          <a:latin typeface="Montserrat Regular"/>
                          <a:ea typeface="Montserrat Regular"/>
                          <a:cs typeface="Montserrat Regular"/>
                          <a:sym typeface="Montserrat Regular"/>
                        </a:rPr>
                        <a:t>3 Calendar days </a:t>
                      </a:r>
                    </a:p>
                  </a:txBody>
                  <a:tcPr marL="26650" marR="26650" marT="26650" marB="26650" anchor="ctr" horzOverflow="overflow">
                    <a:lnL w="12700">
                      <a:solidFill>
                        <a:srgbClr val="000000"/>
                      </a:solidFill>
                    </a:lnL>
                    <a:lnR w="12700">
                      <a:solidFill>
                        <a:srgbClr val="929292"/>
                      </a:solidFill>
                    </a:lnR>
                    <a:lnT w="12700">
                      <a:solidFill>
                        <a:srgbClr val="000000"/>
                      </a:solidFill>
                    </a:lnT>
                    <a:lnB w="12700">
                      <a:solidFill>
                        <a:srgbClr val="000000"/>
                      </a:solidFill>
                    </a:lnB>
                    <a:solidFill>
                      <a:srgbClr val="CFD7E7"/>
                    </a:solidFill>
                  </a:tcPr>
                </a:tc>
                <a:extLst>
                  <a:ext uri="{0D108BD9-81ED-4DB2-BD59-A6C34878D82A}">
                    <a16:rowId xmlns:a16="http://schemas.microsoft.com/office/drawing/2014/main" val="10004"/>
                  </a:ext>
                </a:extLst>
              </a:tr>
              <a:tr h="253675">
                <a:tc>
                  <a:txBody>
                    <a:bodyPr/>
                    <a:lstStyle/>
                    <a:p>
                      <a:pPr algn="ctr">
                        <a:lnSpc>
                          <a:spcPct val="90000"/>
                        </a:lnSpc>
                        <a:defRPr sz="1800"/>
                      </a:pPr>
                      <a:r>
                        <a:rPr sz="1100" dirty="0">
                          <a:solidFill>
                            <a:srgbClr val="003868"/>
                          </a:solidFill>
                          <a:latin typeface="Montserrat Regular"/>
                          <a:ea typeface="Montserrat Regular"/>
                          <a:cs typeface="Montserrat Regular"/>
                          <a:sym typeface="Montserrat Regular"/>
                        </a:rPr>
                        <a:t>Technicians (Lab, Radiology) </a:t>
                      </a:r>
                    </a:p>
                  </a:txBody>
                  <a:tcPr marL="26650" marR="26650" marT="26650" marB="26650" anchor="ctr" horzOverflow="overflow">
                    <a:lnL w="12700">
                      <a:solidFill>
                        <a:srgbClr val="929292"/>
                      </a:solidFill>
                    </a:lnL>
                    <a:lnR w="12700">
                      <a:solidFill>
                        <a:srgbClr val="000000"/>
                      </a:solidFill>
                    </a:lnR>
                    <a:lnT w="12700">
                      <a:solidFill>
                        <a:srgbClr val="000000"/>
                      </a:solidFill>
                    </a:lnT>
                    <a:lnB w="12700">
                      <a:solidFill>
                        <a:srgbClr val="000000"/>
                      </a:solidFill>
                    </a:lnB>
                    <a:solidFill>
                      <a:srgbClr val="E8ECF4"/>
                    </a:solidFill>
                  </a:tcPr>
                </a:tc>
                <a:tc>
                  <a:txBody>
                    <a:bodyPr/>
                    <a:lstStyle/>
                    <a:p>
                      <a:pPr algn="ctr">
                        <a:lnSpc>
                          <a:spcPct val="90000"/>
                        </a:lnSpc>
                        <a:defRPr sz="1800"/>
                      </a:pPr>
                      <a:r>
                        <a:rPr sz="1100" dirty="0">
                          <a:solidFill>
                            <a:srgbClr val="003868"/>
                          </a:solidFill>
                          <a:latin typeface="Montserrat Regular"/>
                          <a:ea typeface="Montserrat Regular"/>
                          <a:cs typeface="Montserrat Regular"/>
                          <a:sym typeface="Montserrat Regular"/>
                        </a:rPr>
                        <a:t>2 Calendar day </a:t>
                      </a:r>
                    </a:p>
                  </a:txBody>
                  <a:tcPr marL="26650" marR="26650" marT="26650" marB="26650" anchor="ctr" horzOverflow="overflow">
                    <a:lnL w="12700">
                      <a:solidFill>
                        <a:srgbClr val="000000"/>
                      </a:solidFill>
                    </a:lnL>
                    <a:lnR w="12700">
                      <a:solidFill>
                        <a:srgbClr val="929292"/>
                      </a:solidFill>
                    </a:lnR>
                    <a:lnT w="12700">
                      <a:solidFill>
                        <a:srgbClr val="000000"/>
                      </a:solidFill>
                    </a:lnT>
                    <a:lnB w="12700">
                      <a:solidFill>
                        <a:srgbClr val="000000"/>
                      </a:solidFill>
                    </a:lnB>
                    <a:solidFill>
                      <a:srgbClr val="E8ECF4"/>
                    </a:solidFill>
                  </a:tcPr>
                </a:tc>
                <a:extLst>
                  <a:ext uri="{0D108BD9-81ED-4DB2-BD59-A6C34878D82A}">
                    <a16:rowId xmlns:a16="http://schemas.microsoft.com/office/drawing/2014/main" val="10005"/>
                  </a:ext>
                </a:extLst>
              </a:tr>
            </a:tbl>
          </a:graphicData>
        </a:graphic>
      </p:graphicFrame>
      <p:sp>
        <p:nvSpPr>
          <p:cNvPr id="2" name="GVCLASSIFICATIONHEADER1155215179">
            <a:extLst>
              <a:ext uri="{FF2B5EF4-FFF2-40B4-BE49-F238E27FC236}">
                <a16:creationId xmlns:a16="http://schemas.microsoft.com/office/drawing/2014/main" id="{1CB4760F-FB1D-75AD-A5F3-B11A477ED793}"/>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3" name="Google Shape;655;p25" descr="Google Shape;655;p25"/>
          <p:cNvPicPr>
            <a:picLocks noChangeAspect="1"/>
          </p:cNvPicPr>
          <p:nvPr/>
        </p:nvPicPr>
        <p:blipFill>
          <a:blip r:embed="rId2"/>
          <a:stretch>
            <a:fillRect/>
          </a:stretch>
        </p:blipFill>
        <p:spPr>
          <a:xfrm>
            <a:off x="0" y="0"/>
            <a:ext cx="9144000" cy="5143502"/>
          </a:xfrm>
          <a:prstGeom prst="rect">
            <a:avLst/>
          </a:prstGeom>
          <a:ln w="12700">
            <a:miter lim="400000"/>
          </a:ln>
        </p:spPr>
      </p:pic>
      <p:pic>
        <p:nvPicPr>
          <p:cNvPr id="817" name="Google Shape;731;p32" descr="Google Shape;731;p32"/>
          <p:cNvPicPr>
            <a:picLocks noChangeAspect="1"/>
          </p:cNvPicPr>
          <p:nvPr/>
        </p:nvPicPr>
        <p:blipFill>
          <a:blip r:embed="rId3"/>
          <a:stretch>
            <a:fillRect/>
          </a:stretch>
        </p:blipFill>
        <p:spPr>
          <a:xfrm>
            <a:off x="252350" y="146743"/>
            <a:ext cx="998700" cy="364316"/>
          </a:xfrm>
          <a:prstGeom prst="rect">
            <a:avLst/>
          </a:prstGeom>
          <a:ln w="12700">
            <a:miter lim="400000"/>
          </a:ln>
        </p:spPr>
      </p:pic>
      <p:grpSp>
        <p:nvGrpSpPr>
          <p:cNvPr id="821" name="Google Shape;732;p32"/>
          <p:cNvGrpSpPr/>
          <p:nvPr/>
        </p:nvGrpSpPr>
        <p:grpSpPr>
          <a:xfrm>
            <a:off x="252346" y="4832796"/>
            <a:ext cx="8659860" cy="127001"/>
            <a:chOff x="0" y="0"/>
            <a:chExt cx="8659858" cy="127000"/>
          </a:xfrm>
        </p:grpSpPr>
        <p:sp>
          <p:nvSpPr>
            <p:cNvPr id="818" name="Google Shape;733;p32"/>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819" name="Google Shape;734;p32"/>
            <p:cNvSpPr txBox="1"/>
            <p:nvPr/>
          </p:nvSpPr>
          <p:spPr>
            <a:xfrm>
              <a:off x="0" y="0"/>
              <a:ext cx="731105"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Leaves</a:t>
              </a:r>
            </a:p>
          </p:txBody>
        </p:sp>
        <p:sp>
          <p:nvSpPr>
            <p:cNvPr id="820" name="Google Shape;735;p32"/>
            <p:cNvSpPr txBox="1"/>
            <p:nvPr/>
          </p:nvSpPr>
          <p:spPr>
            <a:xfrm>
              <a:off x="8408455" y="0"/>
              <a:ext cx="251404"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32</a:t>
              </a:r>
            </a:p>
          </p:txBody>
        </p:sp>
      </p:grpSp>
      <p:sp>
        <p:nvSpPr>
          <p:cNvPr id="822" name="Google Shape;738;p32"/>
          <p:cNvSpPr txBox="1"/>
          <p:nvPr/>
        </p:nvSpPr>
        <p:spPr>
          <a:xfrm>
            <a:off x="261046" y="695438"/>
            <a:ext cx="4431012" cy="9233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3000">
                <a:solidFill>
                  <a:srgbClr val="003868"/>
                </a:solidFill>
                <a:latin typeface="Montserrat Bold"/>
                <a:ea typeface="Montserrat Bold"/>
                <a:cs typeface="Montserrat Bold"/>
                <a:sym typeface="Montserrat Bold"/>
              </a:defRPr>
            </a:lvl1pPr>
          </a:lstStyle>
          <a:p>
            <a:r>
              <a:rPr dirty="0"/>
              <a:t>Scientific </a:t>
            </a:r>
            <a:endParaRPr lang="en-GB" dirty="0"/>
          </a:p>
          <a:p>
            <a:r>
              <a:rPr dirty="0"/>
              <a:t>Leave</a:t>
            </a:r>
          </a:p>
        </p:txBody>
      </p:sp>
      <p:sp>
        <p:nvSpPr>
          <p:cNvPr id="824" name="An employee is granted a paid leave for academic educational exams. Repeated exams are not covered…"/>
          <p:cNvSpPr txBox="1"/>
          <p:nvPr/>
        </p:nvSpPr>
        <p:spPr>
          <a:xfrm>
            <a:off x="252346" y="1912609"/>
            <a:ext cx="6436113" cy="10002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marL="400050" indent="-285750" algn="just">
              <a:buSzPct val="1000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dirty="0"/>
              <a:t>Supporting documents must be submitted with the pre-approval of the MD.</a:t>
            </a:r>
          </a:p>
          <a:p>
            <a:pPr marL="400050" indent="-285750" algn="just">
              <a:buSzPct val="1000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endParaRPr lang="en-GB" dirty="0"/>
          </a:p>
          <a:p>
            <a:pPr marL="400050" indent="-285750" algn="just">
              <a:buSzPct val="1000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dirty="0"/>
              <a:t>Scientific leave days cannot be carried over to the following year.</a:t>
            </a:r>
          </a:p>
          <a:p>
            <a:pPr marL="400050" indent="-285750" algn="just">
              <a:buSzPct val="1000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endParaRPr lang="en-GB" dirty="0"/>
          </a:p>
          <a:p>
            <a:pPr marL="400050" indent="-285750" algn="just">
              <a:buSzPct val="1000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dirty="0"/>
              <a:t>These leave days may be taken either consecutively or separately.</a:t>
            </a:r>
            <a:endParaRPr dirty="0"/>
          </a:p>
        </p:txBody>
      </p:sp>
      <p:sp>
        <p:nvSpPr>
          <p:cNvPr id="2" name="GVCLASSIFICATIONHEADER1574371216">
            <a:extLst>
              <a:ext uri="{FF2B5EF4-FFF2-40B4-BE49-F238E27FC236}">
                <a16:creationId xmlns:a16="http://schemas.microsoft.com/office/drawing/2014/main" id="{551EA584-09D0-8EC5-2B14-9458BB61CBF1}"/>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3" name="Google Shape;655;p25" descr="Google Shape;655;p25"/>
          <p:cNvPicPr>
            <a:picLocks noChangeAspect="1"/>
          </p:cNvPicPr>
          <p:nvPr/>
        </p:nvPicPr>
        <p:blipFill>
          <a:blip r:embed="rId2"/>
          <a:stretch>
            <a:fillRect/>
          </a:stretch>
        </p:blipFill>
        <p:spPr>
          <a:xfrm>
            <a:off x="0" y="0"/>
            <a:ext cx="9144000" cy="5143502"/>
          </a:xfrm>
          <a:prstGeom prst="rect">
            <a:avLst/>
          </a:prstGeom>
          <a:ln w="12700">
            <a:miter lim="400000"/>
          </a:ln>
        </p:spPr>
      </p:pic>
      <p:sp>
        <p:nvSpPr>
          <p:cNvPr id="826" name="Google Shape;743;p33"/>
          <p:cNvSpPr txBox="1"/>
          <p:nvPr/>
        </p:nvSpPr>
        <p:spPr>
          <a:xfrm>
            <a:off x="252346" y="957818"/>
            <a:ext cx="2566411" cy="9233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defRPr sz="3000">
                <a:solidFill>
                  <a:srgbClr val="003868"/>
                </a:solidFill>
                <a:latin typeface="Montserrat Bold"/>
                <a:ea typeface="Montserrat Bold"/>
                <a:cs typeface="Montserrat Bold"/>
                <a:sym typeface="Montserrat Bold"/>
              </a:defRPr>
            </a:pPr>
            <a:r>
              <a:rPr dirty="0"/>
              <a:t>Hajj</a:t>
            </a:r>
            <a:endParaRPr lang="en-GB" dirty="0"/>
          </a:p>
          <a:p>
            <a:pPr>
              <a:defRPr sz="3000">
                <a:solidFill>
                  <a:srgbClr val="003868"/>
                </a:solidFill>
                <a:latin typeface="Montserrat Bold"/>
                <a:ea typeface="Montserrat Bold"/>
                <a:cs typeface="Montserrat Bold"/>
                <a:sym typeface="Montserrat Bold"/>
              </a:defRPr>
            </a:pPr>
            <a:r>
              <a:rPr dirty="0"/>
              <a:t>Leave</a:t>
            </a:r>
          </a:p>
        </p:txBody>
      </p:sp>
      <p:pic>
        <p:nvPicPr>
          <p:cNvPr id="827" name="Google Shape;744;p33" descr="Google Shape;744;p33"/>
          <p:cNvPicPr>
            <a:picLocks noChangeAspect="1"/>
          </p:cNvPicPr>
          <p:nvPr/>
        </p:nvPicPr>
        <p:blipFill>
          <a:blip r:embed="rId3"/>
          <a:stretch>
            <a:fillRect/>
          </a:stretch>
        </p:blipFill>
        <p:spPr>
          <a:xfrm>
            <a:off x="252350" y="146743"/>
            <a:ext cx="998700" cy="364316"/>
          </a:xfrm>
          <a:prstGeom prst="rect">
            <a:avLst/>
          </a:prstGeom>
          <a:ln w="12700">
            <a:miter lim="400000"/>
          </a:ln>
        </p:spPr>
      </p:pic>
      <p:grpSp>
        <p:nvGrpSpPr>
          <p:cNvPr id="831" name="Google Shape;745;p33"/>
          <p:cNvGrpSpPr/>
          <p:nvPr/>
        </p:nvGrpSpPr>
        <p:grpSpPr>
          <a:xfrm>
            <a:off x="252346" y="4832796"/>
            <a:ext cx="8659860" cy="127001"/>
            <a:chOff x="0" y="0"/>
            <a:chExt cx="8659858" cy="127000"/>
          </a:xfrm>
        </p:grpSpPr>
        <p:sp>
          <p:nvSpPr>
            <p:cNvPr id="828" name="Google Shape;746;p33"/>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829" name="Google Shape;747;p33"/>
            <p:cNvSpPr txBox="1"/>
            <p:nvPr/>
          </p:nvSpPr>
          <p:spPr>
            <a:xfrm>
              <a:off x="0" y="0"/>
              <a:ext cx="731105"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Leaves</a:t>
              </a:r>
            </a:p>
          </p:txBody>
        </p:sp>
        <p:sp>
          <p:nvSpPr>
            <p:cNvPr id="830" name="Google Shape;748;p33"/>
            <p:cNvSpPr txBox="1"/>
            <p:nvPr/>
          </p:nvSpPr>
          <p:spPr>
            <a:xfrm>
              <a:off x="8408455" y="0"/>
              <a:ext cx="251404"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33</a:t>
              </a:r>
            </a:p>
          </p:txBody>
        </p:sp>
      </p:grpSp>
      <p:sp>
        <p:nvSpPr>
          <p:cNvPr id="832" name="Google Shape;749;p33"/>
          <p:cNvSpPr txBox="1"/>
          <p:nvPr/>
        </p:nvSpPr>
        <p:spPr>
          <a:xfrm>
            <a:off x="252346" y="2327908"/>
            <a:ext cx="6436113" cy="16004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marL="317500" indent="-285750" algn="just">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dirty="0"/>
              <a:t>This policy applies to Muslim employees who have completed two full years of continuous service with My Clinic.</a:t>
            </a:r>
          </a:p>
          <a:p>
            <a:pPr marL="317500" indent="-285750" algn="just">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endParaRPr lang="en-GB" dirty="0"/>
          </a:p>
          <a:p>
            <a:pPr marL="317500" indent="-285750" algn="just">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dirty="0"/>
              <a:t>For performing Hajj, employees are eligible for 10 to 15 days of leave, including the days of Eid. An official copy of the Hajj permit must be submitted with the request; otherwise, the employee will not be eligible for the leave.</a:t>
            </a:r>
          </a:p>
          <a:p>
            <a:pPr marL="317500" indent="-285750" algn="just">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endParaRPr lang="en-GB" dirty="0"/>
          </a:p>
          <a:p>
            <a:pPr marL="317500" indent="-285750" algn="just">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dirty="0"/>
              <a:t>Leave is subject to the line manager's approval based on business needs.</a:t>
            </a:r>
            <a:endParaRPr dirty="0"/>
          </a:p>
        </p:txBody>
      </p:sp>
      <p:sp>
        <p:nvSpPr>
          <p:cNvPr id="2" name="GVCLASSIFICATIONHEADER616571534">
            <a:extLst>
              <a:ext uri="{FF2B5EF4-FFF2-40B4-BE49-F238E27FC236}">
                <a16:creationId xmlns:a16="http://schemas.microsoft.com/office/drawing/2014/main" id="{40EC8ACB-E837-0662-F331-71DDD6813992}"/>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51" name="Google Shape;655;p25" descr="Google Shape;655;p25"/>
          <p:cNvPicPr>
            <a:picLocks noChangeAspect="1"/>
          </p:cNvPicPr>
          <p:nvPr/>
        </p:nvPicPr>
        <p:blipFill>
          <a:blip r:embed="rId2"/>
          <a:stretch>
            <a:fillRect/>
          </a:stretch>
        </p:blipFill>
        <p:spPr>
          <a:xfrm>
            <a:off x="0" y="0"/>
            <a:ext cx="9144000" cy="5143502"/>
          </a:xfrm>
          <a:prstGeom prst="rect">
            <a:avLst/>
          </a:prstGeom>
          <a:ln w="12700">
            <a:miter lim="400000"/>
          </a:ln>
        </p:spPr>
      </p:pic>
      <p:sp>
        <p:nvSpPr>
          <p:cNvPr id="844" name="Google Shape;766;p35"/>
          <p:cNvSpPr txBox="1"/>
          <p:nvPr/>
        </p:nvSpPr>
        <p:spPr>
          <a:xfrm>
            <a:off x="261046" y="949583"/>
            <a:ext cx="3261487" cy="939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3000">
                <a:solidFill>
                  <a:srgbClr val="003868"/>
                </a:solidFill>
                <a:latin typeface="Montserrat Bold"/>
                <a:ea typeface="Montserrat Bold"/>
                <a:cs typeface="Montserrat Bold"/>
                <a:sym typeface="Montserrat Bold"/>
              </a:defRPr>
            </a:lvl1pPr>
          </a:lstStyle>
          <a:p>
            <a:r>
              <a:rPr dirty="0"/>
              <a:t>Compassionate </a:t>
            </a:r>
            <a:r>
              <a:rPr lang="en-GB" dirty="0"/>
              <a:t>L</a:t>
            </a:r>
            <a:r>
              <a:rPr dirty="0"/>
              <a:t>eave </a:t>
            </a:r>
          </a:p>
        </p:txBody>
      </p:sp>
      <p:pic>
        <p:nvPicPr>
          <p:cNvPr id="845" name="Google Shape;767;p35" descr="Google Shape;767;p35"/>
          <p:cNvPicPr>
            <a:picLocks noChangeAspect="1"/>
          </p:cNvPicPr>
          <p:nvPr/>
        </p:nvPicPr>
        <p:blipFill>
          <a:blip r:embed="rId3"/>
          <a:stretch>
            <a:fillRect/>
          </a:stretch>
        </p:blipFill>
        <p:spPr>
          <a:xfrm>
            <a:off x="252350" y="146743"/>
            <a:ext cx="998700" cy="364316"/>
          </a:xfrm>
          <a:prstGeom prst="rect">
            <a:avLst/>
          </a:prstGeom>
          <a:ln w="12700">
            <a:miter lim="400000"/>
          </a:ln>
        </p:spPr>
      </p:pic>
      <p:grpSp>
        <p:nvGrpSpPr>
          <p:cNvPr id="849" name="Google Shape;768;p35"/>
          <p:cNvGrpSpPr/>
          <p:nvPr/>
        </p:nvGrpSpPr>
        <p:grpSpPr>
          <a:xfrm>
            <a:off x="252346" y="4832796"/>
            <a:ext cx="8659860" cy="127001"/>
            <a:chOff x="0" y="0"/>
            <a:chExt cx="8659858" cy="127000"/>
          </a:xfrm>
        </p:grpSpPr>
        <p:sp>
          <p:nvSpPr>
            <p:cNvPr id="846" name="Google Shape;769;p35"/>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847" name="Google Shape;770;p35"/>
            <p:cNvSpPr txBox="1"/>
            <p:nvPr/>
          </p:nvSpPr>
          <p:spPr>
            <a:xfrm>
              <a:off x="0" y="0"/>
              <a:ext cx="731105"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Leaves</a:t>
              </a:r>
            </a:p>
          </p:txBody>
        </p:sp>
        <p:sp>
          <p:nvSpPr>
            <p:cNvPr id="848" name="Google Shape;771;p35"/>
            <p:cNvSpPr txBox="1"/>
            <p:nvPr/>
          </p:nvSpPr>
          <p:spPr>
            <a:xfrm>
              <a:off x="8408455" y="0"/>
              <a:ext cx="251404"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35</a:t>
              </a:r>
            </a:p>
          </p:txBody>
        </p:sp>
      </p:grpSp>
      <p:graphicFrame>
        <p:nvGraphicFramePr>
          <p:cNvPr id="850" name="Google Shape;772;p35"/>
          <p:cNvGraphicFramePr/>
          <p:nvPr>
            <p:extLst>
              <p:ext uri="{D42A27DB-BD31-4B8C-83A1-F6EECF244321}">
                <p14:modId xmlns:p14="http://schemas.microsoft.com/office/powerpoint/2010/main" val="954816040"/>
              </p:ext>
            </p:extLst>
          </p:nvPr>
        </p:nvGraphicFramePr>
        <p:xfrm>
          <a:off x="261046" y="2067270"/>
          <a:ext cx="6295837" cy="2134563"/>
        </p:xfrm>
        <a:graphic>
          <a:graphicData uri="http://schemas.openxmlformats.org/drawingml/2006/table">
            <a:tbl>
              <a:tblPr firstRow="1">
                <a:tableStyleId>{4C3C2611-4C71-4FC5-86AE-919BDF0F9419}</a:tableStyleId>
              </a:tblPr>
              <a:tblGrid>
                <a:gridCol w="2951645">
                  <a:extLst>
                    <a:ext uri="{9D8B030D-6E8A-4147-A177-3AD203B41FA5}">
                      <a16:colId xmlns:a16="http://schemas.microsoft.com/office/drawing/2014/main" val="20000"/>
                    </a:ext>
                  </a:extLst>
                </a:gridCol>
                <a:gridCol w="3344192">
                  <a:extLst>
                    <a:ext uri="{9D8B030D-6E8A-4147-A177-3AD203B41FA5}">
                      <a16:colId xmlns:a16="http://schemas.microsoft.com/office/drawing/2014/main" val="20001"/>
                    </a:ext>
                  </a:extLst>
                </a:gridCol>
              </a:tblGrid>
              <a:tr h="240846">
                <a:tc>
                  <a:txBody>
                    <a:bodyPr/>
                    <a:lstStyle/>
                    <a:p>
                      <a:pPr algn="ctr">
                        <a:defRPr sz="1800" b="0">
                          <a:solidFill>
                            <a:srgbClr val="000000"/>
                          </a:solidFill>
                        </a:defRPr>
                      </a:pPr>
                      <a:r>
                        <a:rPr sz="1200" b="1" dirty="0">
                          <a:solidFill>
                            <a:srgbClr val="FFFFFF"/>
                          </a:solidFill>
                          <a:latin typeface="Montserrat Bold"/>
                          <a:ea typeface="Montserrat Bold"/>
                          <a:cs typeface="Montserrat Bold"/>
                          <a:sym typeface="Montserrat Bold"/>
                        </a:rPr>
                        <a:t>Occasion</a:t>
                      </a:r>
                      <a:r>
                        <a:rPr sz="1200" dirty="0">
                          <a:solidFill>
                            <a:srgbClr val="FFFFFF"/>
                          </a:solidFill>
                          <a:latin typeface="Montserrat Bold"/>
                          <a:ea typeface="Montserrat Bold"/>
                          <a:cs typeface="Montserrat Bold"/>
                          <a:sym typeface="Montserrat Bold"/>
                        </a:rPr>
                        <a:t> </a:t>
                      </a:r>
                    </a:p>
                  </a:txBody>
                  <a:tcPr marL="26650" marR="26650" marT="26650" marB="26650" anchor="ctr" horzOverflow="overflow">
                    <a:lnL w="12700">
                      <a:solidFill>
                        <a:srgbClr val="929292"/>
                      </a:solidFill>
                    </a:lnL>
                    <a:lnR w="12700">
                      <a:solidFill>
                        <a:srgbClr val="000000"/>
                      </a:solidFill>
                    </a:lnR>
                    <a:lnT w="12700">
                      <a:solidFill>
                        <a:srgbClr val="929292"/>
                      </a:solidFill>
                    </a:lnT>
                    <a:lnB w="12700">
                      <a:solidFill>
                        <a:srgbClr val="000000"/>
                      </a:solidFill>
                    </a:lnB>
                    <a:solidFill>
                      <a:srgbClr val="004A7A"/>
                    </a:solidFill>
                  </a:tcPr>
                </a:tc>
                <a:tc>
                  <a:txBody>
                    <a:bodyPr/>
                    <a:lstStyle/>
                    <a:p>
                      <a:pPr algn="ctr">
                        <a:defRPr sz="1800" b="0">
                          <a:solidFill>
                            <a:srgbClr val="000000"/>
                          </a:solidFill>
                        </a:defRPr>
                      </a:pPr>
                      <a:r>
                        <a:rPr sz="1200" b="1" dirty="0">
                          <a:solidFill>
                            <a:srgbClr val="FFFFFF"/>
                          </a:solidFill>
                          <a:latin typeface="Montserrat Bold"/>
                          <a:ea typeface="Montserrat Bold"/>
                          <a:cs typeface="Montserrat Bold"/>
                          <a:sym typeface="Montserrat Bold"/>
                        </a:rPr>
                        <a:t>Number of Days </a:t>
                      </a:r>
                    </a:p>
                  </a:txBody>
                  <a:tcPr marL="26650" marR="26650" marT="26650" marB="26650" anchor="ctr" horzOverflow="overflow">
                    <a:lnL w="12700">
                      <a:solidFill>
                        <a:srgbClr val="000000"/>
                      </a:solidFill>
                    </a:lnL>
                    <a:lnR w="12700">
                      <a:solidFill>
                        <a:srgbClr val="929292"/>
                      </a:solidFill>
                    </a:lnR>
                    <a:lnT w="12700">
                      <a:solidFill>
                        <a:srgbClr val="929292"/>
                      </a:solidFill>
                    </a:lnT>
                    <a:lnB w="12700">
                      <a:solidFill>
                        <a:srgbClr val="000000"/>
                      </a:solidFill>
                    </a:lnB>
                    <a:solidFill>
                      <a:srgbClr val="004A7A"/>
                    </a:solidFill>
                  </a:tcPr>
                </a:tc>
                <a:extLst>
                  <a:ext uri="{0D108BD9-81ED-4DB2-BD59-A6C34878D82A}">
                    <a16:rowId xmlns:a16="http://schemas.microsoft.com/office/drawing/2014/main" val="10000"/>
                  </a:ext>
                </a:extLst>
              </a:tr>
              <a:tr h="240846">
                <a:tc>
                  <a:txBody>
                    <a:bodyPr/>
                    <a:lstStyle/>
                    <a:p>
                      <a:pPr algn="l">
                        <a:lnSpc>
                          <a:spcPct val="90000"/>
                        </a:lnSpc>
                        <a:defRPr sz="1800"/>
                      </a:pPr>
                      <a:r>
                        <a:rPr lang="en-GB" sz="1100" dirty="0">
                          <a:solidFill>
                            <a:srgbClr val="003868"/>
                          </a:solidFill>
                          <a:latin typeface="Montserrat Regular"/>
                          <a:ea typeface="Montserrat Regular"/>
                          <a:cs typeface="Montserrat Regular"/>
                          <a:sym typeface="Montserrat Regular"/>
                        </a:rPr>
                        <a:t>Employee Marriage</a:t>
                      </a:r>
                      <a:endParaRPr sz="1100" dirty="0">
                        <a:solidFill>
                          <a:srgbClr val="003868"/>
                        </a:solidFill>
                        <a:latin typeface="Montserrat Regular"/>
                        <a:ea typeface="Montserrat Regular"/>
                        <a:cs typeface="Montserrat Regular"/>
                        <a:sym typeface="Montserrat Regular"/>
                      </a:endParaRPr>
                    </a:p>
                  </a:txBody>
                  <a:tcPr marL="26650" marR="26650" marT="26650" marB="26650" anchor="ctr" horzOverflow="overflow">
                    <a:lnL w="12700">
                      <a:solidFill>
                        <a:srgbClr val="929292"/>
                      </a:solidFill>
                    </a:lnL>
                    <a:lnR w="12700">
                      <a:solidFill>
                        <a:srgbClr val="000000"/>
                      </a:solidFill>
                    </a:lnR>
                    <a:lnT w="12700">
                      <a:solidFill>
                        <a:srgbClr val="000000"/>
                      </a:solidFill>
                    </a:lnT>
                    <a:lnB w="12700">
                      <a:solidFill>
                        <a:srgbClr val="000000"/>
                      </a:solidFill>
                    </a:lnB>
                    <a:solidFill>
                      <a:srgbClr val="E8ECF4"/>
                    </a:solidFill>
                  </a:tcPr>
                </a:tc>
                <a:tc>
                  <a:txBody>
                    <a:bodyPr/>
                    <a:lstStyle/>
                    <a:p>
                      <a:pPr algn="l">
                        <a:lnSpc>
                          <a:spcPct val="90000"/>
                        </a:lnSpc>
                        <a:defRPr sz="1800"/>
                      </a:pPr>
                      <a:r>
                        <a:rPr sz="1100" dirty="0">
                          <a:solidFill>
                            <a:srgbClr val="003868"/>
                          </a:solidFill>
                          <a:latin typeface="Montserrat Regular"/>
                          <a:ea typeface="Montserrat Regular"/>
                          <a:cs typeface="Montserrat Regular"/>
                          <a:sym typeface="Montserrat Regular"/>
                        </a:rPr>
                        <a:t>5 Calendar days </a:t>
                      </a:r>
                    </a:p>
                  </a:txBody>
                  <a:tcPr marL="26650" marR="26650" marT="26650" marB="26650" anchor="ctr" horzOverflow="overflow">
                    <a:lnL w="12700">
                      <a:solidFill>
                        <a:srgbClr val="000000"/>
                      </a:solidFill>
                    </a:lnL>
                    <a:lnR w="12700">
                      <a:solidFill>
                        <a:srgbClr val="929292"/>
                      </a:solidFill>
                    </a:lnR>
                    <a:lnT w="12700">
                      <a:solidFill>
                        <a:srgbClr val="000000"/>
                      </a:solidFill>
                    </a:lnT>
                    <a:lnB w="12700">
                      <a:solidFill>
                        <a:srgbClr val="000000"/>
                      </a:solidFill>
                    </a:lnB>
                    <a:solidFill>
                      <a:srgbClr val="E8ECF4"/>
                    </a:solidFill>
                  </a:tcPr>
                </a:tc>
                <a:extLst>
                  <a:ext uri="{0D108BD9-81ED-4DB2-BD59-A6C34878D82A}">
                    <a16:rowId xmlns:a16="http://schemas.microsoft.com/office/drawing/2014/main" val="10001"/>
                  </a:ext>
                </a:extLst>
              </a:tr>
              <a:tr h="240846">
                <a:tc>
                  <a:txBody>
                    <a:bodyPr/>
                    <a:lstStyle/>
                    <a:p>
                      <a:pPr algn="l">
                        <a:lnSpc>
                          <a:spcPct val="90000"/>
                        </a:lnSpc>
                        <a:defRPr sz="1800"/>
                      </a:pPr>
                      <a:r>
                        <a:rPr sz="1100" dirty="0">
                          <a:solidFill>
                            <a:srgbClr val="003868"/>
                          </a:solidFill>
                          <a:latin typeface="Montserrat Regular"/>
                          <a:ea typeface="Montserrat Regular"/>
                          <a:cs typeface="Montserrat Regular"/>
                          <a:sym typeface="Montserrat Regular"/>
                        </a:rPr>
                        <a:t>Paternity </a:t>
                      </a:r>
                      <a:r>
                        <a:rPr lang="en-GB" sz="1100" dirty="0">
                          <a:solidFill>
                            <a:srgbClr val="003868"/>
                          </a:solidFill>
                          <a:latin typeface="Montserrat Regular"/>
                          <a:ea typeface="Montserrat Regular"/>
                          <a:cs typeface="Montserrat Regular"/>
                          <a:sym typeface="Montserrat Regular"/>
                        </a:rPr>
                        <a:t>Leave</a:t>
                      </a:r>
                      <a:endParaRPr sz="1100" dirty="0">
                        <a:solidFill>
                          <a:srgbClr val="003868"/>
                        </a:solidFill>
                        <a:latin typeface="Montserrat Regular"/>
                        <a:ea typeface="Montserrat Regular"/>
                        <a:cs typeface="Montserrat Regular"/>
                        <a:sym typeface="Montserrat Regular"/>
                      </a:endParaRPr>
                    </a:p>
                  </a:txBody>
                  <a:tcPr marL="26650" marR="26650" marT="26650" marB="26650" anchor="ctr" horzOverflow="overflow">
                    <a:lnL w="12700">
                      <a:solidFill>
                        <a:srgbClr val="929292"/>
                      </a:solidFill>
                    </a:lnL>
                    <a:lnR w="12700">
                      <a:solidFill>
                        <a:srgbClr val="000000"/>
                      </a:solidFill>
                    </a:lnR>
                    <a:lnT w="12700">
                      <a:solidFill>
                        <a:srgbClr val="000000"/>
                      </a:solidFill>
                    </a:lnT>
                    <a:lnB w="12700">
                      <a:solidFill>
                        <a:srgbClr val="000000"/>
                      </a:solidFill>
                    </a:lnB>
                    <a:solidFill>
                      <a:srgbClr val="CFD7E7"/>
                    </a:solidFill>
                  </a:tcPr>
                </a:tc>
                <a:tc>
                  <a:txBody>
                    <a:bodyPr/>
                    <a:lstStyle/>
                    <a:p>
                      <a:pPr algn="l">
                        <a:lnSpc>
                          <a:spcPct val="90000"/>
                        </a:lnSpc>
                        <a:defRPr sz="1800"/>
                      </a:pPr>
                      <a:r>
                        <a:rPr sz="1100">
                          <a:solidFill>
                            <a:srgbClr val="003868"/>
                          </a:solidFill>
                          <a:latin typeface="Montserrat Regular"/>
                          <a:ea typeface="Montserrat Regular"/>
                          <a:cs typeface="Montserrat Regular"/>
                          <a:sym typeface="Montserrat Regular"/>
                        </a:rPr>
                        <a:t>3 days </a:t>
                      </a:r>
                    </a:p>
                  </a:txBody>
                  <a:tcPr marL="26650" marR="26650" marT="26650" marB="26650" anchor="ctr" horzOverflow="overflow">
                    <a:lnL w="12700">
                      <a:solidFill>
                        <a:srgbClr val="000000"/>
                      </a:solidFill>
                    </a:lnL>
                    <a:lnR w="12700">
                      <a:solidFill>
                        <a:srgbClr val="929292"/>
                      </a:solidFill>
                    </a:lnR>
                    <a:lnT w="12700">
                      <a:solidFill>
                        <a:srgbClr val="000000"/>
                      </a:solidFill>
                    </a:lnT>
                    <a:lnB w="12700">
                      <a:solidFill>
                        <a:srgbClr val="000000"/>
                      </a:solidFill>
                    </a:lnB>
                    <a:solidFill>
                      <a:srgbClr val="CFD7E7"/>
                    </a:solidFill>
                  </a:tcPr>
                </a:tc>
                <a:extLst>
                  <a:ext uri="{0D108BD9-81ED-4DB2-BD59-A6C34878D82A}">
                    <a16:rowId xmlns:a16="http://schemas.microsoft.com/office/drawing/2014/main" val="10002"/>
                  </a:ext>
                </a:extLst>
              </a:tr>
              <a:tr h="398908">
                <a:tc>
                  <a:txBody>
                    <a:bodyPr/>
                    <a:lstStyle/>
                    <a:p>
                      <a:pPr algn="l">
                        <a:lnSpc>
                          <a:spcPct val="90000"/>
                        </a:lnSpc>
                        <a:defRPr sz="1800"/>
                      </a:pPr>
                      <a:r>
                        <a:rPr lang="en-GB" sz="1100" dirty="0">
                          <a:solidFill>
                            <a:srgbClr val="003868"/>
                          </a:solidFill>
                          <a:latin typeface="Montserrat Regular"/>
                          <a:ea typeface="Montserrat Regular"/>
                          <a:cs typeface="Montserrat Regular"/>
                          <a:sym typeface="Montserrat Regular"/>
                        </a:rPr>
                        <a:t>Death of an Immediate Relative (Spouse, Parents, Child</a:t>
                      </a:r>
                      <a:endParaRPr sz="1100" dirty="0">
                        <a:solidFill>
                          <a:srgbClr val="003868"/>
                        </a:solidFill>
                        <a:latin typeface="Montserrat Regular"/>
                        <a:ea typeface="Montserrat Regular"/>
                        <a:cs typeface="Montserrat Regular"/>
                        <a:sym typeface="Montserrat Regular"/>
                      </a:endParaRPr>
                    </a:p>
                  </a:txBody>
                  <a:tcPr marL="26650" marR="26650" marT="26650" marB="26650" anchor="ctr" horzOverflow="overflow">
                    <a:lnL w="12700">
                      <a:solidFill>
                        <a:srgbClr val="929292"/>
                      </a:solidFill>
                    </a:lnL>
                    <a:lnR w="12700">
                      <a:solidFill>
                        <a:srgbClr val="000000"/>
                      </a:solidFill>
                    </a:lnR>
                    <a:lnT w="12700">
                      <a:solidFill>
                        <a:srgbClr val="000000"/>
                      </a:solidFill>
                    </a:lnT>
                    <a:lnB w="12700">
                      <a:solidFill>
                        <a:srgbClr val="000000"/>
                      </a:solidFill>
                    </a:lnB>
                    <a:solidFill>
                      <a:srgbClr val="E8ECF4"/>
                    </a:solidFill>
                  </a:tcPr>
                </a:tc>
                <a:tc>
                  <a:txBody>
                    <a:bodyPr/>
                    <a:lstStyle/>
                    <a:p>
                      <a:pPr algn="l">
                        <a:lnSpc>
                          <a:spcPct val="90000"/>
                        </a:lnSpc>
                        <a:defRPr sz="1800"/>
                      </a:pPr>
                      <a:r>
                        <a:rPr sz="1100">
                          <a:solidFill>
                            <a:srgbClr val="003868"/>
                          </a:solidFill>
                          <a:latin typeface="Montserrat Regular"/>
                          <a:ea typeface="Montserrat Regular"/>
                          <a:cs typeface="Montserrat Regular"/>
                          <a:sym typeface="Montserrat Regular"/>
                        </a:rPr>
                        <a:t>5 Calendar days </a:t>
                      </a:r>
                    </a:p>
                  </a:txBody>
                  <a:tcPr marL="26650" marR="26650" marT="26650" marB="26650" anchor="ctr" horzOverflow="overflow">
                    <a:lnL w="12700">
                      <a:solidFill>
                        <a:srgbClr val="000000"/>
                      </a:solidFill>
                    </a:lnL>
                    <a:lnR w="12700">
                      <a:solidFill>
                        <a:srgbClr val="929292"/>
                      </a:solidFill>
                    </a:lnR>
                    <a:lnT w="12700">
                      <a:solidFill>
                        <a:srgbClr val="000000"/>
                      </a:solidFill>
                    </a:lnT>
                    <a:lnB w="12700">
                      <a:solidFill>
                        <a:srgbClr val="000000"/>
                      </a:solidFill>
                    </a:lnB>
                    <a:solidFill>
                      <a:srgbClr val="E8ECF4"/>
                    </a:solidFill>
                  </a:tcPr>
                </a:tc>
                <a:extLst>
                  <a:ext uri="{0D108BD9-81ED-4DB2-BD59-A6C34878D82A}">
                    <a16:rowId xmlns:a16="http://schemas.microsoft.com/office/drawing/2014/main" val="10003"/>
                  </a:ext>
                </a:extLst>
              </a:tr>
              <a:tr h="247045">
                <a:tc>
                  <a:txBody>
                    <a:bodyPr/>
                    <a:lstStyle/>
                    <a:p>
                      <a:pPr algn="l">
                        <a:lnSpc>
                          <a:spcPct val="90000"/>
                        </a:lnSpc>
                        <a:defRPr sz="1800"/>
                      </a:pPr>
                      <a:r>
                        <a:rPr sz="1100" dirty="0">
                          <a:solidFill>
                            <a:srgbClr val="003868"/>
                          </a:solidFill>
                          <a:latin typeface="Montserrat Regular"/>
                          <a:ea typeface="Montserrat Regular"/>
                          <a:cs typeface="Montserrat Regular"/>
                          <a:sym typeface="Montserrat Regular"/>
                        </a:rPr>
                        <a:t>Death of</a:t>
                      </a:r>
                      <a:r>
                        <a:rPr lang="en-GB" sz="1100" dirty="0">
                          <a:solidFill>
                            <a:srgbClr val="003868"/>
                          </a:solidFill>
                          <a:latin typeface="Montserrat Regular"/>
                          <a:ea typeface="Montserrat Regular"/>
                          <a:cs typeface="Montserrat Regular"/>
                          <a:sym typeface="Montserrat Regular"/>
                        </a:rPr>
                        <a:t> a</a:t>
                      </a:r>
                      <a:r>
                        <a:rPr sz="1100" dirty="0">
                          <a:solidFill>
                            <a:srgbClr val="003868"/>
                          </a:solidFill>
                          <a:latin typeface="Montserrat Regular"/>
                          <a:ea typeface="Montserrat Regular"/>
                          <a:cs typeface="Montserrat Regular"/>
                          <a:sym typeface="Montserrat Regular"/>
                        </a:rPr>
                        <a:t> Sibling</a:t>
                      </a:r>
                    </a:p>
                  </a:txBody>
                  <a:tcPr marL="26650" marR="26650" marT="26650" marB="26650" anchor="ctr" horzOverflow="overflow">
                    <a:lnL w="12700">
                      <a:solidFill>
                        <a:srgbClr val="929292"/>
                      </a:solidFill>
                    </a:lnL>
                    <a:lnR w="12700">
                      <a:solidFill>
                        <a:srgbClr val="000000"/>
                      </a:solidFill>
                    </a:lnR>
                    <a:lnT w="12700">
                      <a:solidFill>
                        <a:srgbClr val="000000"/>
                      </a:solidFill>
                    </a:lnT>
                    <a:lnB w="12700">
                      <a:solidFill>
                        <a:srgbClr val="000000"/>
                      </a:solidFill>
                    </a:lnB>
                    <a:solidFill>
                      <a:srgbClr val="CFD7E7"/>
                    </a:solidFill>
                  </a:tcPr>
                </a:tc>
                <a:tc>
                  <a:txBody>
                    <a:bodyPr/>
                    <a:lstStyle/>
                    <a:p>
                      <a:pPr algn="l">
                        <a:lnSpc>
                          <a:spcPct val="90000"/>
                        </a:lnSpc>
                        <a:defRPr sz="1800"/>
                      </a:pPr>
                      <a:r>
                        <a:rPr sz="1100" dirty="0">
                          <a:solidFill>
                            <a:srgbClr val="003868"/>
                          </a:solidFill>
                          <a:latin typeface="Montserrat Regular"/>
                          <a:ea typeface="Montserrat Regular"/>
                          <a:cs typeface="Montserrat Regular"/>
                          <a:sym typeface="Montserrat Regular"/>
                        </a:rPr>
                        <a:t>3 Calendar days </a:t>
                      </a:r>
                    </a:p>
                  </a:txBody>
                  <a:tcPr marL="26650" marR="26650" marT="26650" marB="26650" anchor="ctr" horzOverflow="overflow">
                    <a:lnL w="12700">
                      <a:solidFill>
                        <a:srgbClr val="000000"/>
                      </a:solidFill>
                    </a:lnL>
                    <a:lnR w="12700">
                      <a:solidFill>
                        <a:srgbClr val="929292"/>
                      </a:solidFill>
                    </a:lnR>
                    <a:lnT w="12700">
                      <a:solidFill>
                        <a:srgbClr val="000000"/>
                      </a:solidFill>
                    </a:lnT>
                    <a:lnB w="12700">
                      <a:solidFill>
                        <a:srgbClr val="000000"/>
                      </a:solidFill>
                    </a:lnB>
                    <a:solidFill>
                      <a:srgbClr val="CFD7E7"/>
                    </a:solidFill>
                  </a:tcPr>
                </a:tc>
                <a:extLst>
                  <a:ext uri="{0D108BD9-81ED-4DB2-BD59-A6C34878D82A}">
                    <a16:rowId xmlns:a16="http://schemas.microsoft.com/office/drawing/2014/main" val="10004"/>
                  </a:ext>
                </a:extLst>
              </a:tr>
              <a:tr h="350750">
                <a:tc>
                  <a:txBody>
                    <a:bodyPr/>
                    <a:lstStyle/>
                    <a:p>
                      <a:pPr algn="l">
                        <a:lnSpc>
                          <a:spcPct val="90000"/>
                        </a:lnSpc>
                        <a:defRPr sz="1800"/>
                      </a:pPr>
                      <a:r>
                        <a:rPr lang="en-GB" sz="1100" b="0" i="0" u="none" strike="noStrike" cap="none" spc="0" baseline="0" dirty="0">
                          <a:solidFill>
                            <a:srgbClr val="003868"/>
                          </a:solidFill>
                          <a:uFillTx/>
                          <a:latin typeface="Montserrat Regular"/>
                          <a:ea typeface="Montserrat Regular"/>
                          <a:cs typeface="Montserrat Regular"/>
                          <a:sym typeface="Calibri"/>
                        </a:rPr>
                        <a:t>Death of a Husband (for Muslim Female Employees)</a:t>
                      </a:r>
                      <a:endParaRPr sz="1100" b="0" i="0" u="none" strike="noStrike" cap="none" spc="0" baseline="0" dirty="0">
                        <a:solidFill>
                          <a:srgbClr val="003868"/>
                        </a:solidFill>
                        <a:uFillTx/>
                        <a:latin typeface="Montserrat Regular"/>
                        <a:ea typeface="Montserrat Regular"/>
                        <a:cs typeface="Montserrat Regular"/>
                        <a:sym typeface="Montserrat Regular"/>
                      </a:endParaRPr>
                    </a:p>
                  </a:txBody>
                  <a:tcPr marL="26650" marR="26650" marT="26650" marB="26650" anchor="ctr" horzOverflow="overflow">
                    <a:lnL w="12700">
                      <a:solidFill>
                        <a:srgbClr val="929292"/>
                      </a:solidFill>
                    </a:lnL>
                    <a:lnR w="12700">
                      <a:solidFill>
                        <a:srgbClr val="000000"/>
                      </a:solidFill>
                    </a:lnR>
                    <a:lnT w="12700">
                      <a:solidFill>
                        <a:srgbClr val="000000"/>
                      </a:solidFill>
                    </a:lnT>
                    <a:lnB w="12700">
                      <a:solidFill>
                        <a:srgbClr val="000000"/>
                      </a:solidFill>
                    </a:lnB>
                    <a:solidFill>
                      <a:srgbClr val="E8ECF4"/>
                    </a:solidFill>
                  </a:tcPr>
                </a:tc>
                <a:tc>
                  <a:txBody>
                    <a:bodyPr/>
                    <a:lstStyle/>
                    <a:p>
                      <a:pPr algn="l">
                        <a:lnSpc>
                          <a:spcPct val="90000"/>
                        </a:lnSpc>
                        <a:defRPr sz="1800"/>
                      </a:pPr>
                      <a:r>
                        <a:rPr sz="1100" dirty="0">
                          <a:solidFill>
                            <a:srgbClr val="003868"/>
                          </a:solidFill>
                          <a:latin typeface="Montserrat Regular"/>
                          <a:ea typeface="Montserrat Regular"/>
                          <a:cs typeface="Montserrat Regular"/>
                          <a:sym typeface="Montserrat Regular"/>
                        </a:rPr>
                        <a:t>130 Calendar day </a:t>
                      </a:r>
                    </a:p>
                  </a:txBody>
                  <a:tcPr marL="26650" marR="26650" marT="26650" marB="26650" anchor="ctr" horzOverflow="overflow">
                    <a:lnL w="12700">
                      <a:solidFill>
                        <a:srgbClr val="000000"/>
                      </a:solidFill>
                    </a:lnL>
                    <a:lnR w="12700">
                      <a:solidFill>
                        <a:srgbClr val="929292"/>
                      </a:solidFill>
                    </a:lnR>
                    <a:lnT w="12700">
                      <a:solidFill>
                        <a:srgbClr val="000000"/>
                      </a:solidFill>
                    </a:lnT>
                    <a:lnB w="12700">
                      <a:solidFill>
                        <a:srgbClr val="000000"/>
                      </a:solidFill>
                    </a:lnB>
                    <a:solidFill>
                      <a:srgbClr val="E8ECF4"/>
                    </a:solidFill>
                  </a:tcPr>
                </a:tc>
                <a:extLst>
                  <a:ext uri="{0D108BD9-81ED-4DB2-BD59-A6C34878D82A}">
                    <a16:rowId xmlns:a16="http://schemas.microsoft.com/office/drawing/2014/main" val="10005"/>
                  </a:ext>
                </a:extLst>
              </a:tr>
              <a:tr h="411020">
                <a:tc>
                  <a:txBody>
                    <a:bodyPr/>
                    <a:lstStyle/>
                    <a:p>
                      <a:pPr algn="l">
                        <a:lnSpc>
                          <a:spcPct val="90000"/>
                        </a:lnSpc>
                        <a:defRPr sz="1800"/>
                      </a:pPr>
                      <a:r>
                        <a:rPr lang="en-GB" sz="1100" b="0" i="0" u="none" strike="noStrike" cap="none" spc="0" baseline="0" dirty="0">
                          <a:solidFill>
                            <a:srgbClr val="003868"/>
                          </a:solidFill>
                          <a:uFillTx/>
                          <a:latin typeface="Montserrat Regular"/>
                          <a:ea typeface="Montserrat Regular"/>
                          <a:cs typeface="Montserrat Regular"/>
                          <a:sym typeface="Calibri"/>
                        </a:rPr>
                        <a:t>Death of a Husband (for Non-Muslim Female Employees)</a:t>
                      </a:r>
                      <a:endParaRPr sz="1100" b="0" i="0" u="none" strike="noStrike" cap="none" spc="0" baseline="0" dirty="0">
                        <a:solidFill>
                          <a:srgbClr val="003868"/>
                        </a:solidFill>
                        <a:uFillTx/>
                        <a:latin typeface="Montserrat Regular"/>
                        <a:ea typeface="Montserrat Regular"/>
                        <a:cs typeface="Montserrat Regular"/>
                        <a:sym typeface="Montserrat Regular"/>
                      </a:endParaRPr>
                    </a:p>
                  </a:txBody>
                  <a:tcPr marL="26650" marR="26650" marT="26650" marB="26650" anchor="ctr" horzOverflow="overflow">
                    <a:lnL w="12700">
                      <a:solidFill>
                        <a:srgbClr val="929292"/>
                      </a:solidFill>
                    </a:lnL>
                    <a:lnR w="12700">
                      <a:solidFill>
                        <a:srgbClr val="000000"/>
                      </a:solidFill>
                    </a:lnR>
                    <a:lnT w="12700">
                      <a:solidFill>
                        <a:srgbClr val="000000"/>
                      </a:solidFill>
                    </a:lnT>
                    <a:lnB w="12700">
                      <a:solidFill>
                        <a:srgbClr val="929292"/>
                      </a:solidFill>
                    </a:lnB>
                    <a:solidFill>
                      <a:srgbClr val="CFD7E7"/>
                    </a:solidFill>
                  </a:tcPr>
                </a:tc>
                <a:tc>
                  <a:txBody>
                    <a:bodyPr/>
                    <a:lstStyle/>
                    <a:p>
                      <a:pPr algn="l">
                        <a:lnSpc>
                          <a:spcPct val="90000"/>
                        </a:lnSpc>
                        <a:defRPr sz="1800"/>
                      </a:pPr>
                      <a:r>
                        <a:rPr sz="1100" dirty="0">
                          <a:solidFill>
                            <a:srgbClr val="003868"/>
                          </a:solidFill>
                          <a:latin typeface="Montserrat Regular"/>
                          <a:ea typeface="Montserrat Regular"/>
                          <a:cs typeface="Montserrat Regular"/>
                          <a:sym typeface="Montserrat Regular"/>
                        </a:rPr>
                        <a:t>15 Calendar day </a:t>
                      </a:r>
                    </a:p>
                  </a:txBody>
                  <a:tcPr marL="26650" marR="26650" marT="26650" marB="26650" anchor="ctr" horzOverflow="overflow">
                    <a:lnL w="12700">
                      <a:solidFill>
                        <a:srgbClr val="000000"/>
                      </a:solidFill>
                    </a:lnL>
                    <a:lnR w="12700">
                      <a:solidFill>
                        <a:srgbClr val="929292"/>
                      </a:solidFill>
                    </a:lnR>
                    <a:lnT w="12700">
                      <a:solidFill>
                        <a:srgbClr val="000000"/>
                      </a:solidFill>
                    </a:lnT>
                    <a:lnB w="12700">
                      <a:solidFill>
                        <a:srgbClr val="929292"/>
                      </a:solidFill>
                    </a:lnB>
                    <a:solidFill>
                      <a:srgbClr val="CFD7E7"/>
                    </a:solidFill>
                  </a:tcPr>
                </a:tc>
                <a:extLst>
                  <a:ext uri="{0D108BD9-81ED-4DB2-BD59-A6C34878D82A}">
                    <a16:rowId xmlns:a16="http://schemas.microsoft.com/office/drawing/2014/main" val="10006"/>
                  </a:ext>
                </a:extLst>
              </a:tr>
            </a:tbl>
          </a:graphicData>
        </a:graphic>
      </p:graphicFrame>
      <p:sp>
        <p:nvSpPr>
          <p:cNvPr id="2" name="GVCLASSIFICATIONHEADER1806255499">
            <a:extLst>
              <a:ext uri="{FF2B5EF4-FFF2-40B4-BE49-F238E27FC236}">
                <a16:creationId xmlns:a16="http://schemas.microsoft.com/office/drawing/2014/main" id="{6821BAC4-EF0D-31E0-923C-6EEDC998FACF}"/>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2" name="Google Shape;655;p25" descr="Google Shape;655;p25"/>
          <p:cNvPicPr>
            <a:picLocks noChangeAspect="1"/>
          </p:cNvPicPr>
          <p:nvPr/>
        </p:nvPicPr>
        <p:blipFill>
          <a:blip r:embed="rId2"/>
          <a:stretch>
            <a:fillRect/>
          </a:stretch>
        </p:blipFill>
        <p:spPr>
          <a:xfrm>
            <a:off x="0" y="0"/>
            <a:ext cx="9144000" cy="5143502"/>
          </a:xfrm>
          <a:prstGeom prst="rect">
            <a:avLst/>
          </a:prstGeom>
          <a:ln w="12700">
            <a:miter lim="400000"/>
          </a:ln>
        </p:spPr>
      </p:pic>
      <p:sp>
        <p:nvSpPr>
          <p:cNvPr id="835" name="Google Shape;754;p34"/>
          <p:cNvSpPr txBox="1"/>
          <p:nvPr/>
        </p:nvSpPr>
        <p:spPr>
          <a:xfrm>
            <a:off x="252346" y="957818"/>
            <a:ext cx="2987250" cy="9233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ctr">
            <a:spAutoFit/>
          </a:bodyPr>
          <a:lstStyle>
            <a:lvl1pPr>
              <a:defRPr sz="3000">
                <a:solidFill>
                  <a:srgbClr val="003868"/>
                </a:solidFill>
                <a:latin typeface="Montserrat Bold"/>
                <a:ea typeface="Montserrat Bold"/>
                <a:cs typeface="Montserrat Bold"/>
                <a:sym typeface="Montserrat Bold"/>
              </a:defRPr>
            </a:lvl1pPr>
          </a:lstStyle>
          <a:p>
            <a:r>
              <a:rPr dirty="0"/>
              <a:t>Official </a:t>
            </a:r>
            <a:endParaRPr lang="en-GB" dirty="0"/>
          </a:p>
          <a:p>
            <a:r>
              <a:rPr lang="en-GB" dirty="0"/>
              <a:t>Holidays</a:t>
            </a:r>
            <a:endParaRPr dirty="0"/>
          </a:p>
        </p:txBody>
      </p:sp>
      <p:pic>
        <p:nvPicPr>
          <p:cNvPr id="836" name="Google Shape;755;p34" descr="Google Shape;755;p34"/>
          <p:cNvPicPr>
            <a:picLocks noChangeAspect="1"/>
          </p:cNvPicPr>
          <p:nvPr/>
        </p:nvPicPr>
        <p:blipFill>
          <a:blip r:embed="rId3"/>
          <a:stretch>
            <a:fillRect/>
          </a:stretch>
        </p:blipFill>
        <p:spPr>
          <a:xfrm>
            <a:off x="252350" y="146743"/>
            <a:ext cx="998700" cy="364316"/>
          </a:xfrm>
          <a:prstGeom prst="rect">
            <a:avLst/>
          </a:prstGeom>
          <a:ln w="12700">
            <a:miter lim="400000"/>
          </a:ln>
        </p:spPr>
      </p:pic>
      <p:grpSp>
        <p:nvGrpSpPr>
          <p:cNvPr id="840" name="Google Shape;756;p34"/>
          <p:cNvGrpSpPr/>
          <p:nvPr/>
        </p:nvGrpSpPr>
        <p:grpSpPr>
          <a:xfrm>
            <a:off x="252346" y="4832796"/>
            <a:ext cx="8659860" cy="127001"/>
            <a:chOff x="0" y="0"/>
            <a:chExt cx="8659858" cy="127000"/>
          </a:xfrm>
        </p:grpSpPr>
        <p:sp>
          <p:nvSpPr>
            <p:cNvPr id="837" name="Google Shape;757;p34"/>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838" name="Google Shape;758;p34"/>
            <p:cNvSpPr txBox="1"/>
            <p:nvPr/>
          </p:nvSpPr>
          <p:spPr>
            <a:xfrm>
              <a:off x="0" y="0"/>
              <a:ext cx="731105"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Leaves</a:t>
              </a:r>
            </a:p>
          </p:txBody>
        </p:sp>
        <p:sp>
          <p:nvSpPr>
            <p:cNvPr id="839" name="Google Shape;759;p34"/>
            <p:cNvSpPr txBox="1"/>
            <p:nvPr/>
          </p:nvSpPr>
          <p:spPr>
            <a:xfrm>
              <a:off x="8408455" y="0"/>
              <a:ext cx="251404"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34</a:t>
              </a:r>
            </a:p>
          </p:txBody>
        </p:sp>
      </p:grpSp>
      <p:sp>
        <p:nvSpPr>
          <p:cNvPr id="841" name="Google Shape;760;p34"/>
          <p:cNvSpPr txBox="1"/>
          <p:nvPr/>
        </p:nvSpPr>
        <p:spPr>
          <a:xfrm>
            <a:off x="252346" y="2327908"/>
            <a:ext cx="6436113" cy="9233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marL="304800" indent="-285750" algn="just">
              <a:buClr>
                <a:srgbClr val="003868"/>
              </a:buClr>
              <a:buSzPts val="1500"/>
              <a:buFont typeface="Arial" panose="020B0604020202020204" pitchFamily="34" charset="0"/>
              <a:buChar char="•"/>
              <a:defRPr sz="1500">
                <a:solidFill>
                  <a:srgbClr val="003868"/>
                </a:solidFill>
                <a:latin typeface="Montserrat SemiBold"/>
                <a:ea typeface="Montserrat SemiBold"/>
                <a:cs typeface="Montserrat SemiBold"/>
                <a:sym typeface="Montserrat SemiBold"/>
              </a:defRPr>
            </a:pPr>
            <a:r>
              <a:rPr lang="en-GB" dirty="0"/>
              <a:t>Eid al-</a:t>
            </a:r>
            <a:r>
              <a:rPr lang="en-GB" dirty="0" err="1"/>
              <a:t>Adha</a:t>
            </a:r>
            <a:r>
              <a:rPr lang="en-GB" dirty="0"/>
              <a:t>: 4 days</a:t>
            </a:r>
          </a:p>
          <a:p>
            <a:pPr marL="304800" indent="-285750" algn="just">
              <a:buClr>
                <a:srgbClr val="003868"/>
              </a:buClr>
              <a:buSzPts val="1500"/>
              <a:buFont typeface="Arial" panose="020B0604020202020204" pitchFamily="34" charset="0"/>
              <a:buChar char="•"/>
              <a:defRPr sz="1500">
                <a:solidFill>
                  <a:srgbClr val="003868"/>
                </a:solidFill>
                <a:latin typeface="Montserrat SemiBold"/>
                <a:ea typeface="Montserrat SemiBold"/>
                <a:cs typeface="Montserrat SemiBold"/>
                <a:sym typeface="Montserrat SemiBold"/>
              </a:defRPr>
            </a:pPr>
            <a:r>
              <a:rPr lang="en-GB" dirty="0"/>
              <a:t>Eid al-</a:t>
            </a:r>
            <a:r>
              <a:rPr lang="en-GB" dirty="0" err="1"/>
              <a:t>Fitr</a:t>
            </a:r>
            <a:r>
              <a:rPr lang="en-GB" dirty="0"/>
              <a:t>: 4 days</a:t>
            </a:r>
          </a:p>
          <a:p>
            <a:pPr marL="304800" indent="-285750" algn="just">
              <a:buClr>
                <a:srgbClr val="003868"/>
              </a:buClr>
              <a:buSzPts val="1500"/>
              <a:buFont typeface="Arial" panose="020B0604020202020204" pitchFamily="34" charset="0"/>
              <a:buChar char="•"/>
              <a:defRPr sz="1500">
                <a:solidFill>
                  <a:srgbClr val="003868"/>
                </a:solidFill>
                <a:latin typeface="Montserrat SemiBold"/>
                <a:ea typeface="Montserrat SemiBold"/>
                <a:cs typeface="Montserrat SemiBold"/>
                <a:sym typeface="Montserrat SemiBold"/>
              </a:defRPr>
            </a:pPr>
            <a:r>
              <a:rPr lang="en-GB" dirty="0"/>
              <a:t>Founding Day: February 22</a:t>
            </a:r>
          </a:p>
          <a:p>
            <a:pPr marL="304800" indent="-285750" algn="just">
              <a:buClr>
                <a:srgbClr val="003868"/>
              </a:buClr>
              <a:buSzPts val="1500"/>
              <a:buFont typeface="Arial" panose="020B0604020202020204" pitchFamily="34" charset="0"/>
              <a:buChar char="•"/>
              <a:defRPr sz="1500">
                <a:solidFill>
                  <a:srgbClr val="003868"/>
                </a:solidFill>
                <a:latin typeface="Montserrat SemiBold"/>
                <a:ea typeface="Montserrat SemiBold"/>
                <a:cs typeface="Montserrat SemiBold"/>
                <a:sym typeface="Montserrat SemiBold"/>
              </a:defRPr>
            </a:pPr>
            <a:r>
              <a:rPr lang="en-GB" dirty="0"/>
              <a:t>Saudi National Day: September 23</a:t>
            </a:r>
            <a:endParaRPr dirty="0">
              <a:latin typeface="Montserrat Medium"/>
              <a:ea typeface="Montserrat Medium"/>
              <a:cs typeface="Montserrat Medium"/>
              <a:sym typeface="Montserrat Medium"/>
            </a:endParaRPr>
          </a:p>
        </p:txBody>
      </p:sp>
      <p:sp>
        <p:nvSpPr>
          <p:cNvPr id="2" name="GVCLASSIFICATIONHEADER77927889">
            <a:extLst>
              <a:ext uri="{FF2B5EF4-FFF2-40B4-BE49-F238E27FC236}">
                <a16:creationId xmlns:a16="http://schemas.microsoft.com/office/drawing/2014/main" id="{FB09D21B-E90A-7FCC-69AA-1499B7F83497}"/>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 name="Google Shape;784;p36" descr="Google Shape;784;p36"/>
          <p:cNvPicPr>
            <a:picLocks noChangeAspect="1"/>
          </p:cNvPicPr>
          <p:nvPr/>
        </p:nvPicPr>
        <p:blipFill>
          <a:blip r:embed="rId2"/>
          <a:stretch>
            <a:fillRect/>
          </a:stretch>
        </p:blipFill>
        <p:spPr>
          <a:xfrm>
            <a:off x="0" y="-2"/>
            <a:ext cx="9144000" cy="5143502"/>
          </a:xfrm>
          <a:prstGeom prst="rect">
            <a:avLst/>
          </a:prstGeom>
          <a:ln w="12700">
            <a:miter lim="400000"/>
          </a:ln>
        </p:spPr>
      </p:pic>
      <p:sp>
        <p:nvSpPr>
          <p:cNvPr id="853" name="Google Shape;777;p36"/>
          <p:cNvSpPr txBox="1"/>
          <p:nvPr/>
        </p:nvSpPr>
        <p:spPr>
          <a:xfrm>
            <a:off x="261048" y="949583"/>
            <a:ext cx="5370280" cy="939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3000">
                <a:solidFill>
                  <a:srgbClr val="003868"/>
                </a:solidFill>
                <a:latin typeface="Montserrat Bold"/>
                <a:ea typeface="Montserrat Bold"/>
                <a:cs typeface="Montserrat Bold"/>
                <a:sym typeface="Montserrat Bold"/>
              </a:defRPr>
            </a:lvl1pPr>
          </a:lstStyle>
          <a:p>
            <a:r>
              <a:rPr dirty="0"/>
              <a:t>General Organization of Social Insurance</a:t>
            </a:r>
            <a:r>
              <a:rPr lang="en-GB" dirty="0"/>
              <a:t> </a:t>
            </a:r>
            <a:r>
              <a:rPr dirty="0"/>
              <a:t>-</a:t>
            </a:r>
            <a:r>
              <a:rPr lang="en-GB" dirty="0"/>
              <a:t> </a:t>
            </a:r>
            <a:r>
              <a:rPr dirty="0"/>
              <a:t>GOSI</a:t>
            </a:r>
          </a:p>
        </p:txBody>
      </p:sp>
      <p:pic>
        <p:nvPicPr>
          <p:cNvPr id="854" name="Google Shape;778;p36" descr="Google Shape;778;p36"/>
          <p:cNvPicPr>
            <a:picLocks noChangeAspect="1"/>
          </p:cNvPicPr>
          <p:nvPr/>
        </p:nvPicPr>
        <p:blipFill>
          <a:blip r:embed="rId3"/>
          <a:stretch>
            <a:fillRect/>
          </a:stretch>
        </p:blipFill>
        <p:spPr>
          <a:xfrm>
            <a:off x="252350" y="146743"/>
            <a:ext cx="998700" cy="364316"/>
          </a:xfrm>
          <a:prstGeom prst="rect">
            <a:avLst/>
          </a:prstGeom>
          <a:ln w="12700">
            <a:miter lim="400000"/>
          </a:ln>
        </p:spPr>
      </p:pic>
      <p:grpSp>
        <p:nvGrpSpPr>
          <p:cNvPr id="858" name="Google Shape;779;p36"/>
          <p:cNvGrpSpPr/>
          <p:nvPr/>
        </p:nvGrpSpPr>
        <p:grpSpPr>
          <a:xfrm>
            <a:off x="252346" y="4832796"/>
            <a:ext cx="8659860" cy="127001"/>
            <a:chOff x="0" y="0"/>
            <a:chExt cx="8659858" cy="127000"/>
          </a:xfrm>
        </p:grpSpPr>
        <p:sp>
          <p:nvSpPr>
            <p:cNvPr id="855" name="Google Shape;780;p36"/>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856" name="Google Shape;781;p36"/>
            <p:cNvSpPr txBox="1"/>
            <p:nvPr/>
          </p:nvSpPr>
          <p:spPr>
            <a:xfrm>
              <a:off x="0" y="0"/>
              <a:ext cx="731105"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Leaves</a:t>
              </a:r>
            </a:p>
          </p:txBody>
        </p:sp>
        <p:sp>
          <p:nvSpPr>
            <p:cNvPr id="857" name="Google Shape;782;p36"/>
            <p:cNvSpPr txBox="1"/>
            <p:nvPr/>
          </p:nvSpPr>
          <p:spPr>
            <a:xfrm>
              <a:off x="8408455" y="0"/>
              <a:ext cx="251404"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36</a:t>
              </a:r>
            </a:p>
          </p:txBody>
        </p:sp>
      </p:grpSp>
      <p:sp>
        <p:nvSpPr>
          <p:cNvPr id="859" name="Google Shape;783;p36"/>
          <p:cNvSpPr txBox="1"/>
          <p:nvPr/>
        </p:nvSpPr>
        <p:spPr>
          <a:xfrm>
            <a:off x="252346" y="2170604"/>
            <a:ext cx="6436113" cy="9959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marL="114300" indent="-95250">
              <a:buClr>
                <a:srgbClr val="003868"/>
              </a:buClr>
              <a:buSzPts val="1500"/>
              <a:buFont typeface="Montserrat Medium"/>
              <a:buChar char="-"/>
              <a:defRPr sz="1500">
                <a:solidFill>
                  <a:srgbClr val="003868"/>
                </a:solidFill>
                <a:latin typeface="Montserrat Medium"/>
                <a:ea typeface="Montserrat Medium"/>
                <a:cs typeface="Montserrat Medium"/>
                <a:sym typeface="Montserrat Medium"/>
              </a:defRPr>
            </a:lvl1pPr>
          </a:lstStyle>
          <a:p>
            <a:pPr algn="just">
              <a:lnSpc>
                <a:spcPct val="150000"/>
              </a:lnSpc>
              <a:buFont typeface="Arial" panose="020B0604020202020204" pitchFamily="34" charset="0"/>
              <a:buChar char="•"/>
            </a:pPr>
            <a:r>
              <a:rPr lang="en-GB" dirty="0"/>
              <a:t>The General Organization for Social Insurance (GOSI) is a financially and administratively independent government entity that provides social protection and insurance coverage in the Kingdom of Saudi Arabia.</a:t>
            </a:r>
            <a:endParaRPr dirty="0"/>
          </a:p>
        </p:txBody>
      </p:sp>
      <p:sp>
        <p:nvSpPr>
          <p:cNvPr id="2" name="GVCLASSIFICATIONHEADER497083926">
            <a:extLst>
              <a:ext uri="{FF2B5EF4-FFF2-40B4-BE49-F238E27FC236}">
                <a16:creationId xmlns:a16="http://schemas.microsoft.com/office/drawing/2014/main" id="{26E1D5A8-96C8-2AD3-84EC-1113218540AD}"/>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2" name="Google Shape;789;p37" descr="Google Shape;789;p37"/>
          <p:cNvPicPr>
            <a:picLocks noChangeAspect="1"/>
          </p:cNvPicPr>
          <p:nvPr/>
        </p:nvPicPr>
        <p:blipFill>
          <a:blip r:embed="rId2"/>
          <a:stretch>
            <a:fillRect/>
          </a:stretch>
        </p:blipFill>
        <p:spPr>
          <a:xfrm>
            <a:off x="0" y="0"/>
            <a:ext cx="9144000" cy="5143504"/>
          </a:xfrm>
          <a:prstGeom prst="rect">
            <a:avLst/>
          </a:prstGeom>
          <a:ln w="12700">
            <a:miter lim="400000"/>
          </a:ln>
        </p:spPr>
      </p:pic>
      <p:sp>
        <p:nvSpPr>
          <p:cNvPr id="863" name="Google Shape;790;p37"/>
          <p:cNvSpPr txBox="1"/>
          <p:nvPr/>
        </p:nvSpPr>
        <p:spPr>
          <a:xfrm>
            <a:off x="261048" y="949586"/>
            <a:ext cx="5370280"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3000">
                <a:solidFill>
                  <a:srgbClr val="003868"/>
                </a:solidFill>
                <a:latin typeface="Montserrat Bold"/>
                <a:ea typeface="Montserrat Bold"/>
                <a:cs typeface="Montserrat Bold"/>
                <a:sym typeface="Montserrat Bold"/>
              </a:defRPr>
            </a:lvl1pPr>
          </a:lstStyle>
          <a:p>
            <a:r>
              <a:rPr dirty="0"/>
              <a:t>GOSI</a:t>
            </a:r>
          </a:p>
        </p:txBody>
      </p:sp>
      <p:pic>
        <p:nvPicPr>
          <p:cNvPr id="864" name="Google Shape;791;p37" descr="Google Shape;791;p37"/>
          <p:cNvPicPr>
            <a:picLocks noChangeAspect="1"/>
          </p:cNvPicPr>
          <p:nvPr/>
        </p:nvPicPr>
        <p:blipFill>
          <a:blip r:embed="rId3"/>
          <a:stretch>
            <a:fillRect/>
          </a:stretch>
        </p:blipFill>
        <p:spPr>
          <a:xfrm>
            <a:off x="252350" y="146743"/>
            <a:ext cx="998700" cy="364316"/>
          </a:xfrm>
          <a:prstGeom prst="rect">
            <a:avLst/>
          </a:prstGeom>
          <a:ln w="12700">
            <a:miter lim="400000"/>
          </a:ln>
        </p:spPr>
      </p:pic>
      <p:grpSp>
        <p:nvGrpSpPr>
          <p:cNvPr id="868" name="Google Shape;792;p37"/>
          <p:cNvGrpSpPr/>
          <p:nvPr/>
        </p:nvGrpSpPr>
        <p:grpSpPr>
          <a:xfrm>
            <a:off x="252346" y="4832796"/>
            <a:ext cx="8659860" cy="127001"/>
            <a:chOff x="0" y="0"/>
            <a:chExt cx="8659858" cy="127000"/>
          </a:xfrm>
        </p:grpSpPr>
        <p:sp>
          <p:nvSpPr>
            <p:cNvPr id="865" name="Google Shape;793;p37"/>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866" name="Google Shape;794;p37"/>
            <p:cNvSpPr txBox="1"/>
            <p:nvPr/>
          </p:nvSpPr>
          <p:spPr>
            <a:xfrm>
              <a:off x="0" y="0"/>
              <a:ext cx="731105"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Leaves</a:t>
              </a:r>
            </a:p>
          </p:txBody>
        </p:sp>
        <p:sp>
          <p:nvSpPr>
            <p:cNvPr id="867" name="Google Shape;795;p37"/>
            <p:cNvSpPr txBox="1"/>
            <p:nvPr/>
          </p:nvSpPr>
          <p:spPr>
            <a:xfrm>
              <a:off x="8408455" y="0"/>
              <a:ext cx="251404"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37</a:t>
              </a:r>
            </a:p>
          </p:txBody>
        </p:sp>
      </p:grpSp>
      <p:sp>
        <p:nvSpPr>
          <p:cNvPr id="869" name="Google Shape;796;p37"/>
          <p:cNvSpPr txBox="1"/>
          <p:nvPr/>
        </p:nvSpPr>
        <p:spPr>
          <a:xfrm>
            <a:off x="252346" y="1858014"/>
            <a:ext cx="6436202" cy="14003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marL="31750">
              <a:buClr>
                <a:srgbClr val="003868"/>
              </a:buClr>
              <a:buSzPts val="1300"/>
              <a:defRPr sz="1300">
                <a:solidFill>
                  <a:srgbClr val="003868"/>
                </a:solidFill>
                <a:latin typeface="Montserrat Medium"/>
                <a:ea typeface="Montserrat Medium"/>
                <a:cs typeface="Montserrat Medium"/>
                <a:sym typeface="Montserrat Medium"/>
              </a:defRPr>
            </a:pPr>
            <a:r>
              <a:rPr lang="en-GB" dirty="0"/>
              <a:t>Deduction: A percentage of 9.75% will be deducted from the basic salary and housing allowance until the employee retires at the age of 60 (applicable only to Saudis).</a:t>
            </a:r>
          </a:p>
          <a:p>
            <a:pPr marL="114300" indent="-82550">
              <a:buClr>
                <a:srgbClr val="003868"/>
              </a:buClr>
              <a:buSzPts val="1300"/>
              <a:buFont typeface="Montserrat Medium"/>
              <a:buChar char="-"/>
              <a:defRPr sz="1300">
                <a:solidFill>
                  <a:srgbClr val="003868"/>
                </a:solidFill>
                <a:latin typeface="Montserrat Medium"/>
                <a:ea typeface="Montserrat Medium"/>
                <a:cs typeface="Montserrat Medium"/>
                <a:sym typeface="Montserrat Medium"/>
              </a:defRPr>
            </a:pPr>
            <a:endParaRPr lang="en-GB" dirty="0"/>
          </a:p>
          <a:p>
            <a:pPr marL="31750">
              <a:buClr>
                <a:srgbClr val="003868"/>
              </a:buClr>
              <a:buSzPts val="1300"/>
              <a:defRPr sz="1300">
                <a:solidFill>
                  <a:srgbClr val="003868"/>
                </a:solidFill>
                <a:latin typeface="Montserrat Medium"/>
                <a:ea typeface="Montserrat Medium"/>
                <a:cs typeface="Montserrat Medium"/>
                <a:sym typeface="Montserrat Medium"/>
              </a:defRPr>
            </a:pPr>
            <a:r>
              <a:rPr lang="en-GB" dirty="0"/>
              <a:t>GOSI Deductions:</a:t>
            </a:r>
          </a:p>
          <a:p>
            <a:pPr marL="317500" indent="-285750">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dirty="0"/>
              <a:t>Employee deduction: 9.75%</a:t>
            </a:r>
          </a:p>
          <a:p>
            <a:pPr marL="317500" indent="-285750">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dirty="0"/>
              <a:t>Company deduction: 11.75%</a:t>
            </a:r>
          </a:p>
          <a:p>
            <a:pPr marL="317500" indent="-285750">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dirty="0"/>
              <a:t>Total deduction: 21.5%"</a:t>
            </a:r>
            <a:endParaRPr dirty="0"/>
          </a:p>
        </p:txBody>
      </p:sp>
      <p:sp>
        <p:nvSpPr>
          <p:cNvPr id="2" name="GVCLASSIFICATIONHEADER916239963">
            <a:extLst>
              <a:ext uri="{FF2B5EF4-FFF2-40B4-BE49-F238E27FC236}">
                <a16:creationId xmlns:a16="http://schemas.microsoft.com/office/drawing/2014/main" id="{FAB7E657-25FD-50B2-AF33-1F8B93007CE1}"/>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8" name="Google Shape;808;p38" descr="Google Shape;808;p38"/>
          <p:cNvPicPr>
            <a:picLocks noChangeAspect="1"/>
          </p:cNvPicPr>
          <p:nvPr/>
        </p:nvPicPr>
        <p:blipFill>
          <a:blip r:embed="rId2"/>
          <a:stretch>
            <a:fillRect/>
          </a:stretch>
        </p:blipFill>
        <p:spPr>
          <a:xfrm>
            <a:off x="0" y="72186"/>
            <a:ext cx="9144000" cy="5143502"/>
          </a:xfrm>
          <a:prstGeom prst="rect">
            <a:avLst/>
          </a:prstGeom>
          <a:ln w="12700">
            <a:miter lim="400000"/>
          </a:ln>
        </p:spPr>
      </p:pic>
      <p:sp>
        <p:nvSpPr>
          <p:cNvPr id="871" name="Google Shape;801;p38"/>
          <p:cNvSpPr txBox="1"/>
          <p:nvPr/>
        </p:nvSpPr>
        <p:spPr>
          <a:xfrm>
            <a:off x="261048" y="949583"/>
            <a:ext cx="5370280" cy="939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3000">
                <a:solidFill>
                  <a:srgbClr val="003868"/>
                </a:solidFill>
                <a:latin typeface="Montserrat Bold"/>
                <a:ea typeface="Montserrat Bold"/>
                <a:cs typeface="Montserrat Bold"/>
                <a:sym typeface="Montserrat Bold"/>
              </a:defRPr>
            </a:lvl1pPr>
          </a:lstStyle>
          <a:p>
            <a:r>
              <a:rPr lang="en-GB" dirty="0"/>
              <a:t>Calculation for GOSI Deduction:</a:t>
            </a:r>
            <a:endParaRPr dirty="0"/>
          </a:p>
        </p:txBody>
      </p:sp>
      <p:pic>
        <p:nvPicPr>
          <p:cNvPr id="872" name="Google Shape;802;p38" descr="Google Shape;802;p38"/>
          <p:cNvPicPr>
            <a:picLocks noChangeAspect="1"/>
          </p:cNvPicPr>
          <p:nvPr/>
        </p:nvPicPr>
        <p:blipFill>
          <a:blip r:embed="rId3"/>
          <a:stretch>
            <a:fillRect/>
          </a:stretch>
        </p:blipFill>
        <p:spPr>
          <a:xfrm>
            <a:off x="252350" y="146743"/>
            <a:ext cx="998700" cy="364316"/>
          </a:xfrm>
          <a:prstGeom prst="rect">
            <a:avLst/>
          </a:prstGeom>
          <a:ln w="12700">
            <a:miter lim="400000"/>
          </a:ln>
        </p:spPr>
      </p:pic>
      <p:grpSp>
        <p:nvGrpSpPr>
          <p:cNvPr id="876" name="Google Shape;803;p38"/>
          <p:cNvGrpSpPr/>
          <p:nvPr/>
        </p:nvGrpSpPr>
        <p:grpSpPr>
          <a:xfrm>
            <a:off x="252346" y="4832796"/>
            <a:ext cx="8659860" cy="127001"/>
            <a:chOff x="0" y="0"/>
            <a:chExt cx="8659858" cy="127000"/>
          </a:xfrm>
        </p:grpSpPr>
        <p:sp>
          <p:nvSpPr>
            <p:cNvPr id="873" name="Google Shape;804;p38"/>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874" name="Google Shape;805;p38"/>
            <p:cNvSpPr txBox="1"/>
            <p:nvPr/>
          </p:nvSpPr>
          <p:spPr>
            <a:xfrm>
              <a:off x="0" y="0"/>
              <a:ext cx="731105"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Leaves</a:t>
              </a:r>
            </a:p>
          </p:txBody>
        </p:sp>
        <p:sp>
          <p:nvSpPr>
            <p:cNvPr id="875" name="Google Shape;806;p38"/>
            <p:cNvSpPr txBox="1"/>
            <p:nvPr/>
          </p:nvSpPr>
          <p:spPr>
            <a:xfrm>
              <a:off x="8408455" y="0"/>
              <a:ext cx="251404"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38</a:t>
              </a:r>
            </a:p>
          </p:txBody>
        </p:sp>
      </p:grpSp>
      <p:sp>
        <p:nvSpPr>
          <p:cNvPr id="877" name="Google Shape;807;p38"/>
          <p:cNvSpPr txBox="1"/>
          <p:nvPr/>
        </p:nvSpPr>
        <p:spPr>
          <a:xfrm>
            <a:off x="261048" y="2327908"/>
            <a:ext cx="6436114" cy="16158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marL="285750" indent="-285750">
              <a:buFont typeface="Arial" panose="020B0604020202020204" pitchFamily="34" charset="0"/>
              <a:buChar char="•"/>
            </a:pPr>
            <a:r>
              <a:rPr lang="en-GB" sz="1500" dirty="0">
                <a:solidFill>
                  <a:srgbClr val="003868"/>
                </a:solidFill>
                <a:latin typeface="Montserrat Medium"/>
                <a:ea typeface="Montserrat Medium"/>
                <a:cs typeface="Montserrat Medium"/>
                <a:sym typeface="Montserrat Medium"/>
              </a:rPr>
              <a:t>Deduction=(Basic Salary + Housing Allowance)×9.75%</a:t>
            </a:r>
          </a:p>
          <a:p>
            <a:pPr marL="285750" indent="-285750">
              <a:buFont typeface="Arial" panose="020B0604020202020204" pitchFamily="34" charset="0"/>
              <a:buChar char="•"/>
            </a:pPr>
            <a:endParaRPr lang="en-GB" sz="1500" dirty="0">
              <a:solidFill>
                <a:srgbClr val="003868"/>
              </a:solidFill>
              <a:latin typeface="Montserrat Medium"/>
              <a:ea typeface="Montserrat Medium"/>
              <a:cs typeface="Montserrat Medium"/>
              <a:sym typeface="Montserrat Medium"/>
            </a:endParaRPr>
          </a:p>
          <a:p>
            <a:pPr marL="285750" indent="-285750">
              <a:buFont typeface="Arial" panose="020B0604020202020204" pitchFamily="34" charset="0"/>
              <a:buChar char="•"/>
            </a:pPr>
            <a:endParaRPr lang="en-GB" sz="1500" dirty="0">
              <a:solidFill>
                <a:srgbClr val="003868"/>
              </a:solidFill>
              <a:latin typeface="Montserrat Medium"/>
              <a:ea typeface="Montserrat Medium"/>
              <a:cs typeface="Montserrat Medium"/>
              <a:sym typeface="Montserrat Medium"/>
            </a:endParaRPr>
          </a:p>
          <a:p>
            <a:pPr marL="285750" indent="-285750">
              <a:buFont typeface="Arial" panose="020B0604020202020204" pitchFamily="34" charset="0"/>
              <a:buChar char="•"/>
            </a:pPr>
            <a:r>
              <a:rPr sz="1500" dirty="0">
                <a:solidFill>
                  <a:srgbClr val="003868"/>
                </a:solidFill>
                <a:latin typeface="Montserrat Medium"/>
                <a:ea typeface="Montserrat Medium"/>
                <a:cs typeface="Montserrat Medium"/>
              </a:rPr>
              <a:t>Ex</a:t>
            </a:r>
            <a:r>
              <a:rPr lang="en-GB" sz="1500" dirty="0">
                <a:solidFill>
                  <a:srgbClr val="003868"/>
                </a:solidFill>
                <a:latin typeface="Montserrat Medium"/>
                <a:ea typeface="Montserrat Medium"/>
                <a:cs typeface="Montserrat Medium"/>
              </a:rPr>
              <a:t>ample:</a:t>
            </a:r>
          </a:p>
          <a:p>
            <a:pPr marL="19050" algn="ctr">
              <a:buClr>
                <a:srgbClr val="003868"/>
              </a:buClr>
              <a:buSzPts val="1500"/>
              <a:defRPr sz="1500">
                <a:solidFill>
                  <a:srgbClr val="003868"/>
                </a:solidFill>
                <a:latin typeface="Montserrat Medium"/>
                <a:ea typeface="Montserrat Medium"/>
                <a:cs typeface="Montserrat Medium"/>
                <a:sym typeface="Montserrat Medium"/>
              </a:defRPr>
            </a:pPr>
            <a:r>
              <a:rPr lang="en-GB" sz="1500" dirty="0">
                <a:sym typeface="Montserrat Medium"/>
              </a:rPr>
              <a:t>(4800+1200)×9.75%</a:t>
            </a:r>
          </a:p>
          <a:p>
            <a:pPr marL="19050" algn="ctr">
              <a:buClr>
                <a:srgbClr val="003868"/>
              </a:buClr>
              <a:buSzPts val="1500"/>
              <a:defRPr sz="1500">
                <a:solidFill>
                  <a:srgbClr val="003868"/>
                </a:solidFill>
                <a:latin typeface="Montserrat Medium"/>
                <a:ea typeface="Montserrat Medium"/>
                <a:cs typeface="Montserrat Medium"/>
                <a:sym typeface="Montserrat Medium"/>
              </a:defRPr>
            </a:pPr>
            <a:endParaRPr lang="en-GB" sz="1500" dirty="0">
              <a:sym typeface="Montserrat Medium"/>
            </a:endParaRPr>
          </a:p>
          <a:p>
            <a:pPr marL="19050" algn="ctr">
              <a:buClr>
                <a:srgbClr val="003868"/>
              </a:buClr>
              <a:buSzPts val="1500"/>
              <a:defRPr sz="1500">
                <a:solidFill>
                  <a:srgbClr val="003868"/>
                </a:solidFill>
                <a:latin typeface="Montserrat Medium"/>
                <a:ea typeface="Montserrat Medium"/>
                <a:cs typeface="Montserrat Medium"/>
                <a:sym typeface="Montserrat Medium"/>
              </a:defRPr>
            </a:pPr>
            <a:r>
              <a:rPr lang="en-GB" dirty="0"/>
              <a:t>6000×9.75%=585 (deducted from total salary)</a:t>
            </a:r>
            <a:endParaRPr dirty="0"/>
          </a:p>
        </p:txBody>
      </p:sp>
      <p:sp>
        <p:nvSpPr>
          <p:cNvPr id="2" name="GVCLASSIFICATIONHEADER309812172">
            <a:extLst>
              <a:ext uri="{FF2B5EF4-FFF2-40B4-BE49-F238E27FC236}">
                <a16:creationId xmlns:a16="http://schemas.microsoft.com/office/drawing/2014/main" id="{52368674-CBF5-ACEB-5417-FBBD872D5738}"/>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2" name="Google Shape;828;p40"/>
          <p:cNvSpPr txBox="1"/>
          <p:nvPr/>
        </p:nvSpPr>
        <p:spPr>
          <a:xfrm>
            <a:off x="261048" y="949586"/>
            <a:ext cx="2734468"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3000">
                <a:solidFill>
                  <a:srgbClr val="003868"/>
                </a:solidFill>
                <a:latin typeface="Montserrat Bold"/>
                <a:ea typeface="Montserrat Bold"/>
                <a:cs typeface="Montserrat Bold"/>
                <a:sym typeface="Montserrat Bold"/>
              </a:defRPr>
            </a:lvl1pPr>
          </a:lstStyle>
          <a:p>
            <a:r>
              <a:rPr lang="en-GB" dirty="0"/>
              <a:t>L</a:t>
            </a:r>
            <a:r>
              <a:rPr dirty="0" err="1"/>
              <a:t>etters</a:t>
            </a:r>
            <a:endParaRPr dirty="0"/>
          </a:p>
        </p:txBody>
      </p:sp>
      <p:pic>
        <p:nvPicPr>
          <p:cNvPr id="893" name="Google Shape;829;p40" descr="Google Shape;829;p40"/>
          <p:cNvPicPr>
            <a:picLocks noChangeAspect="1"/>
          </p:cNvPicPr>
          <p:nvPr/>
        </p:nvPicPr>
        <p:blipFill>
          <a:blip r:embed="rId2"/>
          <a:stretch>
            <a:fillRect/>
          </a:stretch>
        </p:blipFill>
        <p:spPr>
          <a:xfrm>
            <a:off x="252350" y="146743"/>
            <a:ext cx="998700" cy="364316"/>
          </a:xfrm>
          <a:prstGeom prst="rect">
            <a:avLst/>
          </a:prstGeom>
          <a:ln w="12700">
            <a:miter lim="400000"/>
          </a:ln>
        </p:spPr>
      </p:pic>
      <p:grpSp>
        <p:nvGrpSpPr>
          <p:cNvPr id="897" name="Google Shape;830;p40"/>
          <p:cNvGrpSpPr/>
          <p:nvPr/>
        </p:nvGrpSpPr>
        <p:grpSpPr>
          <a:xfrm>
            <a:off x="252346" y="4832796"/>
            <a:ext cx="8659860" cy="127001"/>
            <a:chOff x="0" y="0"/>
            <a:chExt cx="8659858" cy="127000"/>
          </a:xfrm>
        </p:grpSpPr>
        <p:sp>
          <p:nvSpPr>
            <p:cNvPr id="894" name="Google Shape;831;p40"/>
            <p:cNvSpPr/>
            <p:nvPr/>
          </p:nvSpPr>
          <p:spPr>
            <a:xfrm>
              <a:off x="543982" y="54650"/>
              <a:ext cx="7881852" cy="17706"/>
            </a:xfrm>
            <a:prstGeom prst="rect">
              <a:avLst/>
            </a:prstGeom>
            <a:solidFill>
              <a:srgbClr val="004A7A"/>
            </a:solidFill>
            <a:ln w="12700" cap="flat">
              <a:noFill/>
              <a:miter lim="400000"/>
            </a:ln>
            <a:effectLst/>
          </p:spPr>
          <p:txBody>
            <a:bodyPr wrap="square" lIns="0" tIns="0" rIns="0" bIns="0" numCol="1" anchor="ctr">
              <a:noAutofit/>
            </a:bodyPr>
            <a:lstStyle/>
            <a:p>
              <a:pPr algn="ctr"/>
              <a:endParaRPr/>
            </a:p>
          </p:txBody>
        </p:sp>
        <p:sp>
          <p:nvSpPr>
            <p:cNvPr id="895" name="Google Shape;832;p40"/>
            <p:cNvSpPr txBox="1"/>
            <p:nvPr/>
          </p:nvSpPr>
          <p:spPr>
            <a:xfrm>
              <a:off x="0" y="0"/>
              <a:ext cx="731105"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Letters</a:t>
              </a:r>
            </a:p>
          </p:txBody>
        </p:sp>
        <p:sp>
          <p:nvSpPr>
            <p:cNvPr id="896" name="Google Shape;833;p40"/>
            <p:cNvSpPr txBox="1"/>
            <p:nvPr/>
          </p:nvSpPr>
          <p:spPr>
            <a:xfrm>
              <a:off x="8408455" y="0"/>
              <a:ext cx="251404"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40</a:t>
              </a:r>
            </a:p>
          </p:txBody>
        </p:sp>
      </p:grpSp>
      <p:sp>
        <p:nvSpPr>
          <p:cNvPr id="898" name="Google Shape;834;p40"/>
          <p:cNvSpPr txBox="1"/>
          <p:nvPr/>
        </p:nvSpPr>
        <p:spPr>
          <a:xfrm>
            <a:off x="261048" y="1858014"/>
            <a:ext cx="6436113" cy="12003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marL="31750">
              <a:buClr>
                <a:srgbClr val="003868"/>
              </a:buClr>
              <a:buSzPts val="1300"/>
              <a:defRPr sz="1300">
                <a:solidFill>
                  <a:srgbClr val="003868"/>
                </a:solidFill>
                <a:latin typeface="Montserrat Medium"/>
                <a:ea typeface="Montserrat Medium"/>
                <a:cs typeface="Montserrat Medium"/>
                <a:sym typeface="Montserrat Medium"/>
              </a:defRPr>
            </a:pPr>
            <a:r>
              <a:rPr lang="en-GB" dirty="0"/>
              <a:t>Letters can be requested through the Oracle system, with or without salary details included.</a:t>
            </a:r>
          </a:p>
          <a:p>
            <a:pPr marL="114300" indent="-82550">
              <a:buClr>
                <a:srgbClr val="003868"/>
              </a:buClr>
              <a:buSzPts val="1300"/>
              <a:buFont typeface="Montserrat Medium"/>
              <a:buChar char="-"/>
              <a:defRPr sz="1300">
                <a:solidFill>
                  <a:srgbClr val="003868"/>
                </a:solidFill>
                <a:latin typeface="Montserrat Medium"/>
                <a:ea typeface="Montserrat Medium"/>
                <a:cs typeface="Montserrat Medium"/>
                <a:sym typeface="Montserrat Medium"/>
              </a:defRPr>
            </a:pPr>
            <a:endParaRPr lang="en-GB" dirty="0"/>
          </a:p>
          <a:p>
            <a:pPr marL="31750">
              <a:buClr>
                <a:srgbClr val="003868"/>
              </a:buClr>
              <a:buSzPts val="1300"/>
              <a:defRPr sz="1300">
                <a:solidFill>
                  <a:srgbClr val="003868"/>
                </a:solidFill>
                <a:latin typeface="Montserrat Medium"/>
                <a:ea typeface="Montserrat Medium"/>
                <a:cs typeface="Montserrat Medium"/>
                <a:sym typeface="Montserrat Medium"/>
              </a:defRPr>
            </a:pPr>
            <a:r>
              <a:rPr lang="en-GB" dirty="0"/>
              <a:t>Examples:</a:t>
            </a:r>
          </a:p>
          <a:p>
            <a:pPr marL="317500" indent="-285750">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dirty="0"/>
              <a:t>Letters to governmental entities</a:t>
            </a:r>
          </a:p>
          <a:p>
            <a:pPr marL="317500" indent="-285750">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dirty="0"/>
              <a:t>Vacation approval letters"</a:t>
            </a:r>
            <a:endParaRPr dirty="0"/>
          </a:p>
        </p:txBody>
      </p:sp>
      <p:pic>
        <p:nvPicPr>
          <p:cNvPr id="899" name="Google Shape;835;p40" descr="Google Shape;835;p40"/>
          <p:cNvPicPr>
            <a:picLocks noChangeAspect="1"/>
          </p:cNvPicPr>
          <p:nvPr/>
        </p:nvPicPr>
        <p:blipFill>
          <a:blip r:embed="rId3"/>
          <a:srcRect l="46019" t="56124" r="47548" b="32193"/>
          <a:stretch>
            <a:fillRect/>
          </a:stretch>
        </p:blipFill>
        <p:spPr>
          <a:xfrm>
            <a:off x="8658791" y="136089"/>
            <a:ext cx="369130" cy="364307"/>
          </a:xfrm>
          <a:prstGeom prst="rect">
            <a:avLst/>
          </a:prstGeom>
          <a:ln w="12700">
            <a:miter lim="400000"/>
          </a:ln>
        </p:spPr>
      </p:pic>
      <p:grpSp>
        <p:nvGrpSpPr>
          <p:cNvPr id="902" name="Google Shape;836;p40"/>
          <p:cNvGrpSpPr/>
          <p:nvPr/>
        </p:nvGrpSpPr>
        <p:grpSpPr>
          <a:xfrm>
            <a:off x="1807802" y="3853814"/>
            <a:ext cx="3204357" cy="719107"/>
            <a:chOff x="0" y="0"/>
            <a:chExt cx="3204355" cy="719105"/>
          </a:xfrm>
        </p:grpSpPr>
        <p:sp>
          <p:nvSpPr>
            <p:cNvPr id="900" name="Google Shape;837;p40"/>
            <p:cNvSpPr/>
            <p:nvPr/>
          </p:nvSpPr>
          <p:spPr>
            <a:xfrm>
              <a:off x="-1" y="11882"/>
              <a:ext cx="3204335" cy="695425"/>
            </a:xfrm>
            <a:prstGeom prst="rect">
              <a:avLst/>
            </a:prstGeom>
            <a:solidFill>
              <a:srgbClr val="EDEDED"/>
            </a:solidFill>
            <a:ln w="12700" cap="flat">
              <a:noFill/>
              <a:miter lim="400000"/>
            </a:ln>
            <a:effectLst/>
          </p:spPr>
          <p:txBody>
            <a:bodyPr wrap="square" lIns="0" tIns="0" rIns="0" bIns="0" numCol="1" anchor="ctr">
              <a:noAutofit/>
            </a:bodyPr>
            <a:lstStyle/>
            <a:p>
              <a:pPr>
                <a:defRPr sz="1800">
                  <a:latin typeface="Calibri"/>
                  <a:ea typeface="Calibri"/>
                  <a:cs typeface="Calibri"/>
                  <a:sym typeface="Calibri"/>
                </a:defRPr>
              </a:pPr>
              <a:endParaRPr/>
            </a:p>
          </p:txBody>
        </p:sp>
        <p:pic>
          <p:nvPicPr>
            <p:cNvPr id="901" name="Google Shape;838;p40" descr="Google Shape;838;p40"/>
            <p:cNvPicPr>
              <a:picLocks noChangeAspect="1"/>
            </p:cNvPicPr>
            <p:nvPr/>
          </p:nvPicPr>
          <p:blipFill>
            <a:blip r:embed="rId4"/>
            <a:srcRect t="21940" b="22623"/>
            <a:stretch>
              <a:fillRect/>
            </a:stretch>
          </p:blipFill>
          <p:spPr>
            <a:xfrm>
              <a:off x="22" y="0"/>
              <a:ext cx="3204334" cy="719106"/>
            </a:xfrm>
            <a:prstGeom prst="rect">
              <a:avLst/>
            </a:prstGeom>
            <a:ln w="38100" cap="sq">
              <a:solidFill>
                <a:srgbClr val="FFFFFF"/>
              </a:solidFill>
              <a:prstDash val="solid"/>
              <a:miter lim="400000"/>
            </a:ln>
            <a:effectLst/>
          </p:spPr>
        </p:pic>
      </p:grpSp>
      <p:sp>
        <p:nvSpPr>
          <p:cNvPr id="2" name="GVCLASSIFICATIONHEADER377596318">
            <a:extLst>
              <a:ext uri="{FF2B5EF4-FFF2-40B4-BE49-F238E27FC236}">
                <a16:creationId xmlns:a16="http://schemas.microsoft.com/office/drawing/2014/main" id="{24F22C39-6926-FB74-7747-81AB4BC99D09}"/>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 name="Google Shape;655;p25" descr="Google Shape;655;p25"/>
          <p:cNvPicPr>
            <a:picLocks noChangeAspect="1"/>
          </p:cNvPicPr>
          <p:nvPr/>
        </p:nvPicPr>
        <p:blipFill>
          <a:blip r:embed="rId2"/>
          <a:stretch>
            <a:fillRect/>
          </a:stretch>
        </p:blipFill>
        <p:spPr>
          <a:xfrm>
            <a:off x="0" y="0"/>
            <a:ext cx="9144000" cy="5143502"/>
          </a:xfrm>
          <a:prstGeom prst="rect">
            <a:avLst/>
          </a:prstGeom>
          <a:ln w="12700">
            <a:miter lim="400000"/>
          </a:ln>
        </p:spPr>
      </p:pic>
      <p:sp>
        <p:nvSpPr>
          <p:cNvPr id="904" name="Google Shape;844;p41"/>
          <p:cNvSpPr txBox="1"/>
          <p:nvPr/>
        </p:nvSpPr>
        <p:spPr>
          <a:xfrm>
            <a:off x="261048" y="949586"/>
            <a:ext cx="5370280"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3000">
                <a:solidFill>
                  <a:srgbClr val="003868"/>
                </a:solidFill>
                <a:latin typeface="Montserrat Bold"/>
                <a:ea typeface="Montserrat Bold"/>
                <a:cs typeface="Montserrat Bold"/>
                <a:sym typeface="Montserrat Bold"/>
              </a:defRPr>
            </a:lvl1pPr>
          </a:lstStyle>
          <a:p>
            <a:r>
              <a:t>Overtime</a:t>
            </a:r>
          </a:p>
        </p:txBody>
      </p:sp>
      <p:pic>
        <p:nvPicPr>
          <p:cNvPr id="905" name="Google Shape;845;p41" descr="Google Shape;845;p41"/>
          <p:cNvPicPr>
            <a:picLocks noChangeAspect="1"/>
          </p:cNvPicPr>
          <p:nvPr/>
        </p:nvPicPr>
        <p:blipFill>
          <a:blip r:embed="rId3"/>
          <a:stretch>
            <a:fillRect/>
          </a:stretch>
        </p:blipFill>
        <p:spPr>
          <a:xfrm>
            <a:off x="252350" y="146743"/>
            <a:ext cx="998700" cy="364316"/>
          </a:xfrm>
          <a:prstGeom prst="rect">
            <a:avLst/>
          </a:prstGeom>
          <a:ln w="12700">
            <a:miter lim="400000"/>
          </a:ln>
        </p:spPr>
      </p:pic>
      <p:grpSp>
        <p:nvGrpSpPr>
          <p:cNvPr id="909" name="Google Shape;846;p41"/>
          <p:cNvGrpSpPr/>
          <p:nvPr/>
        </p:nvGrpSpPr>
        <p:grpSpPr>
          <a:xfrm>
            <a:off x="252346" y="4832796"/>
            <a:ext cx="8659860" cy="127001"/>
            <a:chOff x="0" y="0"/>
            <a:chExt cx="8659858" cy="127000"/>
          </a:xfrm>
        </p:grpSpPr>
        <p:sp>
          <p:nvSpPr>
            <p:cNvPr id="906" name="Google Shape;847;p41"/>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907" name="Google Shape;848;p41"/>
            <p:cNvSpPr txBox="1"/>
            <p:nvPr/>
          </p:nvSpPr>
          <p:spPr>
            <a:xfrm>
              <a:off x="0" y="0"/>
              <a:ext cx="731105"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Overtime</a:t>
              </a:r>
            </a:p>
          </p:txBody>
        </p:sp>
        <p:sp>
          <p:nvSpPr>
            <p:cNvPr id="908" name="Google Shape;849;p41"/>
            <p:cNvSpPr txBox="1"/>
            <p:nvPr/>
          </p:nvSpPr>
          <p:spPr>
            <a:xfrm>
              <a:off x="8408455" y="0"/>
              <a:ext cx="251404"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41</a:t>
              </a:r>
            </a:p>
          </p:txBody>
        </p:sp>
      </p:grpSp>
      <p:sp>
        <p:nvSpPr>
          <p:cNvPr id="910" name="Google Shape;850;p41"/>
          <p:cNvSpPr txBox="1"/>
          <p:nvPr/>
        </p:nvSpPr>
        <p:spPr>
          <a:xfrm>
            <a:off x="261048" y="1771532"/>
            <a:ext cx="6436201" cy="80021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marL="31750">
              <a:buClr>
                <a:srgbClr val="003868"/>
              </a:buClr>
              <a:buSzPts val="1300"/>
              <a:defRPr sz="1300">
                <a:solidFill>
                  <a:srgbClr val="003868"/>
                </a:solidFill>
                <a:latin typeface="Montserrat Medium"/>
                <a:ea typeface="Montserrat Medium"/>
                <a:cs typeface="Montserrat Medium"/>
                <a:sym typeface="Montserrat Medium"/>
              </a:defRPr>
            </a:pPr>
            <a:r>
              <a:rPr lang="en-GB" sz="1300" dirty="0">
                <a:sym typeface="Montserrat Medium"/>
              </a:rPr>
              <a:t>Overtime pay depends on the employee's grade.</a:t>
            </a:r>
          </a:p>
          <a:p>
            <a:pPr marL="114300" indent="-82550">
              <a:buClr>
                <a:srgbClr val="003868"/>
              </a:buClr>
              <a:buSzPts val="1300"/>
              <a:buFont typeface="Montserrat Medium"/>
              <a:buChar char="-"/>
              <a:defRPr sz="1300">
                <a:solidFill>
                  <a:srgbClr val="003868"/>
                </a:solidFill>
                <a:latin typeface="Montserrat Medium"/>
                <a:ea typeface="Montserrat Medium"/>
                <a:cs typeface="Montserrat Medium"/>
                <a:sym typeface="Montserrat Medium"/>
              </a:defRPr>
            </a:pPr>
            <a:endParaRPr lang="en-GB" sz="1300" dirty="0">
              <a:sym typeface="Montserrat Medium"/>
            </a:endParaRPr>
          </a:p>
          <a:p>
            <a:pPr marL="114300" indent="-82550">
              <a:buClr>
                <a:srgbClr val="003868"/>
              </a:buClr>
              <a:buSzPts val="1300"/>
              <a:buFont typeface="Montserrat Medium"/>
              <a:buChar char="-"/>
              <a:defRPr sz="1300">
                <a:solidFill>
                  <a:srgbClr val="003868"/>
                </a:solidFill>
                <a:latin typeface="Montserrat Medium"/>
                <a:ea typeface="Montserrat Medium"/>
                <a:cs typeface="Montserrat Medium"/>
                <a:sym typeface="Montserrat Medium"/>
              </a:defRPr>
            </a:pPr>
            <a:endParaRPr lang="en-GB" sz="1300" dirty="0">
              <a:sym typeface="Montserrat Medium"/>
            </a:endParaRPr>
          </a:p>
          <a:p>
            <a:pPr marL="114300" indent="-82550">
              <a:buClr>
                <a:srgbClr val="003868"/>
              </a:buClr>
              <a:buSzPts val="1300"/>
              <a:buFont typeface="Montserrat Medium"/>
              <a:buChar char="-"/>
              <a:defRPr sz="1300">
                <a:solidFill>
                  <a:srgbClr val="003868"/>
                </a:solidFill>
                <a:latin typeface="Montserrat Medium"/>
                <a:ea typeface="Montserrat Medium"/>
                <a:cs typeface="Montserrat Medium"/>
                <a:sym typeface="Montserrat Medium"/>
              </a:defRPr>
            </a:pPr>
            <a:endParaRPr lang="en-GB" sz="1300" dirty="0">
              <a:sym typeface="Montserrat Medium"/>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35948" y="2369073"/>
            <a:ext cx="3886400" cy="1835244"/>
          </a:xfrm>
          <a:prstGeom prst="rect">
            <a:avLst/>
          </a:prstGeom>
        </p:spPr>
      </p:pic>
      <p:sp>
        <p:nvSpPr>
          <p:cNvPr id="2" name="GVCLASSIFICATIONHEADER1567280283">
            <a:extLst>
              <a:ext uri="{FF2B5EF4-FFF2-40B4-BE49-F238E27FC236}">
                <a16:creationId xmlns:a16="http://schemas.microsoft.com/office/drawing/2014/main" id="{DAD21599-9F8F-0643-6245-66E5D5AC5315}"/>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0" name="Google Shape;862;p42" descr="Google Shape;862;p42"/>
          <p:cNvPicPr>
            <a:picLocks noChangeAspect="1"/>
          </p:cNvPicPr>
          <p:nvPr/>
        </p:nvPicPr>
        <p:blipFill>
          <a:blip r:embed="rId2"/>
          <a:stretch>
            <a:fillRect/>
          </a:stretch>
        </p:blipFill>
        <p:spPr>
          <a:xfrm>
            <a:off x="0" y="0"/>
            <a:ext cx="9144000" cy="5143502"/>
          </a:xfrm>
          <a:prstGeom prst="rect">
            <a:avLst/>
          </a:prstGeom>
          <a:ln w="12700">
            <a:miter lim="400000"/>
          </a:ln>
        </p:spPr>
      </p:pic>
      <p:sp>
        <p:nvSpPr>
          <p:cNvPr id="913" name="Google Shape;855;p42"/>
          <p:cNvSpPr txBox="1"/>
          <p:nvPr/>
        </p:nvSpPr>
        <p:spPr>
          <a:xfrm>
            <a:off x="261048" y="949586"/>
            <a:ext cx="5370280"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3000">
                <a:solidFill>
                  <a:srgbClr val="003868"/>
                </a:solidFill>
                <a:latin typeface="Montserrat Bold"/>
                <a:ea typeface="Montserrat Bold"/>
                <a:cs typeface="Montserrat Bold"/>
                <a:sym typeface="Montserrat Bold"/>
              </a:defRPr>
            </a:lvl1pPr>
          </a:lstStyle>
          <a:p>
            <a:r>
              <a:rPr dirty="0"/>
              <a:t>SCFHS</a:t>
            </a:r>
          </a:p>
        </p:txBody>
      </p:sp>
      <p:pic>
        <p:nvPicPr>
          <p:cNvPr id="914" name="Google Shape;856;p42" descr="Google Shape;856;p42"/>
          <p:cNvPicPr>
            <a:picLocks noChangeAspect="1"/>
          </p:cNvPicPr>
          <p:nvPr/>
        </p:nvPicPr>
        <p:blipFill>
          <a:blip r:embed="rId3"/>
          <a:stretch>
            <a:fillRect/>
          </a:stretch>
        </p:blipFill>
        <p:spPr>
          <a:xfrm>
            <a:off x="252350" y="146743"/>
            <a:ext cx="998700" cy="364316"/>
          </a:xfrm>
          <a:prstGeom prst="rect">
            <a:avLst/>
          </a:prstGeom>
          <a:ln w="12700">
            <a:miter lim="400000"/>
          </a:ln>
        </p:spPr>
      </p:pic>
      <p:grpSp>
        <p:nvGrpSpPr>
          <p:cNvPr id="918" name="Google Shape;857;p42"/>
          <p:cNvGrpSpPr/>
          <p:nvPr/>
        </p:nvGrpSpPr>
        <p:grpSpPr>
          <a:xfrm>
            <a:off x="252346" y="4832796"/>
            <a:ext cx="8659860" cy="127001"/>
            <a:chOff x="0" y="0"/>
            <a:chExt cx="8659858" cy="127000"/>
          </a:xfrm>
        </p:grpSpPr>
        <p:sp>
          <p:nvSpPr>
            <p:cNvPr id="915" name="Google Shape;858;p42"/>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916" name="Google Shape;859;p42"/>
            <p:cNvSpPr txBox="1"/>
            <p:nvPr/>
          </p:nvSpPr>
          <p:spPr>
            <a:xfrm>
              <a:off x="0" y="0"/>
              <a:ext cx="731105"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SCFHS</a:t>
              </a:r>
            </a:p>
          </p:txBody>
        </p:sp>
        <p:sp>
          <p:nvSpPr>
            <p:cNvPr id="917" name="Google Shape;860;p42"/>
            <p:cNvSpPr txBox="1"/>
            <p:nvPr/>
          </p:nvSpPr>
          <p:spPr>
            <a:xfrm>
              <a:off x="8408455" y="0"/>
              <a:ext cx="251404"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42</a:t>
              </a:r>
            </a:p>
          </p:txBody>
        </p:sp>
      </p:grpSp>
      <p:sp>
        <p:nvSpPr>
          <p:cNvPr id="919" name="Google Shape;861;p42"/>
          <p:cNvSpPr txBox="1"/>
          <p:nvPr/>
        </p:nvSpPr>
        <p:spPr>
          <a:xfrm>
            <a:off x="261048" y="1858014"/>
            <a:ext cx="6436113" cy="18004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marL="317500" indent="-285750" algn="just">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dirty="0" err="1"/>
              <a:t>Mumaris</a:t>
            </a:r>
            <a:r>
              <a:rPr lang="en-GB" dirty="0"/>
              <a:t> is the unified portal for the services of the Saudi Commission for Health Specialties (SCFHS) for health practitioners in the Kingdom of Saudi Arabia.</a:t>
            </a:r>
          </a:p>
          <a:p>
            <a:pPr marL="317500" indent="-285750" algn="just">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endParaRPr lang="en-GB" dirty="0"/>
          </a:p>
          <a:p>
            <a:pPr marL="317500" indent="-285750" algn="just">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dirty="0"/>
              <a:t>Health practitioners must renew their licenses, and HR will cover the expense claims only. Furthermore, my clinic will not pay any penalties incurred due to delays in renewing practitioners' licenses.</a:t>
            </a:r>
          </a:p>
          <a:p>
            <a:pPr marL="317500" indent="-285750" algn="just">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endParaRPr lang="en-GB" dirty="0"/>
          </a:p>
          <a:p>
            <a:pPr marL="317500" indent="-285750" algn="just">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dirty="0"/>
              <a:t>If a practitioner does not renew their license and only has 30 days left until expiration, HR may suspend them from work.</a:t>
            </a:r>
            <a:endParaRPr dirty="0"/>
          </a:p>
        </p:txBody>
      </p:sp>
      <p:sp>
        <p:nvSpPr>
          <p:cNvPr id="2" name="GVCLASSIFICATIONHEADER960852492">
            <a:extLst>
              <a:ext uri="{FF2B5EF4-FFF2-40B4-BE49-F238E27FC236}">
                <a16:creationId xmlns:a16="http://schemas.microsoft.com/office/drawing/2014/main" id="{BDF217E3-F20B-CFBD-68AA-73BCF69FA851}"/>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 name="Google Shape;867;p43" descr="Google Shape;867;p43"/>
          <p:cNvPicPr>
            <a:picLocks noChangeAspect="1"/>
          </p:cNvPicPr>
          <p:nvPr/>
        </p:nvPicPr>
        <p:blipFill>
          <a:blip r:embed="rId2"/>
          <a:stretch>
            <a:fillRect/>
          </a:stretch>
        </p:blipFill>
        <p:spPr>
          <a:xfrm>
            <a:off x="252350" y="146743"/>
            <a:ext cx="998700" cy="364316"/>
          </a:xfrm>
          <a:prstGeom prst="rect">
            <a:avLst/>
          </a:prstGeom>
          <a:ln w="12700">
            <a:miter lim="400000"/>
          </a:ln>
        </p:spPr>
      </p:pic>
      <p:grpSp>
        <p:nvGrpSpPr>
          <p:cNvPr id="926" name="Google Shape;868;p43"/>
          <p:cNvGrpSpPr/>
          <p:nvPr/>
        </p:nvGrpSpPr>
        <p:grpSpPr>
          <a:xfrm>
            <a:off x="252346" y="4832796"/>
            <a:ext cx="8659860" cy="127001"/>
            <a:chOff x="0" y="0"/>
            <a:chExt cx="8659858" cy="127000"/>
          </a:xfrm>
        </p:grpSpPr>
        <p:sp>
          <p:nvSpPr>
            <p:cNvPr id="923" name="Google Shape;869;p43"/>
            <p:cNvSpPr/>
            <p:nvPr/>
          </p:nvSpPr>
          <p:spPr>
            <a:xfrm>
              <a:off x="543982" y="54650"/>
              <a:ext cx="7881852" cy="17706"/>
            </a:xfrm>
            <a:prstGeom prst="rect">
              <a:avLst/>
            </a:prstGeom>
            <a:solidFill>
              <a:srgbClr val="004A7A"/>
            </a:solidFill>
            <a:ln w="12700" cap="flat">
              <a:noFill/>
              <a:miter lim="400000"/>
            </a:ln>
            <a:effectLst/>
          </p:spPr>
          <p:txBody>
            <a:bodyPr wrap="square" lIns="0" tIns="0" rIns="0" bIns="0" numCol="1" anchor="ctr">
              <a:noAutofit/>
            </a:bodyPr>
            <a:lstStyle/>
            <a:p>
              <a:pPr algn="ctr"/>
              <a:endParaRPr/>
            </a:p>
          </p:txBody>
        </p:sp>
        <p:sp>
          <p:nvSpPr>
            <p:cNvPr id="924" name="Google Shape;870;p43"/>
            <p:cNvSpPr txBox="1"/>
            <p:nvPr/>
          </p:nvSpPr>
          <p:spPr>
            <a:xfrm>
              <a:off x="0" y="0"/>
              <a:ext cx="731105"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Leaves</a:t>
              </a:r>
            </a:p>
          </p:txBody>
        </p:sp>
        <p:sp>
          <p:nvSpPr>
            <p:cNvPr id="925" name="Google Shape;871;p43"/>
            <p:cNvSpPr txBox="1"/>
            <p:nvPr/>
          </p:nvSpPr>
          <p:spPr>
            <a:xfrm>
              <a:off x="8408455" y="0"/>
              <a:ext cx="251404"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43</a:t>
              </a:r>
            </a:p>
          </p:txBody>
        </p:sp>
      </p:grpSp>
      <p:pic>
        <p:nvPicPr>
          <p:cNvPr id="927" name="Google Shape;872;p43" descr="Google Shape;872;p43"/>
          <p:cNvPicPr>
            <a:picLocks noChangeAspect="1"/>
          </p:cNvPicPr>
          <p:nvPr/>
        </p:nvPicPr>
        <p:blipFill>
          <a:blip r:embed="rId3"/>
          <a:srcRect l="46020" t="56124" r="47548" b="32193"/>
          <a:stretch>
            <a:fillRect/>
          </a:stretch>
        </p:blipFill>
        <p:spPr>
          <a:xfrm>
            <a:off x="8658790" y="136089"/>
            <a:ext cx="369130" cy="364307"/>
          </a:xfrm>
          <a:prstGeom prst="rect">
            <a:avLst/>
          </a:prstGeom>
          <a:ln w="12700">
            <a:miter lim="400000"/>
          </a:ln>
        </p:spPr>
      </p:pic>
      <p:pic>
        <p:nvPicPr>
          <p:cNvPr id="928" name="Google Shape;873;p43" descr="Google Shape;873;p43"/>
          <p:cNvPicPr>
            <a:picLocks noChangeAspect="1"/>
          </p:cNvPicPr>
          <p:nvPr/>
        </p:nvPicPr>
        <p:blipFill>
          <a:blip r:embed="rId4"/>
          <a:srcRect t="11311" r="4598" b="6452"/>
          <a:stretch>
            <a:fillRect/>
          </a:stretch>
        </p:blipFill>
        <p:spPr>
          <a:xfrm>
            <a:off x="936087" y="905832"/>
            <a:ext cx="7033573" cy="3532354"/>
          </a:xfrm>
          <a:prstGeom prst="rect">
            <a:avLst/>
          </a:prstGeom>
          <a:ln w="12700">
            <a:miter lim="400000"/>
          </a:ln>
        </p:spPr>
      </p:pic>
      <p:sp>
        <p:nvSpPr>
          <p:cNvPr id="2" name="GVCLASSIFICATIONHEADER1028636638">
            <a:extLst>
              <a:ext uri="{FF2B5EF4-FFF2-40B4-BE49-F238E27FC236}">
                <a16:creationId xmlns:a16="http://schemas.microsoft.com/office/drawing/2014/main" id="{2CB6BA36-ECCA-2037-2EFB-1CCE072328C2}"/>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3" cstate="print"/>
          <a:stretch>
            <a:fillRect/>
          </a:stretch>
        </p:blipFill>
        <p:spPr>
          <a:xfrm>
            <a:off x="181892" y="94424"/>
            <a:ext cx="1019175" cy="381000"/>
          </a:xfrm>
          <a:prstGeom prst="rect">
            <a:avLst/>
          </a:prstGeom>
        </p:spPr>
      </p:pic>
      <p:grpSp>
        <p:nvGrpSpPr>
          <p:cNvPr id="4" name="object 4"/>
          <p:cNvGrpSpPr/>
          <p:nvPr/>
        </p:nvGrpSpPr>
        <p:grpSpPr>
          <a:xfrm>
            <a:off x="0" y="530877"/>
            <a:ext cx="1280795" cy="421005"/>
            <a:chOff x="0" y="1061754"/>
            <a:chExt cx="2561590" cy="842010"/>
          </a:xfrm>
        </p:grpSpPr>
        <p:pic>
          <p:nvPicPr>
            <p:cNvPr id="5" name="object 5"/>
            <p:cNvPicPr/>
            <p:nvPr/>
          </p:nvPicPr>
          <p:blipFill>
            <a:blip r:embed="rId4" cstate="print"/>
            <a:stretch>
              <a:fillRect/>
            </a:stretch>
          </p:blipFill>
          <p:spPr>
            <a:xfrm>
              <a:off x="363783" y="1061754"/>
              <a:ext cx="2038349" cy="438149"/>
            </a:xfrm>
            <a:prstGeom prst="rect">
              <a:avLst/>
            </a:prstGeom>
          </p:spPr>
        </p:pic>
        <p:pic>
          <p:nvPicPr>
            <p:cNvPr id="6" name="object 6"/>
            <p:cNvPicPr/>
            <p:nvPr/>
          </p:nvPicPr>
          <p:blipFill>
            <a:blip r:embed="rId5" cstate="print"/>
            <a:stretch>
              <a:fillRect/>
            </a:stretch>
          </p:blipFill>
          <p:spPr>
            <a:xfrm>
              <a:off x="0" y="1503562"/>
              <a:ext cx="2561223" cy="400049"/>
            </a:xfrm>
            <a:prstGeom prst="rect">
              <a:avLst/>
            </a:prstGeom>
          </p:spPr>
        </p:pic>
      </p:grpSp>
      <p:sp>
        <p:nvSpPr>
          <p:cNvPr id="8" name="object 8"/>
          <p:cNvSpPr/>
          <p:nvPr/>
        </p:nvSpPr>
        <p:spPr>
          <a:xfrm>
            <a:off x="0" y="4658620"/>
            <a:ext cx="29528" cy="485140"/>
          </a:xfrm>
          <a:custGeom>
            <a:avLst/>
            <a:gdLst/>
            <a:ahLst/>
            <a:cxnLst/>
            <a:rect l="l" t="t" r="r" b="b"/>
            <a:pathLst>
              <a:path w="59055" h="970279">
                <a:moveTo>
                  <a:pt x="17780" y="933589"/>
                </a:moveTo>
                <a:lnTo>
                  <a:pt x="11379" y="927188"/>
                </a:lnTo>
                <a:lnTo>
                  <a:pt x="0" y="927188"/>
                </a:lnTo>
                <a:lnTo>
                  <a:pt x="0" y="969759"/>
                </a:lnTo>
                <a:lnTo>
                  <a:pt x="17780" y="969759"/>
                </a:lnTo>
                <a:lnTo>
                  <a:pt x="17780" y="933589"/>
                </a:lnTo>
                <a:close/>
              </a:path>
              <a:path w="59055" h="970279">
                <a:moveTo>
                  <a:pt x="50076" y="38976"/>
                </a:moveTo>
                <a:lnTo>
                  <a:pt x="44983" y="33883"/>
                </a:lnTo>
                <a:lnTo>
                  <a:pt x="16192" y="33883"/>
                </a:lnTo>
                <a:lnTo>
                  <a:pt x="16192" y="5092"/>
                </a:lnTo>
                <a:lnTo>
                  <a:pt x="11112" y="0"/>
                </a:lnTo>
                <a:lnTo>
                  <a:pt x="0" y="0"/>
                </a:lnTo>
                <a:lnTo>
                  <a:pt x="0" y="90500"/>
                </a:lnTo>
                <a:lnTo>
                  <a:pt x="11112" y="90500"/>
                </a:lnTo>
                <a:lnTo>
                  <a:pt x="16192" y="85407"/>
                </a:lnTo>
                <a:lnTo>
                  <a:pt x="16192" y="56629"/>
                </a:lnTo>
                <a:lnTo>
                  <a:pt x="44983" y="56629"/>
                </a:lnTo>
                <a:lnTo>
                  <a:pt x="50076" y="51536"/>
                </a:lnTo>
                <a:lnTo>
                  <a:pt x="50076" y="38976"/>
                </a:lnTo>
                <a:close/>
              </a:path>
              <a:path w="59055" h="970279">
                <a:moveTo>
                  <a:pt x="51549" y="172859"/>
                </a:moveTo>
                <a:lnTo>
                  <a:pt x="46266" y="167589"/>
                </a:lnTo>
                <a:lnTo>
                  <a:pt x="16408" y="167589"/>
                </a:lnTo>
                <a:lnTo>
                  <a:pt x="16408" y="137744"/>
                </a:lnTo>
                <a:lnTo>
                  <a:pt x="11137" y="132461"/>
                </a:lnTo>
                <a:lnTo>
                  <a:pt x="0" y="132461"/>
                </a:lnTo>
                <a:lnTo>
                  <a:pt x="0" y="226301"/>
                </a:lnTo>
                <a:lnTo>
                  <a:pt x="11137" y="226301"/>
                </a:lnTo>
                <a:lnTo>
                  <a:pt x="16408" y="221018"/>
                </a:lnTo>
                <a:lnTo>
                  <a:pt x="16408" y="191173"/>
                </a:lnTo>
                <a:lnTo>
                  <a:pt x="46266" y="191173"/>
                </a:lnTo>
                <a:lnTo>
                  <a:pt x="51549" y="185889"/>
                </a:lnTo>
                <a:lnTo>
                  <a:pt x="51549" y="172859"/>
                </a:lnTo>
                <a:close/>
              </a:path>
              <a:path w="59055" h="970279">
                <a:moveTo>
                  <a:pt x="53022" y="306755"/>
                </a:moveTo>
                <a:lnTo>
                  <a:pt x="47561" y="301282"/>
                </a:lnTo>
                <a:lnTo>
                  <a:pt x="16649" y="301282"/>
                </a:lnTo>
                <a:lnTo>
                  <a:pt x="16649" y="270370"/>
                </a:lnTo>
                <a:lnTo>
                  <a:pt x="11176" y="264909"/>
                </a:lnTo>
                <a:lnTo>
                  <a:pt x="0" y="264909"/>
                </a:lnTo>
                <a:lnTo>
                  <a:pt x="0" y="362077"/>
                </a:lnTo>
                <a:lnTo>
                  <a:pt x="11176" y="362077"/>
                </a:lnTo>
                <a:lnTo>
                  <a:pt x="16649" y="356616"/>
                </a:lnTo>
                <a:lnTo>
                  <a:pt x="16649" y="325704"/>
                </a:lnTo>
                <a:lnTo>
                  <a:pt x="47561" y="325704"/>
                </a:lnTo>
                <a:lnTo>
                  <a:pt x="53022" y="320243"/>
                </a:lnTo>
                <a:lnTo>
                  <a:pt x="53022" y="306755"/>
                </a:lnTo>
                <a:close/>
              </a:path>
              <a:path w="59055" h="970279">
                <a:moveTo>
                  <a:pt x="54495" y="440639"/>
                </a:moveTo>
                <a:lnTo>
                  <a:pt x="48844" y="434987"/>
                </a:lnTo>
                <a:lnTo>
                  <a:pt x="16878" y="434987"/>
                </a:lnTo>
                <a:lnTo>
                  <a:pt x="16878" y="403009"/>
                </a:lnTo>
                <a:lnTo>
                  <a:pt x="11214" y="397370"/>
                </a:lnTo>
                <a:lnTo>
                  <a:pt x="0" y="397370"/>
                </a:lnTo>
                <a:lnTo>
                  <a:pt x="0" y="497852"/>
                </a:lnTo>
                <a:lnTo>
                  <a:pt x="11214" y="497852"/>
                </a:lnTo>
                <a:lnTo>
                  <a:pt x="16878" y="492188"/>
                </a:lnTo>
                <a:lnTo>
                  <a:pt x="16878" y="460235"/>
                </a:lnTo>
                <a:lnTo>
                  <a:pt x="48844" y="460235"/>
                </a:lnTo>
                <a:lnTo>
                  <a:pt x="54495" y="454571"/>
                </a:lnTo>
                <a:lnTo>
                  <a:pt x="54495" y="440639"/>
                </a:lnTo>
                <a:close/>
              </a:path>
              <a:path w="59055" h="970279">
                <a:moveTo>
                  <a:pt x="55956" y="574522"/>
                </a:moveTo>
                <a:lnTo>
                  <a:pt x="50126" y="568680"/>
                </a:lnTo>
                <a:lnTo>
                  <a:pt x="17094" y="568680"/>
                </a:lnTo>
                <a:lnTo>
                  <a:pt x="17094" y="535660"/>
                </a:lnTo>
                <a:lnTo>
                  <a:pt x="11252" y="529818"/>
                </a:lnTo>
                <a:lnTo>
                  <a:pt x="0" y="529818"/>
                </a:lnTo>
                <a:lnTo>
                  <a:pt x="0" y="633641"/>
                </a:lnTo>
                <a:lnTo>
                  <a:pt x="11252" y="633641"/>
                </a:lnTo>
                <a:lnTo>
                  <a:pt x="17094" y="627799"/>
                </a:lnTo>
                <a:lnTo>
                  <a:pt x="17094" y="594779"/>
                </a:lnTo>
                <a:lnTo>
                  <a:pt x="50126" y="594779"/>
                </a:lnTo>
                <a:lnTo>
                  <a:pt x="55956" y="588937"/>
                </a:lnTo>
                <a:lnTo>
                  <a:pt x="55956" y="574522"/>
                </a:lnTo>
                <a:close/>
              </a:path>
              <a:path w="59055" h="970279">
                <a:moveTo>
                  <a:pt x="57442" y="708418"/>
                </a:moveTo>
                <a:lnTo>
                  <a:pt x="51409" y="702386"/>
                </a:lnTo>
                <a:lnTo>
                  <a:pt x="17322" y="702386"/>
                </a:lnTo>
                <a:lnTo>
                  <a:pt x="17322" y="668299"/>
                </a:lnTo>
                <a:lnTo>
                  <a:pt x="11290" y="662279"/>
                </a:lnTo>
                <a:lnTo>
                  <a:pt x="0" y="662279"/>
                </a:lnTo>
                <a:lnTo>
                  <a:pt x="0" y="769429"/>
                </a:lnTo>
                <a:lnTo>
                  <a:pt x="11290" y="769429"/>
                </a:lnTo>
                <a:lnTo>
                  <a:pt x="17322" y="763397"/>
                </a:lnTo>
                <a:lnTo>
                  <a:pt x="17322" y="729310"/>
                </a:lnTo>
                <a:lnTo>
                  <a:pt x="51409" y="729310"/>
                </a:lnTo>
                <a:lnTo>
                  <a:pt x="57442" y="723277"/>
                </a:lnTo>
                <a:lnTo>
                  <a:pt x="57442" y="708418"/>
                </a:lnTo>
                <a:close/>
              </a:path>
              <a:path w="59055" h="970279">
                <a:moveTo>
                  <a:pt x="58915" y="857631"/>
                </a:moveTo>
                <a:lnTo>
                  <a:pt x="58902" y="842289"/>
                </a:lnTo>
                <a:lnTo>
                  <a:pt x="52692" y="836079"/>
                </a:lnTo>
                <a:lnTo>
                  <a:pt x="17551" y="836079"/>
                </a:lnTo>
                <a:lnTo>
                  <a:pt x="17551" y="800938"/>
                </a:lnTo>
                <a:lnTo>
                  <a:pt x="11341" y="794727"/>
                </a:lnTo>
                <a:lnTo>
                  <a:pt x="0" y="794727"/>
                </a:lnTo>
                <a:lnTo>
                  <a:pt x="0" y="905205"/>
                </a:lnTo>
                <a:lnTo>
                  <a:pt x="11341" y="905205"/>
                </a:lnTo>
                <a:lnTo>
                  <a:pt x="17551" y="898994"/>
                </a:lnTo>
                <a:lnTo>
                  <a:pt x="17551" y="863854"/>
                </a:lnTo>
                <a:lnTo>
                  <a:pt x="52692" y="863854"/>
                </a:lnTo>
                <a:lnTo>
                  <a:pt x="58915" y="857631"/>
                </a:lnTo>
                <a:close/>
              </a:path>
            </a:pathLst>
          </a:custGeom>
          <a:solidFill>
            <a:srgbClr val="0070C8"/>
          </a:solidFill>
        </p:spPr>
        <p:txBody>
          <a:bodyPr wrap="square" lIns="0" tIns="0" rIns="0" bIns="0" rtlCol="0"/>
          <a:lstStyle/>
          <a:p>
            <a:endParaRPr sz="700"/>
          </a:p>
        </p:txBody>
      </p:sp>
      <p:sp>
        <p:nvSpPr>
          <p:cNvPr id="9" name="object 9"/>
          <p:cNvSpPr/>
          <p:nvPr/>
        </p:nvSpPr>
        <p:spPr>
          <a:xfrm>
            <a:off x="0" y="4592391"/>
            <a:ext cx="24448" cy="43815"/>
          </a:xfrm>
          <a:custGeom>
            <a:avLst/>
            <a:gdLst/>
            <a:ahLst/>
            <a:cxnLst/>
            <a:rect l="l" t="t" r="r" b="b"/>
            <a:pathLst>
              <a:path w="48895" h="87629">
                <a:moveTo>
                  <a:pt x="11066" y="87189"/>
                </a:moveTo>
                <a:lnTo>
                  <a:pt x="0" y="87189"/>
                </a:lnTo>
                <a:lnTo>
                  <a:pt x="0" y="0"/>
                </a:lnTo>
                <a:lnTo>
                  <a:pt x="11072" y="0"/>
                </a:lnTo>
                <a:lnTo>
                  <a:pt x="15974" y="4908"/>
                </a:lnTo>
                <a:lnTo>
                  <a:pt x="15974" y="32637"/>
                </a:lnTo>
                <a:lnTo>
                  <a:pt x="43703" y="32637"/>
                </a:lnTo>
                <a:lnTo>
                  <a:pt x="48611" y="37538"/>
                </a:lnTo>
                <a:lnTo>
                  <a:pt x="48611" y="49651"/>
                </a:lnTo>
                <a:lnTo>
                  <a:pt x="43703" y="54552"/>
                </a:lnTo>
                <a:lnTo>
                  <a:pt x="15974" y="54552"/>
                </a:lnTo>
                <a:lnTo>
                  <a:pt x="15974" y="82288"/>
                </a:lnTo>
                <a:lnTo>
                  <a:pt x="11066" y="87189"/>
                </a:lnTo>
                <a:close/>
              </a:path>
            </a:pathLst>
          </a:custGeom>
          <a:solidFill>
            <a:srgbClr val="0070C8"/>
          </a:solidFill>
        </p:spPr>
        <p:txBody>
          <a:bodyPr wrap="square" lIns="0" tIns="0" rIns="0" bIns="0" rtlCol="0"/>
          <a:lstStyle/>
          <a:p>
            <a:endParaRPr sz="700"/>
          </a:p>
        </p:txBody>
      </p:sp>
      <p:sp>
        <p:nvSpPr>
          <p:cNvPr id="10" name="object 10"/>
          <p:cNvSpPr/>
          <p:nvPr/>
        </p:nvSpPr>
        <p:spPr>
          <a:xfrm>
            <a:off x="0" y="4526162"/>
            <a:ext cx="23813" cy="42228"/>
          </a:xfrm>
          <a:custGeom>
            <a:avLst/>
            <a:gdLst/>
            <a:ahLst/>
            <a:cxnLst/>
            <a:rect l="l" t="t" r="r" b="b"/>
            <a:pathLst>
              <a:path w="47625" h="84454">
                <a:moveTo>
                  <a:pt x="11027" y="83856"/>
                </a:moveTo>
                <a:lnTo>
                  <a:pt x="0" y="83856"/>
                </a:lnTo>
                <a:lnTo>
                  <a:pt x="0" y="0"/>
                </a:lnTo>
                <a:lnTo>
                  <a:pt x="11027" y="0"/>
                </a:lnTo>
                <a:lnTo>
                  <a:pt x="15744" y="4717"/>
                </a:lnTo>
                <a:lnTo>
                  <a:pt x="15744" y="31390"/>
                </a:lnTo>
                <a:lnTo>
                  <a:pt x="42417" y="31390"/>
                </a:lnTo>
                <a:lnTo>
                  <a:pt x="47135" y="36108"/>
                </a:lnTo>
                <a:lnTo>
                  <a:pt x="47135" y="47748"/>
                </a:lnTo>
                <a:lnTo>
                  <a:pt x="42417" y="52465"/>
                </a:lnTo>
                <a:lnTo>
                  <a:pt x="15744" y="52465"/>
                </a:lnTo>
                <a:lnTo>
                  <a:pt x="15744" y="79138"/>
                </a:lnTo>
                <a:lnTo>
                  <a:pt x="11027" y="83856"/>
                </a:lnTo>
                <a:close/>
              </a:path>
            </a:pathLst>
          </a:custGeom>
          <a:solidFill>
            <a:srgbClr val="0070C8"/>
          </a:solidFill>
        </p:spPr>
        <p:txBody>
          <a:bodyPr wrap="square" lIns="0" tIns="0" rIns="0" bIns="0" rtlCol="0"/>
          <a:lstStyle/>
          <a:p>
            <a:endParaRPr sz="700"/>
          </a:p>
        </p:txBody>
      </p:sp>
      <p:sp>
        <p:nvSpPr>
          <p:cNvPr id="11" name="object 11"/>
          <p:cNvSpPr/>
          <p:nvPr/>
        </p:nvSpPr>
        <p:spPr>
          <a:xfrm>
            <a:off x="0" y="4459936"/>
            <a:ext cx="22860" cy="40323"/>
          </a:xfrm>
          <a:custGeom>
            <a:avLst/>
            <a:gdLst/>
            <a:ahLst/>
            <a:cxnLst/>
            <a:rect l="l" t="t" r="r" b="b"/>
            <a:pathLst>
              <a:path w="45720" h="80645">
                <a:moveTo>
                  <a:pt x="10987" y="80522"/>
                </a:moveTo>
                <a:lnTo>
                  <a:pt x="0" y="80522"/>
                </a:lnTo>
                <a:lnTo>
                  <a:pt x="0" y="0"/>
                </a:lnTo>
                <a:lnTo>
                  <a:pt x="10987" y="0"/>
                </a:lnTo>
                <a:lnTo>
                  <a:pt x="15514" y="4527"/>
                </a:lnTo>
                <a:lnTo>
                  <a:pt x="15514" y="30143"/>
                </a:lnTo>
                <a:lnTo>
                  <a:pt x="41131" y="30143"/>
                </a:lnTo>
                <a:lnTo>
                  <a:pt x="45665" y="34677"/>
                </a:lnTo>
                <a:lnTo>
                  <a:pt x="45658" y="45851"/>
                </a:lnTo>
                <a:lnTo>
                  <a:pt x="41131" y="50379"/>
                </a:lnTo>
                <a:lnTo>
                  <a:pt x="15514" y="50379"/>
                </a:lnTo>
                <a:lnTo>
                  <a:pt x="15514" y="75995"/>
                </a:lnTo>
                <a:lnTo>
                  <a:pt x="10987" y="80522"/>
                </a:lnTo>
                <a:close/>
              </a:path>
            </a:pathLst>
          </a:custGeom>
          <a:solidFill>
            <a:srgbClr val="0070C8"/>
          </a:solidFill>
        </p:spPr>
        <p:txBody>
          <a:bodyPr wrap="square" lIns="0" tIns="0" rIns="0" bIns="0" rtlCol="0"/>
          <a:lstStyle/>
          <a:p>
            <a:endParaRPr sz="700"/>
          </a:p>
        </p:txBody>
      </p:sp>
      <p:sp>
        <p:nvSpPr>
          <p:cNvPr id="12" name="object 12"/>
          <p:cNvSpPr/>
          <p:nvPr/>
        </p:nvSpPr>
        <p:spPr>
          <a:xfrm>
            <a:off x="0" y="4393711"/>
            <a:ext cx="22225" cy="38735"/>
          </a:xfrm>
          <a:custGeom>
            <a:avLst/>
            <a:gdLst/>
            <a:ahLst/>
            <a:cxnLst/>
            <a:rect l="l" t="t" r="r" b="b"/>
            <a:pathLst>
              <a:path w="44450" h="77470">
                <a:moveTo>
                  <a:pt x="10947" y="77189"/>
                </a:moveTo>
                <a:lnTo>
                  <a:pt x="239" y="77189"/>
                </a:lnTo>
                <a:lnTo>
                  <a:pt x="0" y="76950"/>
                </a:lnTo>
                <a:lnTo>
                  <a:pt x="0" y="233"/>
                </a:lnTo>
                <a:lnTo>
                  <a:pt x="232" y="0"/>
                </a:lnTo>
                <a:lnTo>
                  <a:pt x="10948" y="0"/>
                </a:lnTo>
                <a:lnTo>
                  <a:pt x="15291" y="4337"/>
                </a:lnTo>
                <a:lnTo>
                  <a:pt x="15291" y="28896"/>
                </a:lnTo>
                <a:lnTo>
                  <a:pt x="39845" y="28896"/>
                </a:lnTo>
                <a:lnTo>
                  <a:pt x="44188" y="33240"/>
                </a:lnTo>
                <a:lnTo>
                  <a:pt x="44189" y="43949"/>
                </a:lnTo>
                <a:lnTo>
                  <a:pt x="39852" y="48292"/>
                </a:lnTo>
                <a:lnTo>
                  <a:pt x="15291" y="48292"/>
                </a:lnTo>
                <a:lnTo>
                  <a:pt x="15291" y="72846"/>
                </a:lnTo>
                <a:lnTo>
                  <a:pt x="10947" y="77189"/>
                </a:lnTo>
                <a:close/>
              </a:path>
            </a:pathLst>
          </a:custGeom>
          <a:solidFill>
            <a:srgbClr val="0070C8"/>
          </a:solidFill>
        </p:spPr>
        <p:txBody>
          <a:bodyPr wrap="square" lIns="0" tIns="0" rIns="0" bIns="0" rtlCol="0"/>
          <a:lstStyle/>
          <a:p>
            <a:endParaRPr sz="700"/>
          </a:p>
        </p:txBody>
      </p:sp>
      <p:sp>
        <p:nvSpPr>
          <p:cNvPr id="13" name="object 13"/>
          <p:cNvSpPr/>
          <p:nvPr/>
        </p:nvSpPr>
        <p:spPr>
          <a:xfrm>
            <a:off x="0" y="4327479"/>
            <a:ext cx="21590" cy="37148"/>
          </a:xfrm>
          <a:custGeom>
            <a:avLst/>
            <a:gdLst/>
            <a:ahLst/>
            <a:cxnLst/>
            <a:rect l="l" t="t" r="r" b="b"/>
            <a:pathLst>
              <a:path w="43180" h="74295">
                <a:moveTo>
                  <a:pt x="10909" y="73882"/>
                </a:moveTo>
                <a:lnTo>
                  <a:pt x="647" y="73882"/>
                </a:lnTo>
                <a:lnTo>
                  <a:pt x="0" y="73234"/>
                </a:lnTo>
                <a:lnTo>
                  <a:pt x="0" y="647"/>
                </a:lnTo>
                <a:lnTo>
                  <a:pt x="647" y="0"/>
                </a:lnTo>
                <a:lnTo>
                  <a:pt x="10909" y="0"/>
                </a:lnTo>
                <a:lnTo>
                  <a:pt x="15062" y="4159"/>
                </a:lnTo>
                <a:lnTo>
                  <a:pt x="15062" y="27656"/>
                </a:lnTo>
                <a:lnTo>
                  <a:pt x="38559" y="27656"/>
                </a:lnTo>
                <a:lnTo>
                  <a:pt x="42719" y="31810"/>
                </a:lnTo>
                <a:lnTo>
                  <a:pt x="42719" y="42072"/>
                </a:lnTo>
                <a:lnTo>
                  <a:pt x="38559" y="46226"/>
                </a:lnTo>
                <a:lnTo>
                  <a:pt x="15062" y="46226"/>
                </a:lnTo>
                <a:lnTo>
                  <a:pt x="15062" y="69729"/>
                </a:lnTo>
                <a:lnTo>
                  <a:pt x="10909" y="73882"/>
                </a:lnTo>
                <a:close/>
              </a:path>
            </a:pathLst>
          </a:custGeom>
          <a:solidFill>
            <a:srgbClr val="0070C8"/>
          </a:solidFill>
        </p:spPr>
        <p:txBody>
          <a:bodyPr wrap="square" lIns="0" tIns="0" rIns="0" bIns="0" rtlCol="0"/>
          <a:lstStyle/>
          <a:p>
            <a:endParaRPr sz="700"/>
          </a:p>
        </p:txBody>
      </p:sp>
      <p:sp>
        <p:nvSpPr>
          <p:cNvPr id="14" name="object 14"/>
          <p:cNvSpPr/>
          <p:nvPr/>
        </p:nvSpPr>
        <p:spPr>
          <a:xfrm>
            <a:off x="0" y="4261253"/>
            <a:ext cx="20638" cy="35560"/>
          </a:xfrm>
          <a:custGeom>
            <a:avLst/>
            <a:gdLst/>
            <a:ahLst/>
            <a:cxnLst/>
            <a:rect l="l" t="t" r="r" b="b"/>
            <a:pathLst>
              <a:path w="41275" h="71120">
                <a:moveTo>
                  <a:pt x="10862" y="70549"/>
                </a:moveTo>
                <a:lnTo>
                  <a:pt x="1072" y="70549"/>
                </a:lnTo>
                <a:lnTo>
                  <a:pt x="0" y="69476"/>
                </a:lnTo>
                <a:lnTo>
                  <a:pt x="0" y="1073"/>
                </a:lnTo>
                <a:lnTo>
                  <a:pt x="1073" y="0"/>
                </a:lnTo>
                <a:lnTo>
                  <a:pt x="10863" y="0"/>
                </a:lnTo>
                <a:lnTo>
                  <a:pt x="14832" y="3969"/>
                </a:lnTo>
                <a:lnTo>
                  <a:pt x="14832" y="26410"/>
                </a:lnTo>
                <a:lnTo>
                  <a:pt x="37273" y="26410"/>
                </a:lnTo>
                <a:lnTo>
                  <a:pt x="41242" y="30379"/>
                </a:lnTo>
                <a:lnTo>
                  <a:pt x="41242" y="40169"/>
                </a:lnTo>
                <a:lnTo>
                  <a:pt x="37272" y="44139"/>
                </a:lnTo>
                <a:lnTo>
                  <a:pt x="14832" y="44139"/>
                </a:lnTo>
                <a:lnTo>
                  <a:pt x="14832" y="66579"/>
                </a:lnTo>
                <a:lnTo>
                  <a:pt x="10862" y="70549"/>
                </a:lnTo>
                <a:close/>
              </a:path>
            </a:pathLst>
          </a:custGeom>
          <a:solidFill>
            <a:srgbClr val="0070C8"/>
          </a:solidFill>
        </p:spPr>
        <p:txBody>
          <a:bodyPr wrap="square" lIns="0" tIns="0" rIns="0" bIns="0" rtlCol="0"/>
          <a:lstStyle/>
          <a:p>
            <a:endParaRPr sz="700"/>
          </a:p>
        </p:txBody>
      </p:sp>
      <p:sp>
        <p:nvSpPr>
          <p:cNvPr id="15" name="object 15"/>
          <p:cNvSpPr/>
          <p:nvPr/>
        </p:nvSpPr>
        <p:spPr>
          <a:xfrm>
            <a:off x="0" y="4195028"/>
            <a:ext cx="20003" cy="33655"/>
          </a:xfrm>
          <a:custGeom>
            <a:avLst/>
            <a:gdLst/>
            <a:ahLst/>
            <a:cxnLst/>
            <a:rect l="l" t="t" r="r" b="b"/>
            <a:pathLst>
              <a:path w="40005" h="67309">
                <a:moveTo>
                  <a:pt x="10830" y="67216"/>
                </a:moveTo>
                <a:lnTo>
                  <a:pt x="1500" y="67216"/>
                </a:lnTo>
                <a:lnTo>
                  <a:pt x="0" y="65716"/>
                </a:lnTo>
                <a:lnTo>
                  <a:pt x="0" y="1500"/>
                </a:lnTo>
                <a:lnTo>
                  <a:pt x="1500" y="0"/>
                </a:lnTo>
                <a:lnTo>
                  <a:pt x="10830" y="0"/>
                </a:lnTo>
                <a:lnTo>
                  <a:pt x="14609" y="3779"/>
                </a:lnTo>
                <a:lnTo>
                  <a:pt x="14609" y="25163"/>
                </a:lnTo>
                <a:lnTo>
                  <a:pt x="35993" y="25163"/>
                </a:lnTo>
                <a:lnTo>
                  <a:pt x="39773" y="28942"/>
                </a:lnTo>
                <a:lnTo>
                  <a:pt x="39773" y="38273"/>
                </a:lnTo>
                <a:lnTo>
                  <a:pt x="35993" y="42052"/>
                </a:lnTo>
                <a:lnTo>
                  <a:pt x="14609" y="42052"/>
                </a:lnTo>
                <a:lnTo>
                  <a:pt x="14609" y="63436"/>
                </a:lnTo>
                <a:lnTo>
                  <a:pt x="10830" y="67216"/>
                </a:lnTo>
                <a:close/>
              </a:path>
            </a:pathLst>
          </a:custGeom>
          <a:solidFill>
            <a:srgbClr val="0070C8"/>
          </a:solidFill>
        </p:spPr>
        <p:txBody>
          <a:bodyPr wrap="square" lIns="0" tIns="0" rIns="0" bIns="0" rtlCol="0"/>
          <a:lstStyle/>
          <a:p>
            <a:endParaRPr sz="700"/>
          </a:p>
        </p:txBody>
      </p:sp>
      <p:sp>
        <p:nvSpPr>
          <p:cNvPr id="16" name="object 16"/>
          <p:cNvSpPr/>
          <p:nvPr/>
        </p:nvSpPr>
        <p:spPr>
          <a:xfrm>
            <a:off x="0" y="4128799"/>
            <a:ext cx="19368" cy="32068"/>
          </a:xfrm>
          <a:custGeom>
            <a:avLst/>
            <a:gdLst/>
            <a:ahLst/>
            <a:cxnLst/>
            <a:rect l="l" t="t" r="r" b="b"/>
            <a:pathLst>
              <a:path w="38735" h="64134">
                <a:moveTo>
                  <a:pt x="10784" y="63883"/>
                </a:moveTo>
                <a:lnTo>
                  <a:pt x="1912" y="63883"/>
                </a:lnTo>
                <a:lnTo>
                  <a:pt x="0" y="61973"/>
                </a:lnTo>
                <a:lnTo>
                  <a:pt x="0" y="1913"/>
                </a:lnTo>
                <a:lnTo>
                  <a:pt x="1912" y="0"/>
                </a:lnTo>
                <a:lnTo>
                  <a:pt x="10784" y="0"/>
                </a:lnTo>
                <a:lnTo>
                  <a:pt x="14380" y="3589"/>
                </a:lnTo>
                <a:lnTo>
                  <a:pt x="14380" y="23916"/>
                </a:lnTo>
                <a:lnTo>
                  <a:pt x="34707" y="23916"/>
                </a:lnTo>
                <a:lnTo>
                  <a:pt x="38296" y="27512"/>
                </a:lnTo>
                <a:lnTo>
                  <a:pt x="38303" y="36370"/>
                </a:lnTo>
                <a:lnTo>
                  <a:pt x="34707" y="39966"/>
                </a:lnTo>
                <a:lnTo>
                  <a:pt x="14380" y="39966"/>
                </a:lnTo>
                <a:lnTo>
                  <a:pt x="14380" y="60287"/>
                </a:lnTo>
                <a:lnTo>
                  <a:pt x="10784" y="63883"/>
                </a:lnTo>
                <a:close/>
              </a:path>
            </a:pathLst>
          </a:custGeom>
          <a:solidFill>
            <a:srgbClr val="0070C8"/>
          </a:solidFill>
        </p:spPr>
        <p:txBody>
          <a:bodyPr wrap="square" lIns="0" tIns="0" rIns="0" bIns="0" rtlCol="0"/>
          <a:lstStyle/>
          <a:p>
            <a:endParaRPr sz="700"/>
          </a:p>
        </p:txBody>
      </p:sp>
      <p:sp>
        <p:nvSpPr>
          <p:cNvPr id="17" name="object 17"/>
          <p:cNvSpPr/>
          <p:nvPr/>
        </p:nvSpPr>
        <p:spPr>
          <a:xfrm>
            <a:off x="0" y="4062574"/>
            <a:ext cx="18415" cy="30480"/>
          </a:xfrm>
          <a:custGeom>
            <a:avLst/>
            <a:gdLst/>
            <a:ahLst/>
            <a:cxnLst/>
            <a:rect l="l" t="t" r="r" b="b"/>
            <a:pathLst>
              <a:path w="36830" h="60959">
                <a:moveTo>
                  <a:pt x="10751" y="60562"/>
                </a:moveTo>
                <a:lnTo>
                  <a:pt x="2339" y="60562"/>
                </a:lnTo>
                <a:lnTo>
                  <a:pt x="0" y="58223"/>
                </a:lnTo>
                <a:lnTo>
                  <a:pt x="0" y="2339"/>
                </a:lnTo>
                <a:lnTo>
                  <a:pt x="2339" y="0"/>
                </a:lnTo>
                <a:lnTo>
                  <a:pt x="10751" y="0"/>
                </a:lnTo>
                <a:lnTo>
                  <a:pt x="14156" y="3405"/>
                </a:lnTo>
                <a:lnTo>
                  <a:pt x="14156" y="22670"/>
                </a:lnTo>
                <a:lnTo>
                  <a:pt x="33421" y="22670"/>
                </a:lnTo>
                <a:lnTo>
                  <a:pt x="36826" y="26075"/>
                </a:lnTo>
                <a:lnTo>
                  <a:pt x="36826" y="34487"/>
                </a:lnTo>
                <a:lnTo>
                  <a:pt x="33421" y="37892"/>
                </a:lnTo>
                <a:lnTo>
                  <a:pt x="14156" y="37892"/>
                </a:lnTo>
                <a:lnTo>
                  <a:pt x="14156" y="57157"/>
                </a:lnTo>
                <a:lnTo>
                  <a:pt x="10751" y="60562"/>
                </a:lnTo>
                <a:close/>
              </a:path>
            </a:pathLst>
          </a:custGeom>
          <a:solidFill>
            <a:srgbClr val="0070C8"/>
          </a:solidFill>
        </p:spPr>
        <p:txBody>
          <a:bodyPr wrap="square" lIns="0" tIns="0" rIns="0" bIns="0" rtlCol="0"/>
          <a:lstStyle/>
          <a:p>
            <a:endParaRPr sz="700"/>
          </a:p>
        </p:txBody>
      </p:sp>
      <p:sp>
        <p:nvSpPr>
          <p:cNvPr id="18" name="object 18"/>
          <p:cNvSpPr/>
          <p:nvPr/>
        </p:nvSpPr>
        <p:spPr>
          <a:xfrm>
            <a:off x="0" y="3996348"/>
            <a:ext cx="17780" cy="28893"/>
          </a:xfrm>
          <a:custGeom>
            <a:avLst/>
            <a:gdLst/>
            <a:ahLst/>
            <a:cxnLst/>
            <a:rect l="l" t="t" r="r" b="b"/>
            <a:pathLst>
              <a:path w="35560" h="57784">
                <a:moveTo>
                  <a:pt x="10705" y="57229"/>
                </a:moveTo>
                <a:lnTo>
                  <a:pt x="2766" y="57229"/>
                </a:lnTo>
                <a:lnTo>
                  <a:pt x="0" y="54463"/>
                </a:lnTo>
                <a:lnTo>
                  <a:pt x="0" y="2765"/>
                </a:lnTo>
                <a:lnTo>
                  <a:pt x="2766" y="0"/>
                </a:lnTo>
                <a:lnTo>
                  <a:pt x="10705" y="0"/>
                </a:lnTo>
                <a:lnTo>
                  <a:pt x="13927" y="3221"/>
                </a:lnTo>
                <a:lnTo>
                  <a:pt x="13927" y="21423"/>
                </a:lnTo>
                <a:lnTo>
                  <a:pt x="32135" y="21423"/>
                </a:lnTo>
                <a:lnTo>
                  <a:pt x="35357" y="24638"/>
                </a:lnTo>
                <a:lnTo>
                  <a:pt x="35350" y="32584"/>
                </a:lnTo>
                <a:lnTo>
                  <a:pt x="32128" y="35806"/>
                </a:lnTo>
                <a:lnTo>
                  <a:pt x="13927" y="35806"/>
                </a:lnTo>
                <a:lnTo>
                  <a:pt x="13927" y="54007"/>
                </a:lnTo>
                <a:lnTo>
                  <a:pt x="10705" y="57229"/>
                </a:lnTo>
                <a:close/>
              </a:path>
            </a:pathLst>
          </a:custGeom>
          <a:solidFill>
            <a:srgbClr val="0070C8"/>
          </a:solidFill>
        </p:spPr>
        <p:txBody>
          <a:bodyPr wrap="square" lIns="0" tIns="0" rIns="0" bIns="0" rtlCol="0"/>
          <a:lstStyle/>
          <a:p>
            <a:endParaRPr sz="700"/>
          </a:p>
        </p:txBody>
      </p:sp>
      <p:sp>
        <p:nvSpPr>
          <p:cNvPr id="19" name="object 19"/>
          <p:cNvSpPr/>
          <p:nvPr/>
        </p:nvSpPr>
        <p:spPr>
          <a:xfrm>
            <a:off x="0" y="3930119"/>
            <a:ext cx="17145" cy="26988"/>
          </a:xfrm>
          <a:custGeom>
            <a:avLst/>
            <a:gdLst/>
            <a:ahLst/>
            <a:cxnLst/>
            <a:rect l="l" t="t" r="r" b="b"/>
            <a:pathLst>
              <a:path w="34290" h="53975">
                <a:moveTo>
                  <a:pt x="13704" y="20176"/>
                </a:moveTo>
                <a:lnTo>
                  <a:pt x="161" y="20176"/>
                </a:lnTo>
                <a:lnTo>
                  <a:pt x="161" y="3031"/>
                </a:lnTo>
                <a:lnTo>
                  <a:pt x="3192" y="0"/>
                </a:lnTo>
                <a:lnTo>
                  <a:pt x="10672" y="0"/>
                </a:lnTo>
                <a:lnTo>
                  <a:pt x="13704" y="3031"/>
                </a:lnTo>
                <a:lnTo>
                  <a:pt x="13704" y="20176"/>
                </a:lnTo>
                <a:close/>
              </a:path>
              <a:path w="34290" h="53975">
                <a:moveTo>
                  <a:pt x="30849" y="33719"/>
                </a:moveTo>
                <a:lnTo>
                  <a:pt x="0" y="33719"/>
                </a:lnTo>
                <a:lnTo>
                  <a:pt x="0" y="20176"/>
                </a:lnTo>
                <a:lnTo>
                  <a:pt x="30849" y="20176"/>
                </a:lnTo>
                <a:lnTo>
                  <a:pt x="33880" y="23208"/>
                </a:lnTo>
                <a:lnTo>
                  <a:pt x="33880" y="30688"/>
                </a:lnTo>
                <a:lnTo>
                  <a:pt x="30849" y="33719"/>
                </a:lnTo>
                <a:close/>
              </a:path>
              <a:path w="34290" h="53975">
                <a:moveTo>
                  <a:pt x="10672" y="53896"/>
                </a:moveTo>
                <a:lnTo>
                  <a:pt x="3192" y="53896"/>
                </a:lnTo>
                <a:lnTo>
                  <a:pt x="161" y="50864"/>
                </a:lnTo>
                <a:lnTo>
                  <a:pt x="161" y="33719"/>
                </a:lnTo>
                <a:lnTo>
                  <a:pt x="13704" y="33719"/>
                </a:lnTo>
                <a:lnTo>
                  <a:pt x="13703" y="50864"/>
                </a:lnTo>
                <a:lnTo>
                  <a:pt x="10672" y="53896"/>
                </a:lnTo>
                <a:close/>
              </a:path>
            </a:pathLst>
          </a:custGeom>
          <a:solidFill>
            <a:srgbClr val="0070C8"/>
          </a:solidFill>
        </p:spPr>
        <p:txBody>
          <a:bodyPr wrap="square" lIns="0" tIns="0" rIns="0" bIns="0" rtlCol="0"/>
          <a:lstStyle/>
          <a:p>
            <a:endParaRPr sz="700"/>
          </a:p>
        </p:txBody>
      </p:sp>
      <p:sp>
        <p:nvSpPr>
          <p:cNvPr id="20" name="object 20"/>
          <p:cNvSpPr/>
          <p:nvPr/>
        </p:nvSpPr>
        <p:spPr>
          <a:xfrm>
            <a:off x="0" y="3863891"/>
            <a:ext cx="16510" cy="25400"/>
          </a:xfrm>
          <a:custGeom>
            <a:avLst/>
            <a:gdLst/>
            <a:ahLst/>
            <a:cxnLst/>
            <a:rect l="l" t="t" r="r" b="b"/>
            <a:pathLst>
              <a:path w="33020" h="50800">
                <a:moveTo>
                  <a:pt x="13474" y="18936"/>
                </a:moveTo>
                <a:lnTo>
                  <a:pt x="758" y="18936"/>
                </a:lnTo>
                <a:lnTo>
                  <a:pt x="758" y="2847"/>
                </a:lnTo>
                <a:lnTo>
                  <a:pt x="3606" y="0"/>
                </a:lnTo>
                <a:lnTo>
                  <a:pt x="10626" y="0"/>
                </a:lnTo>
                <a:lnTo>
                  <a:pt x="13474" y="2847"/>
                </a:lnTo>
                <a:lnTo>
                  <a:pt x="13474" y="18936"/>
                </a:lnTo>
                <a:close/>
              </a:path>
              <a:path w="33020" h="50800">
                <a:moveTo>
                  <a:pt x="29563" y="31652"/>
                </a:moveTo>
                <a:lnTo>
                  <a:pt x="0" y="31652"/>
                </a:lnTo>
                <a:lnTo>
                  <a:pt x="0" y="18936"/>
                </a:lnTo>
                <a:lnTo>
                  <a:pt x="29563" y="18936"/>
                </a:lnTo>
                <a:lnTo>
                  <a:pt x="32411" y="21784"/>
                </a:lnTo>
                <a:lnTo>
                  <a:pt x="32411" y="28805"/>
                </a:lnTo>
                <a:lnTo>
                  <a:pt x="29563" y="31652"/>
                </a:lnTo>
                <a:close/>
              </a:path>
              <a:path w="33020" h="50800">
                <a:moveTo>
                  <a:pt x="10626" y="50589"/>
                </a:moveTo>
                <a:lnTo>
                  <a:pt x="3606" y="50589"/>
                </a:lnTo>
                <a:lnTo>
                  <a:pt x="758" y="47741"/>
                </a:lnTo>
                <a:lnTo>
                  <a:pt x="758" y="31652"/>
                </a:lnTo>
                <a:lnTo>
                  <a:pt x="13474" y="31652"/>
                </a:lnTo>
                <a:lnTo>
                  <a:pt x="13474" y="47741"/>
                </a:lnTo>
                <a:lnTo>
                  <a:pt x="10626" y="50589"/>
                </a:lnTo>
                <a:close/>
              </a:path>
            </a:pathLst>
          </a:custGeom>
          <a:solidFill>
            <a:srgbClr val="0070C8"/>
          </a:solidFill>
        </p:spPr>
        <p:txBody>
          <a:bodyPr wrap="square" lIns="0" tIns="0" rIns="0" bIns="0" rtlCol="0"/>
          <a:lstStyle/>
          <a:p>
            <a:endParaRPr sz="700"/>
          </a:p>
        </p:txBody>
      </p:sp>
      <p:sp>
        <p:nvSpPr>
          <p:cNvPr id="21" name="object 21"/>
          <p:cNvSpPr/>
          <p:nvPr/>
        </p:nvSpPr>
        <p:spPr>
          <a:xfrm>
            <a:off x="0" y="3797665"/>
            <a:ext cx="15558" cy="23813"/>
          </a:xfrm>
          <a:custGeom>
            <a:avLst/>
            <a:gdLst/>
            <a:ahLst/>
            <a:cxnLst/>
            <a:rect l="l" t="t" r="r" b="b"/>
            <a:pathLst>
              <a:path w="31115" h="47625">
                <a:moveTo>
                  <a:pt x="13244" y="17689"/>
                </a:moveTo>
                <a:lnTo>
                  <a:pt x="1367" y="17689"/>
                </a:lnTo>
                <a:lnTo>
                  <a:pt x="1367" y="2657"/>
                </a:lnTo>
                <a:lnTo>
                  <a:pt x="4025" y="0"/>
                </a:lnTo>
                <a:lnTo>
                  <a:pt x="10587" y="0"/>
                </a:lnTo>
                <a:lnTo>
                  <a:pt x="13244" y="2657"/>
                </a:lnTo>
                <a:lnTo>
                  <a:pt x="13244" y="17689"/>
                </a:lnTo>
                <a:close/>
              </a:path>
              <a:path w="31115" h="47625">
                <a:moveTo>
                  <a:pt x="28277" y="29566"/>
                </a:moveTo>
                <a:lnTo>
                  <a:pt x="0" y="29566"/>
                </a:lnTo>
                <a:lnTo>
                  <a:pt x="0" y="17689"/>
                </a:lnTo>
                <a:lnTo>
                  <a:pt x="28277" y="17689"/>
                </a:lnTo>
                <a:lnTo>
                  <a:pt x="30934" y="20347"/>
                </a:lnTo>
                <a:lnTo>
                  <a:pt x="30934" y="26908"/>
                </a:lnTo>
                <a:lnTo>
                  <a:pt x="28277" y="29566"/>
                </a:lnTo>
                <a:close/>
              </a:path>
              <a:path w="31115" h="47625">
                <a:moveTo>
                  <a:pt x="10587" y="47256"/>
                </a:moveTo>
                <a:lnTo>
                  <a:pt x="4025" y="47256"/>
                </a:lnTo>
                <a:lnTo>
                  <a:pt x="1367" y="44598"/>
                </a:lnTo>
                <a:lnTo>
                  <a:pt x="1367" y="29566"/>
                </a:lnTo>
                <a:lnTo>
                  <a:pt x="13244" y="29566"/>
                </a:lnTo>
                <a:lnTo>
                  <a:pt x="13244" y="44598"/>
                </a:lnTo>
                <a:lnTo>
                  <a:pt x="10587" y="47256"/>
                </a:lnTo>
                <a:close/>
              </a:path>
            </a:pathLst>
          </a:custGeom>
          <a:solidFill>
            <a:srgbClr val="0070C8"/>
          </a:solidFill>
        </p:spPr>
        <p:txBody>
          <a:bodyPr wrap="square" lIns="0" tIns="0" rIns="0" bIns="0" rtlCol="0"/>
          <a:lstStyle/>
          <a:p>
            <a:endParaRPr sz="700"/>
          </a:p>
        </p:txBody>
      </p:sp>
      <p:sp>
        <p:nvSpPr>
          <p:cNvPr id="22" name="object 22"/>
          <p:cNvSpPr/>
          <p:nvPr/>
        </p:nvSpPr>
        <p:spPr>
          <a:xfrm>
            <a:off x="0" y="3731436"/>
            <a:ext cx="14923" cy="22225"/>
          </a:xfrm>
          <a:custGeom>
            <a:avLst/>
            <a:gdLst/>
            <a:ahLst/>
            <a:cxnLst/>
            <a:rect l="l" t="t" r="r" b="b"/>
            <a:pathLst>
              <a:path w="29845" h="44450">
                <a:moveTo>
                  <a:pt x="13022" y="16443"/>
                </a:moveTo>
                <a:lnTo>
                  <a:pt x="1985" y="16443"/>
                </a:lnTo>
                <a:lnTo>
                  <a:pt x="1991" y="2467"/>
                </a:lnTo>
                <a:lnTo>
                  <a:pt x="4452" y="0"/>
                </a:lnTo>
                <a:lnTo>
                  <a:pt x="10548" y="0"/>
                </a:lnTo>
                <a:lnTo>
                  <a:pt x="13022" y="2467"/>
                </a:lnTo>
                <a:lnTo>
                  <a:pt x="13022" y="16443"/>
                </a:lnTo>
                <a:close/>
              </a:path>
              <a:path w="29845" h="44450">
                <a:moveTo>
                  <a:pt x="26998" y="27479"/>
                </a:moveTo>
                <a:lnTo>
                  <a:pt x="0" y="27479"/>
                </a:lnTo>
                <a:lnTo>
                  <a:pt x="0" y="16443"/>
                </a:lnTo>
                <a:lnTo>
                  <a:pt x="26991" y="16443"/>
                </a:lnTo>
                <a:lnTo>
                  <a:pt x="29465" y="18916"/>
                </a:lnTo>
                <a:lnTo>
                  <a:pt x="29465" y="25006"/>
                </a:lnTo>
                <a:lnTo>
                  <a:pt x="26998" y="27479"/>
                </a:lnTo>
                <a:close/>
              </a:path>
              <a:path w="29845" h="44450">
                <a:moveTo>
                  <a:pt x="10555" y="43922"/>
                </a:moveTo>
                <a:lnTo>
                  <a:pt x="4459" y="43922"/>
                </a:lnTo>
                <a:lnTo>
                  <a:pt x="1985" y="41455"/>
                </a:lnTo>
                <a:lnTo>
                  <a:pt x="1985" y="27479"/>
                </a:lnTo>
                <a:lnTo>
                  <a:pt x="13022" y="27479"/>
                </a:lnTo>
                <a:lnTo>
                  <a:pt x="13015" y="41455"/>
                </a:lnTo>
                <a:lnTo>
                  <a:pt x="10555" y="43922"/>
                </a:lnTo>
                <a:close/>
              </a:path>
            </a:pathLst>
          </a:custGeom>
          <a:solidFill>
            <a:srgbClr val="0070C8"/>
          </a:solidFill>
        </p:spPr>
        <p:txBody>
          <a:bodyPr wrap="square" lIns="0" tIns="0" rIns="0" bIns="0" rtlCol="0"/>
          <a:lstStyle/>
          <a:p>
            <a:endParaRPr sz="700"/>
          </a:p>
        </p:txBody>
      </p:sp>
      <p:sp>
        <p:nvSpPr>
          <p:cNvPr id="23" name="object 23"/>
          <p:cNvSpPr/>
          <p:nvPr/>
        </p:nvSpPr>
        <p:spPr>
          <a:xfrm>
            <a:off x="0" y="3665211"/>
            <a:ext cx="14288" cy="20320"/>
          </a:xfrm>
          <a:custGeom>
            <a:avLst/>
            <a:gdLst/>
            <a:ahLst/>
            <a:cxnLst/>
            <a:rect l="l" t="t" r="r" b="b"/>
            <a:pathLst>
              <a:path w="28575" h="40640">
                <a:moveTo>
                  <a:pt x="12792" y="15196"/>
                </a:moveTo>
                <a:lnTo>
                  <a:pt x="2595" y="15196"/>
                </a:lnTo>
                <a:lnTo>
                  <a:pt x="2595" y="2283"/>
                </a:lnTo>
                <a:lnTo>
                  <a:pt x="4879" y="0"/>
                </a:lnTo>
                <a:lnTo>
                  <a:pt x="10508" y="0"/>
                </a:lnTo>
                <a:lnTo>
                  <a:pt x="12792" y="2283"/>
                </a:lnTo>
                <a:lnTo>
                  <a:pt x="12792" y="15196"/>
                </a:lnTo>
                <a:close/>
              </a:path>
              <a:path w="28575" h="40640">
                <a:moveTo>
                  <a:pt x="25705" y="25393"/>
                </a:moveTo>
                <a:lnTo>
                  <a:pt x="0" y="25393"/>
                </a:lnTo>
                <a:lnTo>
                  <a:pt x="0" y="15196"/>
                </a:lnTo>
                <a:lnTo>
                  <a:pt x="25705" y="15196"/>
                </a:lnTo>
                <a:lnTo>
                  <a:pt x="27988" y="17479"/>
                </a:lnTo>
                <a:lnTo>
                  <a:pt x="27988" y="23109"/>
                </a:lnTo>
                <a:lnTo>
                  <a:pt x="25705" y="25393"/>
                </a:lnTo>
                <a:close/>
              </a:path>
              <a:path w="28575" h="40640">
                <a:moveTo>
                  <a:pt x="10508" y="40589"/>
                </a:moveTo>
                <a:lnTo>
                  <a:pt x="4879" y="40589"/>
                </a:lnTo>
                <a:lnTo>
                  <a:pt x="2595" y="38306"/>
                </a:lnTo>
                <a:lnTo>
                  <a:pt x="2595" y="25393"/>
                </a:lnTo>
                <a:lnTo>
                  <a:pt x="12792" y="25393"/>
                </a:lnTo>
                <a:lnTo>
                  <a:pt x="12792" y="38306"/>
                </a:lnTo>
                <a:lnTo>
                  <a:pt x="10508" y="40589"/>
                </a:lnTo>
                <a:close/>
              </a:path>
            </a:pathLst>
          </a:custGeom>
          <a:solidFill>
            <a:srgbClr val="0070C8"/>
          </a:solidFill>
        </p:spPr>
        <p:txBody>
          <a:bodyPr wrap="square" lIns="0" tIns="0" rIns="0" bIns="0" rtlCol="0"/>
          <a:lstStyle/>
          <a:p>
            <a:endParaRPr sz="700"/>
          </a:p>
        </p:txBody>
      </p:sp>
      <p:sp>
        <p:nvSpPr>
          <p:cNvPr id="24" name="object 24"/>
          <p:cNvSpPr/>
          <p:nvPr/>
        </p:nvSpPr>
        <p:spPr>
          <a:xfrm>
            <a:off x="0" y="3598982"/>
            <a:ext cx="13335" cy="18733"/>
          </a:xfrm>
          <a:custGeom>
            <a:avLst/>
            <a:gdLst/>
            <a:ahLst/>
            <a:cxnLst/>
            <a:rect l="l" t="t" r="r" b="b"/>
            <a:pathLst>
              <a:path w="26670" h="37465">
                <a:moveTo>
                  <a:pt x="12562" y="13956"/>
                </a:moveTo>
                <a:lnTo>
                  <a:pt x="3192" y="13956"/>
                </a:lnTo>
                <a:lnTo>
                  <a:pt x="3192" y="2099"/>
                </a:lnTo>
                <a:lnTo>
                  <a:pt x="5292" y="0"/>
                </a:lnTo>
                <a:lnTo>
                  <a:pt x="10462" y="0"/>
                </a:lnTo>
                <a:lnTo>
                  <a:pt x="12562" y="2099"/>
                </a:lnTo>
                <a:lnTo>
                  <a:pt x="12562" y="13956"/>
                </a:lnTo>
                <a:close/>
              </a:path>
              <a:path w="26670" h="37465">
                <a:moveTo>
                  <a:pt x="24418" y="23326"/>
                </a:moveTo>
                <a:lnTo>
                  <a:pt x="0" y="23326"/>
                </a:lnTo>
                <a:lnTo>
                  <a:pt x="0" y="13956"/>
                </a:lnTo>
                <a:lnTo>
                  <a:pt x="24418" y="13956"/>
                </a:lnTo>
                <a:lnTo>
                  <a:pt x="26518" y="16049"/>
                </a:lnTo>
                <a:lnTo>
                  <a:pt x="26518" y="21226"/>
                </a:lnTo>
                <a:lnTo>
                  <a:pt x="24418" y="23326"/>
                </a:lnTo>
                <a:close/>
              </a:path>
              <a:path w="26670" h="37465">
                <a:moveTo>
                  <a:pt x="10462" y="37282"/>
                </a:moveTo>
                <a:lnTo>
                  <a:pt x="5292" y="37282"/>
                </a:lnTo>
                <a:lnTo>
                  <a:pt x="3192" y="35182"/>
                </a:lnTo>
                <a:lnTo>
                  <a:pt x="3192" y="23326"/>
                </a:lnTo>
                <a:lnTo>
                  <a:pt x="12562" y="23326"/>
                </a:lnTo>
                <a:lnTo>
                  <a:pt x="12562" y="35182"/>
                </a:lnTo>
                <a:lnTo>
                  <a:pt x="10462" y="37282"/>
                </a:lnTo>
                <a:close/>
              </a:path>
            </a:pathLst>
          </a:custGeom>
          <a:solidFill>
            <a:srgbClr val="0070C8"/>
          </a:solidFill>
        </p:spPr>
        <p:txBody>
          <a:bodyPr wrap="square" lIns="0" tIns="0" rIns="0" bIns="0" rtlCol="0"/>
          <a:lstStyle/>
          <a:p>
            <a:endParaRPr sz="700"/>
          </a:p>
        </p:txBody>
      </p:sp>
      <p:sp>
        <p:nvSpPr>
          <p:cNvPr id="25" name="object 25"/>
          <p:cNvSpPr/>
          <p:nvPr/>
        </p:nvSpPr>
        <p:spPr>
          <a:xfrm>
            <a:off x="0" y="3532756"/>
            <a:ext cx="12700" cy="17145"/>
          </a:xfrm>
          <a:custGeom>
            <a:avLst/>
            <a:gdLst/>
            <a:ahLst/>
            <a:cxnLst/>
            <a:rect l="l" t="t" r="r" b="b"/>
            <a:pathLst>
              <a:path w="25400" h="34290">
                <a:moveTo>
                  <a:pt x="12345" y="12703"/>
                </a:moveTo>
                <a:lnTo>
                  <a:pt x="3815" y="12703"/>
                </a:lnTo>
                <a:lnTo>
                  <a:pt x="3815" y="1909"/>
                </a:lnTo>
                <a:lnTo>
                  <a:pt x="5725" y="0"/>
                </a:lnTo>
                <a:lnTo>
                  <a:pt x="10436" y="0"/>
                </a:lnTo>
                <a:lnTo>
                  <a:pt x="12345" y="1909"/>
                </a:lnTo>
                <a:lnTo>
                  <a:pt x="12345" y="12703"/>
                </a:lnTo>
                <a:close/>
              </a:path>
              <a:path w="25400" h="34290">
                <a:moveTo>
                  <a:pt x="23139" y="21233"/>
                </a:moveTo>
                <a:lnTo>
                  <a:pt x="0" y="21233"/>
                </a:lnTo>
                <a:lnTo>
                  <a:pt x="0" y="12703"/>
                </a:lnTo>
                <a:lnTo>
                  <a:pt x="23133" y="12703"/>
                </a:lnTo>
                <a:lnTo>
                  <a:pt x="25049" y="14612"/>
                </a:lnTo>
                <a:lnTo>
                  <a:pt x="25049" y="19323"/>
                </a:lnTo>
                <a:lnTo>
                  <a:pt x="23139" y="21233"/>
                </a:lnTo>
                <a:close/>
              </a:path>
              <a:path w="25400" h="34290">
                <a:moveTo>
                  <a:pt x="10436" y="33936"/>
                </a:moveTo>
                <a:lnTo>
                  <a:pt x="5725" y="33936"/>
                </a:lnTo>
                <a:lnTo>
                  <a:pt x="3815" y="32026"/>
                </a:lnTo>
                <a:lnTo>
                  <a:pt x="3815" y="21233"/>
                </a:lnTo>
                <a:lnTo>
                  <a:pt x="12345" y="21233"/>
                </a:lnTo>
                <a:lnTo>
                  <a:pt x="12345" y="32026"/>
                </a:lnTo>
                <a:lnTo>
                  <a:pt x="10436" y="33936"/>
                </a:lnTo>
                <a:close/>
              </a:path>
            </a:pathLst>
          </a:custGeom>
          <a:solidFill>
            <a:srgbClr val="0070C8"/>
          </a:solidFill>
        </p:spPr>
        <p:txBody>
          <a:bodyPr wrap="square" lIns="0" tIns="0" rIns="0" bIns="0" rtlCol="0"/>
          <a:lstStyle/>
          <a:p>
            <a:endParaRPr sz="700"/>
          </a:p>
        </p:txBody>
      </p:sp>
      <p:grpSp>
        <p:nvGrpSpPr>
          <p:cNvPr id="26" name="object 26"/>
          <p:cNvGrpSpPr/>
          <p:nvPr/>
        </p:nvGrpSpPr>
        <p:grpSpPr>
          <a:xfrm>
            <a:off x="76040" y="4861695"/>
            <a:ext cx="55245" cy="281940"/>
            <a:chOff x="152079" y="9723390"/>
            <a:chExt cx="110489" cy="563880"/>
          </a:xfrm>
        </p:grpSpPr>
        <p:sp>
          <p:nvSpPr>
            <p:cNvPr id="27" name="object 27"/>
            <p:cNvSpPr/>
            <p:nvPr/>
          </p:nvSpPr>
          <p:spPr>
            <a:xfrm>
              <a:off x="192840" y="10246817"/>
              <a:ext cx="29209" cy="40640"/>
            </a:xfrm>
            <a:custGeom>
              <a:avLst/>
              <a:gdLst/>
              <a:ahLst/>
              <a:cxnLst/>
              <a:rect l="l" t="t" r="r" b="b"/>
              <a:pathLst>
                <a:path w="29210" h="40640">
                  <a:moveTo>
                    <a:pt x="28595" y="40181"/>
                  </a:moveTo>
                  <a:lnTo>
                    <a:pt x="0" y="40181"/>
                  </a:lnTo>
                  <a:lnTo>
                    <a:pt x="0" y="6404"/>
                  </a:lnTo>
                  <a:lnTo>
                    <a:pt x="6397" y="0"/>
                  </a:lnTo>
                  <a:lnTo>
                    <a:pt x="22191" y="0"/>
                  </a:lnTo>
                  <a:lnTo>
                    <a:pt x="28595" y="6397"/>
                  </a:lnTo>
                  <a:lnTo>
                    <a:pt x="28595" y="40181"/>
                  </a:lnTo>
                  <a:close/>
                </a:path>
              </a:pathLst>
            </a:custGeom>
            <a:solidFill>
              <a:srgbClr val="0070C8"/>
            </a:solidFill>
          </p:spPr>
          <p:txBody>
            <a:bodyPr wrap="square" lIns="0" tIns="0" rIns="0" bIns="0" rtlCol="0"/>
            <a:lstStyle/>
            <a:p>
              <a:endParaRPr sz="700"/>
            </a:p>
          </p:txBody>
        </p:sp>
        <p:pic>
          <p:nvPicPr>
            <p:cNvPr id="28" name="object 28"/>
            <p:cNvPicPr/>
            <p:nvPr/>
          </p:nvPicPr>
          <p:blipFill>
            <a:blip r:embed="rId6" cstate="print"/>
            <a:stretch>
              <a:fillRect/>
            </a:stretch>
          </p:blipFill>
          <p:spPr>
            <a:xfrm>
              <a:off x="152079" y="10115954"/>
              <a:ext cx="110483" cy="110483"/>
            </a:xfrm>
            <a:prstGeom prst="rect">
              <a:avLst/>
            </a:prstGeom>
          </p:spPr>
        </p:pic>
        <p:pic>
          <p:nvPicPr>
            <p:cNvPr id="29" name="object 29"/>
            <p:cNvPicPr/>
            <p:nvPr/>
          </p:nvPicPr>
          <p:blipFill>
            <a:blip r:embed="rId7" cstate="print"/>
            <a:stretch>
              <a:fillRect/>
            </a:stretch>
          </p:blipFill>
          <p:spPr>
            <a:xfrm>
              <a:off x="153943" y="9985104"/>
              <a:ext cx="107149" cy="107149"/>
            </a:xfrm>
            <a:prstGeom prst="rect">
              <a:avLst/>
            </a:prstGeom>
          </p:spPr>
        </p:pic>
        <p:pic>
          <p:nvPicPr>
            <p:cNvPr id="30" name="object 30"/>
            <p:cNvPicPr/>
            <p:nvPr/>
          </p:nvPicPr>
          <p:blipFill>
            <a:blip r:embed="rId8" cstate="print"/>
            <a:stretch>
              <a:fillRect/>
            </a:stretch>
          </p:blipFill>
          <p:spPr>
            <a:xfrm>
              <a:off x="155800" y="9854247"/>
              <a:ext cx="103815" cy="103816"/>
            </a:xfrm>
            <a:prstGeom prst="rect">
              <a:avLst/>
            </a:prstGeom>
          </p:spPr>
        </p:pic>
        <p:pic>
          <p:nvPicPr>
            <p:cNvPr id="31" name="object 31"/>
            <p:cNvPicPr/>
            <p:nvPr/>
          </p:nvPicPr>
          <p:blipFill>
            <a:blip r:embed="rId9" cstate="print"/>
            <a:stretch>
              <a:fillRect/>
            </a:stretch>
          </p:blipFill>
          <p:spPr>
            <a:xfrm>
              <a:off x="157657" y="9723390"/>
              <a:ext cx="100483" cy="100483"/>
            </a:xfrm>
            <a:prstGeom prst="rect">
              <a:avLst/>
            </a:prstGeom>
          </p:spPr>
        </p:pic>
      </p:grpSp>
      <p:grpSp>
        <p:nvGrpSpPr>
          <p:cNvPr id="32" name="object 32"/>
          <p:cNvGrpSpPr/>
          <p:nvPr/>
        </p:nvGrpSpPr>
        <p:grpSpPr>
          <a:xfrm>
            <a:off x="79750" y="4599986"/>
            <a:ext cx="48895" cy="245110"/>
            <a:chOff x="159500" y="9199971"/>
            <a:chExt cx="97790" cy="490220"/>
          </a:xfrm>
        </p:grpSpPr>
        <p:pic>
          <p:nvPicPr>
            <p:cNvPr id="33" name="object 33"/>
            <p:cNvPicPr/>
            <p:nvPr/>
          </p:nvPicPr>
          <p:blipFill>
            <a:blip r:embed="rId10" cstate="print"/>
            <a:stretch>
              <a:fillRect/>
            </a:stretch>
          </p:blipFill>
          <p:spPr>
            <a:xfrm>
              <a:off x="161358" y="9461677"/>
              <a:ext cx="93842" cy="93842"/>
            </a:xfrm>
            <a:prstGeom prst="rect">
              <a:avLst/>
            </a:prstGeom>
          </p:spPr>
        </p:pic>
        <p:pic>
          <p:nvPicPr>
            <p:cNvPr id="34" name="object 34"/>
            <p:cNvPicPr/>
            <p:nvPr/>
          </p:nvPicPr>
          <p:blipFill>
            <a:blip r:embed="rId11" cstate="print"/>
            <a:stretch>
              <a:fillRect/>
            </a:stretch>
          </p:blipFill>
          <p:spPr>
            <a:xfrm>
              <a:off x="159500" y="9592534"/>
              <a:ext cx="97176" cy="97176"/>
            </a:xfrm>
            <a:prstGeom prst="rect">
              <a:avLst/>
            </a:prstGeom>
          </p:spPr>
        </p:pic>
        <p:pic>
          <p:nvPicPr>
            <p:cNvPr id="35" name="object 35"/>
            <p:cNvPicPr/>
            <p:nvPr/>
          </p:nvPicPr>
          <p:blipFill>
            <a:blip r:embed="rId12" cstate="print"/>
            <a:stretch>
              <a:fillRect/>
            </a:stretch>
          </p:blipFill>
          <p:spPr>
            <a:xfrm>
              <a:off x="163229" y="9330827"/>
              <a:ext cx="90495" cy="90496"/>
            </a:xfrm>
            <a:prstGeom prst="rect">
              <a:avLst/>
            </a:prstGeom>
          </p:spPr>
        </p:pic>
        <p:pic>
          <p:nvPicPr>
            <p:cNvPr id="36" name="object 36"/>
            <p:cNvPicPr/>
            <p:nvPr/>
          </p:nvPicPr>
          <p:blipFill>
            <a:blip r:embed="rId13" cstate="print"/>
            <a:stretch>
              <a:fillRect/>
            </a:stretch>
          </p:blipFill>
          <p:spPr>
            <a:xfrm>
              <a:off x="165072" y="9199971"/>
              <a:ext cx="87189" cy="87189"/>
            </a:xfrm>
            <a:prstGeom prst="rect">
              <a:avLst/>
            </a:prstGeom>
          </p:spPr>
        </p:pic>
      </p:grpSp>
      <p:pic>
        <p:nvPicPr>
          <p:cNvPr id="37" name="object 37"/>
          <p:cNvPicPr/>
          <p:nvPr/>
        </p:nvPicPr>
        <p:blipFill>
          <a:blip r:embed="rId13" cstate="print"/>
          <a:stretch>
            <a:fillRect/>
          </a:stretch>
        </p:blipFill>
        <p:spPr>
          <a:xfrm>
            <a:off x="83464" y="4534557"/>
            <a:ext cx="41928" cy="41928"/>
          </a:xfrm>
          <a:prstGeom prst="rect">
            <a:avLst/>
          </a:prstGeom>
        </p:spPr>
      </p:pic>
      <p:pic>
        <p:nvPicPr>
          <p:cNvPr id="38" name="object 38"/>
          <p:cNvPicPr/>
          <p:nvPr/>
        </p:nvPicPr>
        <p:blipFill>
          <a:blip r:embed="rId14" cstate="print"/>
          <a:stretch>
            <a:fillRect/>
          </a:stretch>
        </p:blipFill>
        <p:spPr>
          <a:xfrm>
            <a:off x="84393" y="4469129"/>
            <a:ext cx="40262" cy="40261"/>
          </a:xfrm>
          <a:prstGeom prst="rect">
            <a:avLst/>
          </a:prstGeom>
        </p:spPr>
      </p:pic>
      <p:pic>
        <p:nvPicPr>
          <p:cNvPr id="39" name="object 39"/>
          <p:cNvPicPr/>
          <p:nvPr/>
        </p:nvPicPr>
        <p:blipFill>
          <a:blip r:embed="rId15" cstate="print"/>
          <a:stretch>
            <a:fillRect/>
          </a:stretch>
        </p:blipFill>
        <p:spPr>
          <a:xfrm>
            <a:off x="85321" y="4403701"/>
            <a:ext cx="38595" cy="38595"/>
          </a:xfrm>
          <a:prstGeom prst="rect">
            <a:avLst/>
          </a:prstGeom>
        </p:spPr>
      </p:pic>
      <p:pic>
        <p:nvPicPr>
          <p:cNvPr id="40" name="object 40"/>
          <p:cNvPicPr/>
          <p:nvPr/>
        </p:nvPicPr>
        <p:blipFill>
          <a:blip r:embed="rId16" cstate="print"/>
          <a:stretch>
            <a:fillRect/>
          </a:stretch>
        </p:blipFill>
        <p:spPr>
          <a:xfrm>
            <a:off x="86244" y="4338273"/>
            <a:ext cx="36941" cy="36941"/>
          </a:xfrm>
          <a:prstGeom prst="rect">
            <a:avLst/>
          </a:prstGeom>
        </p:spPr>
      </p:pic>
      <p:pic>
        <p:nvPicPr>
          <p:cNvPr id="41" name="object 41"/>
          <p:cNvPicPr/>
          <p:nvPr/>
        </p:nvPicPr>
        <p:blipFill>
          <a:blip r:embed="rId17" cstate="print"/>
          <a:stretch>
            <a:fillRect/>
          </a:stretch>
        </p:blipFill>
        <p:spPr>
          <a:xfrm>
            <a:off x="87171" y="4272844"/>
            <a:ext cx="35275" cy="35275"/>
          </a:xfrm>
          <a:prstGeom prst="rect">
            <a:avLst/>
          </a:prstGeom>
        </p:spPr>
      </p:pic>
      <p:pic>
        <p:nvPicPr>
          <p:cNvPr id="42" name="object 42"/>
          <p:cNvPicPr/>
          <p:nvPr/>
        </p:nvPicPr>
        <p:blipFill>
          <a:blip r:embed="rId18" cstate="print"/>
          <a:stretch>
            <a:fillRect/>
          </a:stretch>
        </p:blipFill>
        <p:spPr>
          <a:xfrm>
            <a:off x="88101" y="4207416"/>
            <a:ext cx="33608" cy="33608"/>
          </a:xfrm>
          <a:prstGeom prst="rect">
            <a:avLst/>
          </a:prstGeom>
        </p:spPr>
      </p:pic>
      <p:pic>
        <p:nvPicPr>
          <p:cNvPr id="43" name="object 43"/>
          <p:cNvPicPr/>
          <p:nvPr/>
        </p:nvPicPr>
        <p:blipFill>
          <a:blip r:embed="rId19" cstate="print"/>
          <a:stretch>
            <a:fillRect/>
          </a:stretch>
        </p:blipFill>
        <p:spPr>
          <a:xfrm>
            <a:off x="89025" y="4141991"/>
            <a:ext cx="31951" cy="31942"/>
          </a:xfrm>
          <a:prstGeom prst="rect">
            <a:avLst/>
          </a:prstGeom>
        </p:spPr>
      </p:pic>
      <p:sp>
        <p:nvSpPr>
          <p:cNvPr id="44" name="object 44"/>
          <p:cNvSpPr/>
          <p:nvPr/>
        </p:nvSpPr>
        <p:spPr>
          <a:xfrm>
            <a:off x="89957" y="4076563"/>
            <a:ext cx="30480" cy="30480"/>
          </a:xfrm>
          <a:custGeom>
            <a:avLst/>
            <a:gdLst/>
            <a:ahLst/>
            <a:cxnLst/>
            <a:rect l="l" t="t" r="r" b="b"/>
            <a:pathLst>
              <a:path w="60960" h="60959">
                <a:moveTo>
                  <a:pt x="34486" y="60562"/>
                </a:moveTo>
                <a:lnTo>
                  <a:pt x="26075" y="60562"/>
                </a:lnTo>
                <a:lnTo>
                  <a:pt x="22669" y="57157"/>
                </a:lnTo>
                <a:lnTo>
                  <a:pt x="22669" y="37892"/>
                </a:lnTo>
                <a:lnTo>
                  <a:pt x="3405" y="37892"/>
                </a:lnTo>
                <a:lnTo>
                  <a:pt x="0" y="34487"/>
                </a:lnTo>
                <a:lnTo>
                  <a:pt x="0" y="26075"/>
                </a:lnTo>
                <a:lnTo>
                  <a:pt x="3405" y="22670"/>
                </a:lnTo>
                <a:lnTo>
                  <a:pt x="22669" y="22670"/>
                </a:lnTo>
                <a:lnTo>
                  <a:pt x="22669" y="3405"/>
                </a:lnTo>
                <a:lnTo>
                  <a:pt x="26075" y="0"/>
                </a:lnTo>
                <a:lnTo>
                  <a:pt x="34486" y="0"/>
                </a:lnTo>
                <a:lnTo>
                  <a:pt x="37892" y="3405"/>
                </a:lnTo>
                <a:lnTo>
                  <a:pt x="37892" y="22670"/>
                </a:lnTo>
                <a:lnTo>
                  <a:pt x="52950" y="22670"/>
                </a:lnTo>
                <a:lnTo>
                  <a:pt x="57150" y="22670"/>
                </a:lnTo>
                <a:lnTo>
                  <a:pt x="60561" y="26075"/>
                </a:lnTo>
                <a:lnTo>
                  <a:pt x="60561" y="34487"/>
                </a:lnTo>
                <a:lnTo>
                  <a:pt x="57156" y="37892"/>
                </a:lnTo>
                <a:lnTo>
                  <a:pt x="37892" y="37892"/>
                </a:lnTo>
                <a:lnTo>
                  <a:pt x="37892" y="57157"/>
                </a:lnTo>
                <a:lnTo>
                  <a:pt x="34486" y="60562"/>
                </a:lnTo>
                <a:close/>
              </a:path>
            </a:pathLst>
          </a:custGeom>
          <a:solidFill>
            <a:srgbClr val="0070C8"/>
          </a:solidFill>
        </p:spPr>
        <p:txBody>
          <a:bodyPr wrap="square" lIns="0" tIns="0" rIns="0" bIns="0" rtlCol="0"/>
          <a:lstStyle/>
          <a:p>
            <a:endParaRPr sz="700"/>
          </a:p>
        </p:txBody>
      </p:sp>
      <p:sp>
        <p:nvSpPr>
          <p:cNvPr id="45" name="object 45"/>
          <p:cNvSpPr/>
          <p:nvPr/>
        </p:nvSpPr>
        <p:spPr>
          <a:xfrm>
            <a:off x="90885" y="4011135"/>
            <a:ext cx="28893" cy="28893"/>
          </a:xfrm>
          <a:custGeom>
            <a:avLst/>
            <a:gdLst/>
            <a:ahLst/>
            <a:cxnLst/>
            <a:rect l="l" t="t" r="r" b="b"/>
            <a:pathLst>
              <a:path w="57785" h="57784">
                <a:moveTo>
                  <a:pt x="32584" y="57229"/>
                </a:moveTo>
                <a:lnTo>
                  <a:pt x="24645" y="57229"/>
                </a:lnTo>
                <a:lnTo>
                  <a:pt x="21423" y="54007"/>
                </a:lnTo>
                <a:lnTo>
                  <a:pt x="21423" y="35806"/>
                </a:lnTo>
                <a:lnTo>
                  <a:pt x="3221" y="35806"/>
                </a:lnTo>
                <a:lnTo>
                  <a:pt x="0" y="32584"/>
                </a:lnTo>
                <a:lnTo>
                  <a:pt x="0" y="24645"/>
                </a:lnTo>
                <a:lnTo>
                  <a:pt x="3221" y="21423"/>
                </a:lnTo>
                <a:lnTo>
                  <a:pt x="21423" y="21423"/>
                </a:lnTo>
                <a:lnTo>
                  <a:pt x="21423" y="3221"/>
                </a:lnTo>
                <a:lnTo>
                  <a:pt x="24645" y="0"/>
                </a:lnTo>
                <a:lnTo>
                  <a:pt x="32584" y="0"/>
                </a:lnTo>
                <a:lnTo>
                  <a:pt x="35806" y="3221"/>
                </a:lnTo>
                <a:lnTo>
                  <a:pt x="35806" y="21423"/>
                </a:lnTo>
                <a:lnTo>
                  <a:pt x="50038" y="21423"/>
                </a:lnTo>
                <a:lnTo>
                  <a:pt x="54008" y="21423"/>
                </a:lnTo>
                <a:lnTo>
                  <a:pt x="57229" y="24645"/>
                </a:lnTo>
                <a:lnTo>
                  <a:pt x="57229" y="32584"/>
                </a:lnTo>
                <a:lnTo>
                  <a:pt x="54008" y="35806"/>
                </a:lnTo>
                <a:lnTo>
                  <a:pt x="35806" y="35806"/>
                </a:lnTo>
                <a:lnTo>
                  <a:pt x="35806" y="54007"/>
                </a:lnTo>
                <a:lnTo>
                  <a:pt x="32584" y="57229"/>
                </a:lnTo>
                <a:close/>
              </a:path>
            </a:pathLst>
          </a:custGeom>
          <a:solidFill>
            <a:srgbClr val="0070C8"/>
          </a:solidFill>
        </p:spPr>
        <p:txBody>
          <a:bodyPr wrap="square" lIns="0" tIns="0" rIns="0" bIns="0" rtlCol="0"/>
          <a:lstStyle/>
          <a:p>
            <a:endParaRPr sz="700"/>
          </a:p>
        </p:txBody>
      </p:sp>
      <p:sp>
        <p:nvSpPr>
          <p:cNvPr id="46" name="object 46"/>
          <p:cNvSpPr/>
          <p:nvPr/>
        </p:nvSpPr>
        <p:spPr>
          <a:xfrm>
            <a:off x="91814" y="3945710"/>
            <a:ext cx="26988" cy="26988"/>
          </a:xfrm>
          <a:custGeom>
            <a:avLst/>
            <a:gdLst/>
            <a:ahLst/>
            <a:cxnLst/>
            <a:rect l="l" t="t" r="r" b="b"/>
            <a:pathLst>
              <a:path w="53975" h="53975">
                <a:moveTo>
                  <a:pt x="30688" y="53896"/>
                </a:moveTo>
                <a:lnTo>
                  <a:pt x="23208" y="53896"/>
                </a:lnTo>
                <a:lnTo>
                  <a:pt x="20176" y="50864"/>
                </a:lnTo>
                <a:lnTo>
                  <a:pt x="20176" y="33719"/>
                </a:lnTo>
                <a:lnTo>
                  <a:pt x="3031" y="33719"/>
                </a:lnTo>
                <a:lnTo>
                  <a:pt x="0" y="30688"/>
                </a:lnTo>
                <a:lnTo>
                  <a:pt x="0" y="23208"/>
                </a:lnTo>
                <a:lnTo>
                  <a:pt x="3031" y="20176"/>
                </a:lnTo>
                <a:lnTo>
                  <a:pt x="20176" y="20176"/>
                </a:lnTo>
                <a:lnTo>
                  <a:pt x="20176" y="3031"/>
                </a:lnTo>
                <a:lnTo>
                  <a:pt x="23208" y="0"/>
                </a:lnTo>
                <a:lnTo>
                  <a:pt x="30688" y="0"/>
                </a:lnTo>
                <a:lnTo>
                  <a:pt x="33719" y="3031"/>
                </a:lnTo>
                <a:lnTo>
                  <a:pt x="33719" y="20176"/>
                </a:lnTo>
                <a:lnTo>
                  <a:pt x="47124" y="20176"/>
                </a:lnTo>
                <a:lnTo>
                  <a:pt x="50871" y="20176"/>
                </a:lnTo>
                <a:lnTo>
                  <a:pt x="53896" y="23208"/>
                </a:lnTo>
                <a:lnTo>
                  <a:pt x="53896" y="30688"/>
                </a:lnTo>
                <a:lnTo>
                  <a:pt x="50865" y="33719"/>
                </a:lnTo>
                <a:lnTo>
                  <a:pt x="33719" y="33719"/>
                </a:lnTo>
                <a:lnTo>
                  <a:pt x="33719" y="50864"/>
                </a:lnTo>
                <a:lnTo>
                  <a:pt x="30688" y="53896"/>
                </a:lnTo>
                <a:close/>
              </a:path>
            </a:pathLst>
          </a:custGeom>
          <a:solidFill>
            <a:srgbClr val="0070C8"/>
          </a:solidFill>
        </p:spPr>
        <p:txBody>
          <a:bodyPr wrap="square" lIns="0" tIns="0" rIns="0" bIns="0" rtlCol="0"/>
          <a:lstStyle/>
          <a:p>
            <a:endParaRPr sz="700"/>
          </a:p>
        </p:txBody>
      </p:sp>
      <p:sp>
        <p:nvSpPr>
          <p:cNvPr id="47" name="object 47"/>
          <p:cNvSpPr/>
          <p:nvPr/>
        </p:nvSpPr>
        <p:spPr>
          <a:xfrm>
            <a:off x="92736" y="3880278"/>
            <a:ext cx="25400" cy="25400"/>
          </a:xfrm>
          <a:custGeom>
            <a:avLst/>
            <a:gdLst/>
            <a:ahLst/>
            <a:cxnLst/>
            <a:rect l="l" t="t" r="r" b="b"/>
            <a:pathLst>
              <a:path w="50800" h="50800">
                <a:moveTo>
                  <a:pt x="28804" y="50589"/>
                </a:moveTo>
                <a:lnTo>
                  <a:pt x="21784" y="50589"/>
                </a:lnTo>
                <a:lnTo>
                  <a:pt x="18936" y="47741"/>
                </a:lnTo>
                <a:lnTo>
                  <a:pt x="18936" y="31652"/>
                </a:lnTo>
                <a:lnTo>
                  <a:pt x="2847" y="31652"/>
                </a:lnTo>
                <a:lnTo>
                  <a:pt x="0" y="28805"/>
                </a:lnTo>
                <a:lnTo>
                  <a:pt x="0" y="21784"/>
                </a:lnTo>
                <a:lnTo>
                  <a:pt x="2847" y="18936"/>
                </a:lnTo>
                <a:lnTo>
                  <a:pt x="18936" y="18936"/>
                </a:lnTo>
                <a:lnTo>
                  <a:pt x="18936" y="2847"/>
                </a:lnTo>
                <a:lnTo>
                  <a:pt x="21784" y="0"/>
                </a:lnTo>
                <a:lnTo>
                  <a:pt x="28804" y="0"/>
                </a:lnTo>
                <a:lnTo>
                  <a:pt x="31652" y="2847"/>
                </a:lnTo>
                <a:lnTo>
                  <a:pt x="31652" y="18936"/>
                </a:lnTo>
                <a:lnTo>
                  <a:pt x="44231" y="18936"/>
                </a:lnTo>
                <a:lnTo>
                  <a:pt x="47741" y="18936"/>
                </a:lnTo>
                <a:lnTo>
                  <a:pt x="50589" y="21784"/>
                </a:lnTo>
                <a:lnTo>
                  <a:pt x="50589" y="28805"/>
                </a:lnTo>
                <a:lnTo>
                  <a:pt x="47741" y="31652"/>
                </a:lnTo>
                <a:lnTo>
                  <a:pt x="31652" y="31652"/>
                </a:lnTo>
                <a:lnTo>
                  <a:pt x="31652" y="47741"/>
                </a:lnTo>
                <a:lnTo>
                  <a:pt x="28804" y="50589"/>
                </a:lnTo>
                <a:close/>
              </a:path>
            </a:pathLst>
          </a:custGeom>
          <a:solidFill>
            <a:srgbClr val="0070C8"/>
          </a:solidFill>
        </p:spPr>
        <p:txBody>
          <a:bodyPr wrap="square" lIns="0" tIns="0" rIns="0" bIns="0" rtlCol="0"/>
          <a:lstStyle/>
          <a:p>
            <a:endParaRPr sz="700"/>
          </a:p>
        </p:txBody>
      </p:sp>
      <p:sp>
        <p:nvSpPr>
          <p:cNvPr id="48" name="object 48"/>
          <p:cNvSpPr/>
          <p:nvPr/>
        </p:nvSpPr>
        <p:spPr>
          <a:xfrm>
            <a:off x="93664" y="3814850"/>
            <a:ext cx="23813" cy="23813"/>
          </a:xfrm>
          <a:custGeom>
            <a:avLst/>
            <a:gdLst/>
            <a:ahLst/>
            <a:cxnLst/>
            <a:rect l="l" t="t" r="r" b="b"/>
            <a:pathLst>
              <a:path w="47625" h="47625">
                <a:moveTo>
                  <a:pt x="26909" y="47256"/>
                </a:moveTo>
                <a:lnTo>
                  <a:pt x="20347" y="47256"/>
                </a:lnTo>
                <a:lnTo>
                  <a:pt x="17690" y="44598"/>
                </a:lnTo>
                <a:lnTo>
                  <a:pt x="17690" y="29566"/>
                </a:lnTo>
                <a:lnTo>
                  <a:pt x="2657" y="29566"/>
                </a:lnTo>
                <a:lnTo>
                  <a:pt x="0" y="26908"/>
                </a:lnTo>
                <a:lnTo>
                  <a:pt x="0" y="20347"/>
                </a:lnTo>
                <a:lnTo>
                  <a:pt x="2657" y="17689"/>
                </a:lnTo>
                <a:lnTo>
                  <a:pt x="17690" y="17689"/>
                </a:lnTo>
                <a:lnTo>
                  <a:pt x="17690" y="2657"/>
                </a:lnTo>
                <a:lnTo>
                  <a:pt x="20347" y="0"/>
                </a:lnTo>
                <a:lnTo>
                  <a:pt x="26909" y="0"/>
                </a:lnTo>
                <a:lnTo>
                  <a:pt x="29566" y="2657"/>
                </a:lnTo>
                <a:lnTo>
                  <a:pt x="29566" y="17689"/>
                </a:lnTo>
                <a:lnTo>
                  <a:pt x="41318" y="17689"/>
                </a:lnTo>
                <a:lnTo>
                  <a:pt x="44599" y="17689"/>
                </a:lnTo>
                <a:lnTo>
                  <a:pt x="47257" y="20347"/>
                </a:lnTo>
                <a:lnTo>
                  <a:pt x="47257" y="26908"/>
                </a:lnTo>
                <a:lnTo>
                  <a:pt x="44599" y="29566"/>
                </a:lnTo>
                <a:lnTo>
                  <a:pt x="29566" y="29566"/>
                </a:lnTo>
                <a:lnTo>
                  <a:pt x="29566" y="44598"/>
                </a:lnTo>
                <a:lnTo>
                  <a:pt x="26909" y="47256"/>
                </a:lnTo>
                <a:close/>
              </a:path>
            </a:pathLst>
          </a:custGeom>
          <a:solidFill>
            <a:srgbClr val="0070C8"/>
          </a:solidFill>
        </p:spPr>
        <p:txBody>
          <a:bodyPr wrap="square" lIns="0" tIns="0" rIns="0" bIns="0" rtlCol="0"/>
          <a:lstStyle/>
          <a:p>
            <a:endParaRPr sz="700"/>
          </a:p>
        </p:txBody>
      </p:sp>
      <p:sp>
        <p:nvSpPr>
          <p:cNvPr id="49" name="object 49"/>
          <p:cNvSpPr/>
          <p:nvPr/>
        </p:nvSpPr>
        <p:spPr>
          <a:xfrm>
            <a:off x="94593" y="3749425"/>
            <a:ext cx="22225" cy="22225"/>
          </a:xfrm>
          <a:custGeom>
            <a:avLst/>
            <a:gdLst/>
            <a:ahLst/>
            <a:cxnLst/>
            <a:rect l="l" t="t" r="r" b="b"/>
            <a:pathLst>
              <a:path w="44450" h="44450">
                <a:moveTo>
                  <a:pt x="25012" y="43922"/>
                </a:moveTo>
                <a:lnTo>
                  <a:pt x="18916" y="43922"/>
                </a:lnTo>
                <a:lnTo>
                  <a:pt x="16443" y="41455"/>
                </a:lnTo>
                <a:lnTo>
                  <a:pt x="16443" y="27479"/>
                </a:lnTo>
                <a:lnTo>
                  <a:pt x="2473" y="27479"/>
                </a:lnTo>
                <a:lnTo>
                  <a:pt x="0" y="25006"/>
                </a:lnTo>
                <a:lnTo>
                  <a:pt x="0" y="18916"/>
                </a:lnTo>
                <a:lnTo>
                  <a:pt x="2467" y="16443"/>
                </a:lnTo>
                <a:lnTo>
                  <a:pt x="16443" y="16443"/>
                </a:lnTo>
                <a:lnTo>
                  <a:pt x="16443" y="2473"/>
                </a:lnTo>
                <a:lnTo>
                  <a:pt x="18910" y="0"/>
                </a:lnTo>
                <a:lnTo>
                  <a:pt x="25005" y="0"/>
                </a:lnTo>
                <a:lnTo>
                  <a:pt x="27479" y="2467"/>
                </a:lnTo>
                <a:lnTo>
                  <a:pt x="27479" y="16443"/>
                </a:lnTo>
                <a:lnTo>
                  <a:pt x="38404" y="16443"/>
                </a:lnTo>
                <a:lnTo>
                  <a:pt x="41455" y="16443"/>
                </a:lnTo>
                <a:lnTo>
                  <a:pt x="43922" y="18916"/>
                </a:lnTo>
                <a:lnTo>
                  <a:pt x="43922" y="25006"/>
                </a:lnTo>
                <a:lnTo>
                  <a:pt x="41455" y="27479"/>
                </a:lnTo>
                <a:lnTo>
                  <a:pt x="27479" y="27479"/>
                </a:lnTo>
                <a:lnTo>
                  <a:pt x="27479" y="41449"/>
                </a:lnTo>
                <a:lnTo>
                  <a:pt x="25012" y="43922"/>
                </a:lnTo>
                <a:close/>
              </a:path>
            </a:pathLst>
          </a:custGeom>
          <a:solidFill>
            <a:srgbClr val="0070C8"/>
          </a:solidFill>
        </p:spPr>
        <p:txBody>
          <a:bodyPr wrap="square" lIns="0" tIns="0" rIns="0" bIns="0" rtlCol="0"/>
          <a:lstStyle/>
          <a:p>
            <a:endParaRPr sz="700"/>
          </a:p>
        </p:txBody>
      </p:sp>
      <p:sp>
        <p:nvSpPr>
          <p:cNvPr id="50" name="object 50"/>
          <p:cNvSpPr/>
          <p:nvPr/>
        </p:nvSpPr>
        <p:spPr>
          <a:xfrm>
            <a:off x="95525" y="3683996"/>
            <a:ext cx="20320" cy="20320"/>
          </a:xfrm>
          <a:custGeom>
            <a:avLst/>
            <a:gdLst/>
            <a:ahLst/>
            <a:cxnLst/>
            <a:rect l="l" t="t" r="r" b="b"/>
            <a:pathLst>
              <a:path w="40639" h="40640">
                <a:moveTo>
                  <a:pt x="23109" y="40589"/>
                </a:moveTo>
                <a:lnTo>
                  <a:pt x="17479" y="40589"/>
                </a:lnTo>
                <a:lnTo>
                  <a:pt x="15196" y="38306"/>
                </a:lnTo>
                <a:lnTo>
                  <a:pt x="15196" y="25393"/>
                </a:lnTo>
                <a:lnTo>
                  <a:pt x="2283" y="25393"/>
                </a:lnTo>
                <a:lnTo>
                  <a:pt x="0" y="23109"/>
                </a:lnTo>
                <a:lnTo>
                  <a:pt x="0" y="17479"/>
                </a:lnTo>
                <a:lnTo>
                  <a:pt x="2283" y="15196"/>
                </a:lnTo>
                <a:lnTo>
                  <a:pt x="15196" y="15196"/>
                </a:lnTo>
                <a:lnTo>
                  <a:pt x="15196" y="2283"/>
                </a:lnTo>
                <a:lnTo>
                  <a:pt x="17479" y="0"/>
                </a:lnTo>
                <a:lnTo>
                  <a:pt x="23109" y="0"/>
                </a:lnTo>
                <a:lnTo>
                  <a:pt x="25392" y="2283"/>
                </a:lnTo>
                <a:lnTo>
                  <a:pt x="25392" y="15196"/>
                </a:lnTo>
                <a:lnTo>
                  <a:pt x="35490" y="15196"/>
                </a:lnTo>
                <a:lnTo>
                  <a:pt x="38305" y="15196"/>
                </a:lnTo>
                <a:lnTo>
                  <a:pt x="40589" y="17479"/>
                </a:lnTo>
                <a:lnTo>
                  <a:pt x="40589" y="23109"/>
                </a:lnTo>
                <a:lnTo>
                  <a:pt x="38305" y="25393"/>
                </a:lnTo>
                <a:lnTo>
                  <a:pt x="25392" y="25393"/>
                </a:lnTo>
                <a:lnTo>
                  <a:pt x="25392" y="38306"/>
                </a:lnTo>
                <a:lnTo>
                  <a:pt x="23109" y="40589"/>
                </a:lnTo>
                <a:close/>
              </a:path>
            </a:pathLst>
          </a:custGeom>
          <a:solidFill>
            <a:srgbClr val="0070C8"/>
          </a:solidFill>
        </p:spPr>
        <p:txBody>
          <a:bodyPr wrap="square" lIns="0" tIns="0" rIns="0" bIns="0" rtlCol="0"/>
          <a:lstStyle/>
          <a:p>
            <a:endParaRPr sz="700"/>
          </a:p>
        </p:txBody>
      </p:sp>
      <p:sp>
        <p:nvSpPr>
          <p:cNvPr id="51" name="object 51"/>
          <p:cNvSpPr/>
          <p:nvPr/>
        </p:nvSpPr>
        <p:spPr>
          <a:xfrm>
            <a:off x="96443" y="3618565"/>
            <a:ext cx="18733" cy="18733"/>
          </a:xfrm>
          <a:custGeom>
            <a:avLst/>
            <a:gdLst/>
            <a:ahLst/>
            <a:cxnLst/>
            <a:rect l="l" t="t" r="r" b="b"/>
            <a:pathLst>
              <a:path w="37464" h="37465">
                <a:moveTo>
                  <a:pt x="21226" y="37282"/>
                </a:moveTo>
                <a:lnTo>
                  <a:pt x="16056" y="37282"/>
                </a:lnTo>
                <a:lnTo>
                  <a:pt x="13956" y="35182"/>
                </a:lnTo>
                <a:lnTo>
                  <a:pt x="13956" y="23326"/>
                </a:lnTo>
                <a:lnTo>
                  <a:pt x="2099" y="23326"/>
                </a:lnTo>
                <a:lnTo>
                  <a:pt x="0" y="21226"/>
                </a:lnTo>
                <a:lnTo>
                  <a:pt x="0" y="16056"/>
                </a:lnTo>
                <a:lnTo>
                  <a:pt x="2099" y="13956"/>
                </a:lnTo>
                <a:lnTo>
                  <a:pt x="13956" y="13956"/>
                </a:lnTo>
                <a:lnTo>
                  <a:pt x="13956" y="2099"/>
                </a:lnTo>
                <a:lnTo>
                  <a:pt x="16056" y="0"/>
                </a:lnTo>
                <a:lnTo>
                  <a:pt x="21226" y="0"/>
                </a:lnTo>
                <a:lnTo>
                  <a:pt x="23326" y="2099"/>
                </a:lnTo>
                <a:lnTo>
                  <a:pt x="23326" y="13956"/>
                </a:lnTo>
                <a:lnTo>
                  <a:pt x="32597" y="13956"/>
                </a:lnTo>
                <a:lnTo>
                  <a:pt x="35183" y="13956"/>
                </a:lnTo>
                <a:lnTo>
                  <a:pt x="37282" y="16056"/>
                </a:lnTo>
                <a:lnTo>
                  <a:pt x="37282" y="21226"/>
                </a:lnTo>
                <a:lnTo>
                  <a:pt x="35182" y="23326"/>
                </a:lnTo>
                <a:lnTo>
                  <a:pt x="23326" y="23326"/>
                </a:lnTo>
                <a:lnTo>
                  <a:pt x="23326" y="35182"/>
                </a:lnTo>
                <a:lnTo>
                  <a:pt x="21226" y="37282"/>
                </a:lnTo>
                <a:close/>
              </a:path>
            </a:pathLst>
          </a:custGeom>
          <a:solidFill>
            <a:srgbClr val="0070C8"/>
          </a:solidFill>
        </p:spPr>
        <p:txBody>
          <a:bodyPr wrap="square" lIns="0" tIns="0" rIns="0" bIns="0" rtlCol="0"/>
          <a:lstStyle/>
          <a:p>
            <a:endParaRPr sz="700"/>
          </a:p>
        </p:txBody>
      </p:sp>
      <p:sp>
        <p:nvSpPr>
          <p:cNvPr id="52" name="object 52"/>
          <p:cNvSpPr/>
          <p:nvPr/>
        </p:nvSpPr>
        <p:spPr>
          <a:xfrm>
            <a:off x="97378" y="3553143"/>
            <a:ext cx="17145" cy="17145"/>
          </a:xfrm>
          <a:custGeom>
            <a:avLst/>
            <a:gdLst/>
            <a:ahLst/>
            <a:cxnLst/>
            <a:rect l="l" t="t" r="r" b="b"/>
            <a:pathLst>
              <a:path w="34289" h="34290">
                <a:moveTo>
                  <a:pt x="19324" y="33936"/>
                </a:moveTo>
                <a:lnTo>
                  <a:pt x="14612" y="33936"/>
                </a:lnTo>
                <a:lnTo>
                  <a:pt x="12703" y="32026"/>
                </a:lnTo>
                <a:lnTo>
                  <a:pt x="12703" y="21233"/>
                </a:lnTo>
                <a:lnTo>
                  <a:pt x="1909" y="21233"/>
                </a:lnTo>
                <a:lnTo>
                  <a:pt x="0" y="19323"/>
                </a:lnTo>
                <a:lnTo>
                  <a:pt x="0" y="14612"/>
                </a:lnTo>
                <a:lnTo>
                  <a:pt x="1909" y="12703"/>
                </a:lnTo>
                <a:lnTo>
                  <a:pt x="12703" y="12703"/>
                </a:lnTo>
                <a:lnTo>
                  <a:pt x="12703" y="1909"/>
                </a:lnTo>
                <a:lnTo>
                  <a:pt x="14612" y="0"/>
                </a:lnTo>
                <a:lnTo>
                  <a:pt x="19324" y="0"/>
                </a:lnTo>
                <a:lnTo>
                  <a:pt x="21233" y="1909"/>
                </a:lnTo>
                <a:lnTo>
                  <a:pt x="21233" y="12703"/>
                </a:lnTo>
                <a:lnTo>
                  <a:pt x="29671" y="12703"/>
                </a:lnTo>
                <a:lnTo>
                  <a:pt x="32027" y="12703"/>
                </a:lnTo>
                <a:lnTo>
                  <a:pt x="33936" y="14612"/>
                </a:lnTo>
                <a:lnTo>
                  <a:pt x="33936" y="19323"/>
                </a:lnTo>
                <a:lnTo>
                  <a:pt x="32027" y="21233"/>
                </a:lnTo>
                <a:lnTo>
                  <a:pt x="21233" y="21233"/>
                </a:lnTo>
                <a:lnTo>
                  <a:pt x="21233" y="32026"/>
                </a:lnTo>
                <a:lnTo>
                  <a:pt x="19324" y="33936"/>
                </a:lnTo>
                <a:close/>
              </a:path>
            </a:pathLst>
          </a:custGeom>
          <a:solidFill>
            <a:srgbClr val="0070C8"/>
          </a:solidFill>
        </p:spPr>
        <p:txBody>
          <a:bodyPr wrap="square" lIns="0" tIns="0" rIns="0" bIns="0" rtlCol="0"/>
          <a:lstStyle/>
          <a:p>
            <a:endParaRPr sz="700"/>
          </a:p>
        </p:txBody>
      </p:sp>
      <p:grpSp>
        <p:nvGrpSpPr>
          <p:cNvPr id="53" name="object 53"/>
          <p:cNvGrpSpPr/>
          <p:nvPr/>
        </p:nvGrpSpPr>
        <p:grpSpPr>
          <a:xfrm>
            <a:off x="177865" y="4609736"/>
            <a:ext cx="55245" cy="534035"/>
            <a:chOff x="355729" y="9219472"/>
            <a:chExt cx="110489" cy="1068070"/>
          </a:xfrm>
        </p:grpSpPr>
        <p:pic>
          <p:nvPicPr>
            <p:cNvPr id="54" name="object 54"/>
            <p:cNvPicPr/>
            <p:nvPr/>
          </p:nvPicPr>
          <p:blipFill>
            <a:blip r:embed="rId20" cstate="print"/>
            <a:stretch>
              <a:fillRect/>
            </a:stretch>
          </p:blipFill>
          <p:spPr>
            <a:xfrm>
              <a:off x="355729" y="10121550"/>
              <a:ext cx="110483" cy="165447"/>
            </a:xfrm>
            <a:prstGeom prst="rect">
              <a:avLst/>
            </a:prstGeom>
          </p:spPr>
        </p:pic>
        <p:pic>
          <p:nvPicPr>
            <p:cNvPr id="55" name="object 55"/>
            <p:cNvPicPr/>
            <p:nvPr/>
          </p:nvPicPr>
          <p:blipFill>
            <a:blip r:embed="rId7" cstate="print"/>
            <a:stretch>
              <a:fillRect/>
            </a:stretch>
          </p:blipFill>
          <p:spPr>
            <a:xfrm>
              <a:off x="357587" y="9992682"/>
              <a:ext cx="107149" cy="107149"/>
            </a:xfrm>
            <a:prstGeom prst="rect">
              <a:avLst/>
            </a:prstGeom>
          </p:spPr>
        </p:pic>
        <p:pic>
          <p:nvPicPr>
            <p:cNvPr id="56" name="object 56"/>
            <p:cNvPicPr/>
            <p:nvPr/>
          </p:nvPicPr>
          <p:blipFill>
            <a:blip r:embed="rId8" cstate="print"/>
            <a:stretch>
              <a:fillRect/>
            </a:stretch>
          </p:blipFill>
          <p:spPr>
            <a:xfrm>
              <a:off x="359451" y="9863814"/>
              <a:ext cx="103815" cy="103816"/>
            </a:xfrm>
            <a:prstGeom prst="rect">
              <a:avLst/>
            </a:prstGeom>
          </p:spPr>
        </p:pic>
        <p:pic>
          <p:nvPicPr>
            <p:cNvPr id="57" name="object 57"/>
            <p:cNvPicPr/>
            <p:nvPr/>
          </p:nvPicPr>
          <p:blipFill>
            <a:blip r:embed="rId9" cstate="print"/>
            <a:stretch>
              <a:fillRect/>
            </a:stretch>
          </p:blipFill>
          <p:spPr>
            <a:xfrm>
              <a:off x="361307" y="9734952"/>
              <a:ext cx="100483" cy="100483"/>
            </a:xfrm>
            <a:prstGeom prst="rect">
              <a:avLst/>
            </a:prstGeom>
          </p:spPr>
        </p:pic>
        <p:pic>
          <p:nvPicPr>
            <p:cNvPr id="58" name="object 58"/>
            <p:cNvPicPr/>
            <p:nvPr/>
          </p:nvPicPr>
          <p:blipFill>
            <a:blip r:embed="rId21" cstate="print"/>
            <a:stretch>
              <a:fillRect/>
            </a:stretch>
          </p:blipFill>
          <p:spPr>
            <a:xfrm>
              <a:off x="363144" y="9606077"/>
              <a:ext cx="97176" cy="97176"/>
            </a:xfrm>
            <a:prstGeom prst="rect">
              <a:avLst/>
            </a:prstGeom>
          </p:spPr>
        </p:pic>
        <p:pic>
          <p:nvPicPr>
            <p:cNvPr id="59" name="object 59"/>
            <p:cNvPicPr/>
            <p:nvPr/>
          </p:nvPicPr>
          <p:blipFill>
            <a:blip r:embed="rId22" cstate="print"/>
            <a:stretch>
              <a:fillRect/>
            </a:stretch>
          </p:blipFill>
          <p:spPr>
            <a:xfrm>
              <a:off x="365008" y="9477208"/>
              <a:ext cx="93842" cy="93843"/>
            </a:xfrm>
            <a:prstGeom prst="rect">
              <a:avLst/>
            </a:prstGeom>
          </p:spPr>
        </p:pic>
        <p:pic>
          <p:nvPicPr>
            <p:cNvPr id="60" name="object 60"/>
            <p:cNvPicPr/>
            <p:nvPr/>
          </p:nvPicPr>
          <p:blipFill>
            <a:blip r:embed="rId23" cstate="print"/>
            <a:stretch>
              <a:fillRect/>
            </a:stretch>
          </p:blipFill>
          <p:spPr>
            <a:xfrm>
              <a:off x="366879" y="9348347"/>
              <a:ext cx="90495" cy="90496"/>
            </a:xfrm>
            <a:prstGeom prst="rect">
              <a:avLst/>
            </a:prstGeom>
          </p:spPr>
        </p:pic>
        <p:pic>
          <p:nvPicPr>
            <p:cNvPr id="61" name="object 61"/>
            <p:cNvPicPr/>
            <p:nvPr/>
          </p:nvPicPr>
          <p:blipFill>
            <a:blip r:embed="rId24" cstate="print"/>
            <a:stretch>
              <a:fillRect/>
            </a:stretch>
          </p:blipFill>
          <p:spPr>
            <a:xfrm>
              <a:off x="368715" y="9219472"/>
              <a:ext cx="87189" cy="87189"/>
            </a:xfrm>
            <a:prstGeom prst="rect">
              <a:avLst/>
            </a:prstGeom>
          </p:spPr>
        </p:pic>
      </p:grpSp>
      <p:pic>
        <p:nvPicPr>
          <p:cNvPr id="62" name="object 62"/>
          <p:cNvPicPr/>
          <p:nvPr/>
        </p:nvPicPr>
        <p:blipFill>
          <a:blip r:embed="rId14" cstate="print"/>
          <a:stretch>
            <a:fillRect/>
          </a:stretch>
        </p:blipFill>
        <p:spPr>
          <a:xfrm>
            <a:off x="185286" y="4545305"/>
            <a:ext cx="41928" cy="41928"/>
          </a:xfrm>
          <a:prstGeom prst="rect">
            <a:avLst/>
          </a:prstGeom>
        </p:spPr>
      </p:pic>
      <p:pic>
        <p:nvPicPr>
          <p:cNvPr id="63" name="object 63"/>
          <p:cNvPicPr/>
          <p:nvPr/>
        </p:nvPicPr>
        <p:blipFill>
          <a:blip r:embed="rId14" cstate="print"/>
          <a:stretch>
            <a:fillRect/>
          </a:stretch>
        </p:blipFill>
        <p:spPr>
          <a:xfrm>
            <a:off x="186218" y="4480871"/>
            <a:ext cx="40261" cy="40261"/>
          </a:xfrm>
          <a:prstGeom prst="rect">
            <a:avLst/>
          </a:prstGeom>
        </p:spPr>
      </p:pic>
      <p:pic>
        <p:nvPicPr>
          <p:cNvPr id="64" name="object 64"/>
          <p:cNvPicPr/>
          <p:nvPr/>
        </p:nvPicPr>
        <p:blipFill>
          <a:blip r:embed="rId15" cstate="print"/>
          <a:stretch>
            <a:fillRect/>
          </a:stretch>
        </p:blipFill>
        <p:spPr>
          <a:xfrm>
            <a:off x="187146" y="4416437"/>
            <a:ext cx="38595" cy="38595"/>
          </a:xfrm>
          <a:prstGeom prst="rect">
            <a:avLst/>
          </a:prstGeom>
        </p:spPr>
      </p:pic>
      <p:pic>
        <p:nvPicPr>
          <p:cNvPr id="65" name="object 65"/>
          <p:cNvPicPr/>
          <p:nvPr/>
        </p:nvPicPr>
        <p:blipFill>
          <a:blip r:embed="rId25" cstate="print"/>
          <a:stretch>
            <a:fillRect/>
          </a:stretch>
        </p:blipFill>
        <p:spPr>
          <a:xfrm>
            <a:off x="188065" y="4351999"/>
            <a:ext cx="36941" cy="36941"/>
          </a:xfrm>
          <a:prstGeom prst="rect">
            <a:avLst/>
          </a:prstGeom>
        </p:spPr>
      </p:pic>
      <p:pic>
        <p:nvPicPr>
          <p:cNvPr id="66" name="object 66"/>
          <p:cNvPicPr/>
          <p:nvPr/>
        </p:nvPicPr>
        <p:blipFill>
          <a:blip r:embed="rId26" cstate="print"/>
          <a:stretch>
            <a:fillRect/>
          </a:stretch>
        </p:blipFill>
        <p:spPr>
          <a:xfrm>
            <a:off x="188997" y="4287565"/>
            <a:ext cx="35275" cy="35275"/>
          </a:xfrm>
          <a:prstGeom prst="rect">
            <a:avLst/>
          </a:prstGeom>
        </p:spPr>
      </p:pic>
      <p:pic>
        <p:nvPicPr>
          <p:cNvPr id="67" name="object 67"/>
          <p:cNvPicPr/>
          <p:nvPr/>
        </p:nvPicPr>
        <p:blipFill>
          <a:blip r:embed="rId18" cstate="print"/>
          <a:stretch>
            <a:fillRect/>
          </a:stretch>
        </p:blipFill>
        <p:spPr>
          <a:xfrm>
            <a:off x="189926" y="4223134"/>
            <a:ext cx="33608" cy="33608"/>
          </a:xfrm>
          <a:prstGeom prst="rect">
            <a:avLst/>
          </a:prstGeom>
        </p:spPr>
      </p:pic>
      <p:pic>
        <p:nvPicPr>
          <p:cNvPr id="68" name="object 68"/>
          <p:cNvPicPr/>
          <p:nvPr/>
        </p:nvPicPr>
        <p:blipFill>
          <a:blip r:embed="rId27" cstate="print"/>
          <a:stretch>
            <a:fillRect/>
          </a:stretch>
        </p:blipFill>
        <p:spPr>
          <a:xfrm>
            <a:off x="190847" y="4158700"/>
            <a:ext cx="31951" cy="31942"/>
          </a:xfrm>
          <a:prstGeom prst="rect">
            <a:avLst/>
          </a:prstGeom>
        </p:spPr>
      </p:pic>
      <p:sp>
        <p:nvSpPr>
          <p:cNvPr id="69" name="object 69"/>
          <p:cNvSpPr/>
          <p:nvPr/>
        </p:nvSpPr>
        <p:spPr>
          <a:xfrm>
            <a:off x="191783" y="4094266"/>
            <a:ext cx="30480" cy="30480"/>
          </a:xfrm>
          <a:custGeom>
            <a:avLst/>
            <a:gdLst/>
            <a:ahLst/>
            <a:cxnLst/>
            <a:rect l="l" t="t" r="r" b="b"/>
            <a:pathLst>
              <a:path w="60959" h="60959">
                <a:moveTo>
                  <a:pt x="34486" y="60562"/>
                </a:moveTo>
                <a:lnTo>
                  <a:pt x="26075" y="60562"/>
                </a:lnTo>
                <a:lnTo>
                  <a:pt x="22669" y="57157"/>
                </a:lnTo>
                <a:lnTo>
                  <a:pt x="22669" y="37892"/>
                </a:lnTo>
                <a:lnTo>
                  <a:pt x="3405" y="37892"/>
                </a:lnTo>
                <a:lnTo>
                  <a:pt x="0" y="34487"/>
                </a:lnTo>
                <a:lnTo>
                  <a:pt x="0" y="26075"/>
                </a:lnTo>
                <a:lnTo>
                  <a:pt x="3405" y="22670"/>
                </a:lnTo>
                <a:lnTo>
                  <a:pt x="22669" y="22670"/>
                </a:lnTo>
                <a:lnTo>
                  <a:pt x="22669" y="3405"/>
                </a:lnTo>
                <a:lnTo>
                  <a:pt x="26075" y="0"/>
                </a:lnTo>
                <a:lnTo>
                  <a:pt x="34486" y="0"/>
                </a:lnTo>
                <a:lnTo>
                  <a:pt x="37892" y="3405"/>
                </a:lnTo>
                <a:lnTo>
                  <a:pt x="37892" y="22670"/>
                </a:lnTo>
                <a:lnTo>
                  <a:pt x="52950" y="22670"/>
                </a:lnTo>
                <a:lnTo>
                  <a:pt x="57149" y="22670"/>
                </a:lnTo>
                <a:lnTo>
                  <a:pt x="60561" y="26075"/>
                </a:lnTo>
                <a:lnTo>
                  <a:pt x="60561" y="34487"/>
                </a:lnTo>
                <a:lnTo>
                  <a:pt x="57156" y="37892"/>
                </a:lnTo>
                <a:lnTo>
                  <a:pt x="37892" y="37892"/>
                </a:lnTo>
                <a:lnTo>
                  <a:pt x="37892" y="57157"/>
                </a:lnTo>
                <a:lnTo>
                  <a:pt x="34486" y="60562"/>
                </a:lnTo>
                <a:close/>
              </a:path>
            </a:pathLst>
          </a:custGeom>
          <a:solidFill>
            <a:srgbClr val="0070C8"/>
          </a:solidFill>
        </p:spPr>
        <p:txBody>
          <a:bodyPr wrap="square" lIns="0" tIns="0" rIns="0" bIns="0" rtlCol="0"/>
          <a:lstStyle/>
          <a:p>
            <a:endParaRPr sz="700"/>
          </a:p>
        </p:txBody>
      </p:sp>
      <p:sp>
        <p:nvSpPr>
          <p:cNvPr id="70" name="object 70"/>
          <p:cNvSpPr/>
          <p:nvPr/>
        </p:nvSpPr>
        <p:spPr>
          <a:xfrm>
            <a:off x="192711" y="4029832"/>
            <a:ext cx="28893" cy="28893"/>
          </a:xfrm>
          <a:custGeom>
            <a:avLst/>
            <a:gdLst/>
            <a:ahLst/>
            <a:cxnLst/>
            <a:rect l="l" t="t" r="r" b="b"/>
            <a:pathLst>
              <a:path w="57784" h="57784">
                <a:moveTo>
                  <a:pt x="32584" y="57229"/>
                </a:moveTo>
                <a:lnTo>
                  <a:pt x="24645" y="57229"/>
                </a:lnTo>
                <a:lnTo>
                  <a:pt x="21423" y="54007"/>
                </a:lnTo>
                <a:lnTo>
                  <a:pt x="21423" y="35806"/>
                </a:lnTo>
                <a:lnTo>
                  <a:pt x="3221" y="35806"/>
                </a:lnTo>
                <a:lnTo>
                  <a:pt x="0" y="32584"/>
                </a:lnTo>
                <a:lnTo>
                  <a:pt x="0" y="24645"/>
                </a:lnTo>
                <a:lnTo>
                  <a:pt x="3221" y="21423"/>
                </a:lnTo>
                <a:lnTo>
                  <a:pt x="21423" y="21423"/>
                </a:lnTo>
                <a:lnTo>
                  <a:pt x="21423" y="3221"/>
                </a:lnTo>
                <a:lnTo>
                  <a:pt x="24645" y="0"/>
                </a:lnTo>
                <a:lnTo>
                  <a:pt x="32584" y="0"/>
                </a:lnTo>
                <a:lnTo>
                  <a:pt x="35806" y="3221"/>
                </a:lnTo>
                <a:lnTo>
                  <a:pt x="35806" y="21423"/>
                </a:lnTo>
                <a:lnTo>
                  <a:pt x="50038" y="21423"/>
                </a:lnTo>
                <a:lnTo>
                  <a:pt x="54008" y="21423"/>
                </a:lnTo>
                <a:lnTo>
                  <a:pt x="57229" y="24645"/>
                </a:lnTo>
                <a:lnTo>
                  <a:pt x="57229" y="32584"/>
                </a:lnTo>
                <a:lnTo>
                  <a:pt x="54008" y="35806"/>
                </a:lnTo>
                <a:lnTo>
                  <a:pt x="35806" y="35806"/>
                </a:lnTo>
                <a:lnTo>
                  <a:pt x="35806" y="54007"/>
                </a:lnTo>
                <a:lnTo>
                  <a:pt x="32584" y="57229"/>
                </a:lnTo>
                <a:close/>
              </a:path>
            </a:pathLst>
          </a:custGeom>
          <a:solidFill>
            <a:srgbClr val="0070C8"/>
          </a:solidFill>
        </p:spPr>
        <p:txBody>
          <a:bodyPr wrap="square" lIns="0" tIns="0" rIns="0" bIns="0" rtlCol="0"/>
          <a:lstStyle/>
          <a:p>
            <a:endParaRPr sz="700"/>
          </a:p>
        </p:txBody>
      </p:sp>
      <p:sp>
        <p:nvSpPr>
          <p:cNvPr id="71" name="object 71"/>
          <p:cNvSpPr/>
          <p:nvPr/>
        </p:nvSpPr>
        <p:spPr>
          <a:xfrm>
            <a:off x="193639" y="3965401"/>
            <a:ext cx="26988" cy="26988"/>
          </a:xfrm>
          <a:custGeom>
            <a:avLst/>
            <a:gdLst/>
            <a:ahLst/>
            <a:cxnLst/>
            <a:rect l="l" t="t" r="r" b="b"/>
            <a:pathLst>
              <a:path w="53975" h="53975">
                <a:moveTo>
                  <a:pt x="30688" y="53896"/>
                </a:moveTo>
                <a:lnTo>
                  <a:pt x="23208" y="53896"/>
                </a:lnTo>
                <a:lnTo>
                  <a:pt x="20176" y="50864"/>
                </a:lnTo>
                <a:lnTo>
                  <a:pt x="20176" y="33719"/>
                </a:lnTo>
                <a:lnTo>
                  <a:pt x="3031" y="33719"/>
                </a:lnTo>
                <a:lnTo>
                  <a:pt x="0" y="30688"/>
                </a:lnTo>
                <a:lnTo>
                  <a:pt x="0" y="23208"/>
                </a:lnTo>
                <a:lnTo>
                  <a:pt x="3031" y="20176"/>
                </a:lnTo>
                <a:lnTo>
                  <a:pt x="20176" y="20176"/>
                </a:lnTo>
                <a:lnTo>
                  <a:pt x="20176" y="3031"/>
                </a:lnTo>
                <a:lnTo>
                  <a:pt x="23208" y="0"/>
                </a:lnTo>
                <a:lnTo>
                  <a:pt x="30688" y="0"/>
                </a:lnTo>
                <a:lnTo>
                  <a:pt x="33719" y="3031"/>
                </a:lnTo>
                <a:lnTo>
                  <a:pt x="33719" y="20176"/>
                </a:lnTo>
                <a:lnTo>
                  <a:pt x="47124" y="20176"/>
                </a:lnTo>
                <a:lnTo>
                  <a:pt x="50865" y="20176"/>
                </a:lnTo>
                <a:lnTo>
                  <a:pt x="53896" y="23208"/>
                </a:lnTo>
                <a:lnTo>
                  <a:pt x="53896" y="30688"/>
                </a:lnTo>
                <a:lnTo>
                  <a:pt x="50865" y="33719"/>
                </a:lnTo>
                <a:lnTo>
                  <a:pt x="33719" y="33719"/>
                </a:lnTo>
                <a:lnTo>
                  <a:pt x="33719" y="50864"/>
                </a:lnTo>
                <a:lnTo>
                  <a:pt x="30688" y="53896"/>
                </a:lnTo>
                <a:close/>
              </a:path>
            </a:pathLst>
          </a:custGeom>
          <a:solidFill>
            <a:srgbClr val="0070C8"/>
          </a:solidFill>
        </p:spPr>
        <p:txBody>
          <a:bodyPr wrap="square" lIns="0" tIns="0" rIns="0" bIns="0" rtlCol="0"/>
          <a:lstStyle/>
          <a:p>
            <a:endParaRPr sz="700"/>
          </a:p>
        </p:txBody>
      </p:sp>
      <p:sp>
        <p:nvSpPr>
          <p:cNvPr id="72" name="object 72"/>
          <p:cNvSpPr/>
          <p:nvPr/>
        </p:nvSpPr>
        <p:spPr>
          <a:xfrm>
            <a:off x="194558" y="3900963"/>
            <a:ext cx="25400" cy="25400"/>
          </a:xfrm>
          <a:custGeom>
            <a:avLst/>
            <a:gdLst/>
            <a:ahLst/>
            <a:cxnLst/>
            <a:rect l="l" t="t" r="r" b="b"/>
            <a:pathLst>
              <a:path w="50800" h="50800">
                <a:moveTo>
                  <a:pt x="28804" y="50589"/>
                </a:moveTo>
                <a:lnTo>
                  <a:pt x="21784" y="50589"/>
                </a:lnTo>
                <a:lnTo>
                  <a:pt x="18936" y="47741"/>
                </a:lnTo>
                <a:lnTo>
                  <a:pt x="18936" y="31652"/>
                </a:lnTo>
                <a:lnTo>
                  <a:pt x="2847" y="31652"/>
                </a:lnTo>
                <a:lnTo>
                  <a:pt x="0" y="28805"/>
                </a:lnTo>
                <a:lnTo>
                  <a:pt x="0" y="21784"/>
                </a:lnTo>
                <a:lnTo>
                  <a:pt x="2847" y="18936"/>
                </a:lnTo>
                <a:lnTo>
                  <a:pt x="18936" y="18936"/>
                </a:lnTo>
                <a:lnTo>
                  <a:pt x="18936" y="2847"/>
                </a:lnTo>
                <a:lnTo>
                  <a:pt x="21784" y="0"/>
                </a:lnTo>
                <a:lnTo>
                  <a:pt x="28804" y="0"/>
                </a:lnTo>
                <a:lnTo>
                  <a:pt x="31652" y="2847"/>
                </a:lnTo>
                <a:lnTo>
                  <a:pt x="31652" y="18936"/>
                </a:lnTo>
                <a:lnTo>
                  <a:pt x="44231" y="18936"/>
                </a:lnTo>
                <a:lnTo>
                  <a:pt x="47741" y="18936"/>
                </a:lnTo>
                <a:lnTo>
                  <a:pt x="50589" y="21784"/>
                </a:lnTo>
                <a:lnTo>
                  <a:pt x="50589" y="28805"/>
                </a:lnTo>
                <a:lnTo>
                  <a:pt x="47741" y="31652"/>
                </a:lnTo>
                <a:lnTo>
                  <a:pt x="31652" y="31652"/>
                </a:lnTo>
                <a:lnTo>
                  <a:pt x="31652" y="47741"/>
                </a:lnTo>
                <a:lnTo>
                  <a:pt x="28804" y="50589"/>
                </a:lnTo>
                <a:close/>
              </a:path>
            </a:pathLst>
          </a:custGeom>
          <a:solidFill>
            <a:srgbClr val="0070C8"/>
          </a:solidFill>
        </p:spPr>
        <p:txBody>
          <a:bodyPr wrap="square" lIns="0" tIns="0" rIns="0" bIns="0" rtlCol="0"/>
          <a:lstStyle/>
          <a:p>
            <a:endParaRPr sz="700"/>
          </a:p>
        </p:txBody>
      </p:sp>
      <p:sp>
        <p:nvSpPr>
          <p:cNvPr id="73" name="object 73"/>
          <p:cNvSpPr/>
          <p:nvPr/>
        </p:nvSpPr>
        <p:spPr>
          <a:xfrm>
            <a:off x="195489" y="3836529"/>
            <a:ext cx="23813" cy="23813"/>
          </a:xfrm>
          <a:custGeom>
            <a:avLst/>
            <a:gdLst/>
            <a:ahLst/>
            <a:cxnLst/>
            <a:rect l="l" t="t" r="r" b="b"/>
            <a:pathLst>
              <a:path w="47625" h="47625">
                <a:moveTo>
                  <a:pt x="26909" y="47256"/>
                </a:moveTo>
                <a:lnTo>
                  <a:pt x="20347" y="47256"/>
                </a:lnTo>
                <a:lnTo>
                  <a:pt x="17690" y="44598"/>
                </a:lnTo>
                <a:lnTo>
                  <a:pt x="17690" y="29566"/>
                </a:lnTo>
                <a:lnTo>
                  <a:pt x="2657" y="29566"/>
                </a:lnTo>
                <a:lnTo>
                  <a:pt x="0" y="26908"/>
                </a:lnTo>
                <a:lnTo>
                  <a:pt x="0" y="20347"/>
                </a:lnTo>
                <a:lnTo>
                  <a:pt x="2657" y="17689"/>
                </a:lnTo>
                <a:lnTo>
                  <a:pt x="17690" y="17689"/>
                </a:lnTo>
                <a:lnTo>
                  <a:pt x="17690" y="2657"/>
                </a:lnTo>
                <a:lnTo>
                  <a:pt x="20347" y="0"/>
                </a:lnTo>
                <a:lnTo>
                  <a:pt x="26909" y="0"/>
                </a:lnTo>
                <a:lnTo>
                  <a:pt x="29566" y="2657"/>
                </a:lnTo>
                <a:lnTo>
                  <a:pt x="29566" y="17689"/>
                </a:lnTo>
                <a:lnTo>
                  <a:pt x="41318" y="17689"/>
                </a:lnTo>
                <a:lnTo>
                  <a:pt x="44592" y="17689"/>
                </a:lnTo>
                <a:lnTo>
                  <a:pt x="47257" y="20347"/>
                </a:lnTo>
                <a:lnTo>
                  <a:pt x="47257" y="26908"/>
                </a:lnTo>
                <a:lnTo>
                  <a:pt x="44599" y="29566"/>
                </a:lnTo>
                <a:lnTo>
                  <a:pt x="29566" y="29566"/>
                </a:lnTo>
                <a:lnTo>
                  <a:pt x="29566" y="44598"/>
                </a:lnTo>
                <a:lnTo>
                  <a:pt x="26909" y="47256"/>
                </a:lnTo>
                <a:close/>
              </a:path>
            </a:pathLst>
          </a:custGeom>
          <a:solidFill>
            <a:srgbClr val="0070C8"/>
          </a:solidFill>
        </p:spPr>
        <p:txBody>
          <a:bodyPr wrap="square" lIns="0" tIns="0" rIns="0" bIns="0" rtlCol="0"/>
          <a:lstStyle/>
          <a:p>
            <a:endParaRPr sz="700"/>
          </a:p>
        </p:txBody>
      </p:sp>
      <p:sp>
        <p:nvSpPr>
          <p:cNvPr id="74" name="object 74"/>
          <p:cNvSpPr/>
          <p:nvPr/>
        </p:nvSpPr>
        <p:spPr>
          <a:xfrm>
            <a:off x="196418" y="3772095"/>
            <a:ext cx="22225" cy="22225"/>
          </a:xfrm>
          <a:custGeom>
            <a:avLst/>
            <a:gdLst/>
            <a:ahLst/>
            <a:cxnLst/>
            <a:rect l="l" t="t" r="r" b="b"/>
            <a:pathLst>
              <a:path w="44450" h="44450">
                <a:moveTo>
                  <a:pt x="25012" y="43922"/>
                </a:moveTo>
                <a:lnTo>
                  <a:pt x="18916" y="43922"/>
                </a:lnTo>
                <a:lnTo>
                  <a:pt x="16443" y="41455"/>
                </a:lnTo>
                <a:lnTo>
                  <a:pt x="16443" y="27479"/>
                </a:lnTo>
                <a:lnTo>
                  <a:pt x="2473" y="27479"/>
                </a:lnTo>
                <a:lnTo>
                  <a:pt x="0" y="25006"/>
                </a:lnTo>
                <a:lnTo>
                  <a:pt x="0" y="18916"/>
                </a:lnTo>
                <a:lnTo>
                  <a:pt x="2466" y="16443"/>
                </a:lnTo>
                <a:lnTo>
                  <a:pt x="16443" y="16443"/>
                </a:lnTo>
                <a:lnTo>
                  <a:pt x="16443" y="2473"/>
                </a:lnTo>
                <a:lnTo>
                  <a:pt x="18909" y="0"/>
                </a:lnTo>
                <a:lnTo>
                  <a:pt x="25005" y="0"/>
                </a:lnTo>
                <a:lnTo>
                  <a:pt x="27479" y="2467"/>
                </a:lnTo>
                <a:lnTo>
                  <a:pt x="27479" y="16443"/>
                </a:lnTo>
                <a:lnTo>
                  <a:pt x="38404" y="16443"/>
                </a:lnTo>
                <a:lnTo>
                  <a:pt x="41455" y="16443"/>
                </a:lnTo>
                <a:lnTo>
                  <a:pt x="43922" y="18916"/>
                </a:lnTo>
                <a:lnTo>
                  <a:pt x="43922" y="25006"/>
                </a:lnTo>
                <a:lnTo>
                  <a:pt x="41455" y="27479"/>
                </a:lnTo>
                <a:lnTo>
                  <a:pt x="27479" y="27479"/>
                </a:lnTo>
                <a:lnTo>
                  <a:pt x="27479" y="41449"/>
                </a:lnTo>
                <a:lnTo>
                  <a:pt x="25012" y="43922"/>
                </a:lnTo>
                <a:close/>
              </a:path>
            </a:pathLst>
          </a:custGeom>
          <a:solidFill>
            <a:srgbClr val="0070C8"/>
          </a:solidFill>
        </p:spPr>
        <p:txBody>
          <a:bodyPr wrap="square" lIns="0" tIns="0" rIns="0" bIns="0" rtlCol="0"/>
          <a:lstStyle/>
          <a:p>
            <a:endParaRPr sz="700"/>
          </a:p>
        </p:txBody>
      </p:sp>
      <p:sp>
        <p:nvSpPr>
          <p:cNvPr id="75" name="object 75"/>
          <p:cNvSpPr/>
          <p:nvPr/>
        </p:nvSpPr>
        <p:spPr>
          <a:xfrm>
            <a:off x="197347" y="3707661"/>
            <a:ext cx="20320" cy="20320"/>
          </a:xfrm>
          <a:custGeom>
            <a:avLst/>
            <a:gdLst/>
            <a:ahLst/>
            <a:cxnLst/>
            <a:rect l="l" t="t" r="r" b="b"/>
            <a:pathLst>
              <a:path w="40640" h="40640">
                <a:moveTo>
                  <a:pt x="23109" y="40589"/>
                </a:moveTo>
                <a:lnTo>
                  <a:pt x="17479" y="40589"/>
                </a:lnTo>
                <a:lnTo>
                  <a:pt x="15196" y="38306"/>
                </a:lnTo>
                <a:lnTo>
                  <a:pt x="15196" y="25393"/>
                </a:lnTo>
                <a:lnTo>
                  <a:pt x="2283" y="25393"/>
                </a:lnTo>
                <a:lnTo>
                  <a:pt x="0" y="23109"/>
                </a:lnTo>
                <a:lnTo>
                  <a:pt x="0" y="17479"/>
                </a:lnTo>
                <a:lnTo>
                  <a:pt x="2283" y="15196"/>
                </a:lnTo>
                <a:lnTo>
                  <a:pt x="15196" y="15196"/>
                </a:lnTo>
                <a:lnTo>
                  <a:pt x="15196" y="2283"/>
                </a:lnTo>
                <a:lnTo>
                  <a:pt x="17479" y="0"/>
                </a:lnTo>
                <a:lnTo>
                  <a:pt x="23109" y="0"/>
                </a:lnTo>
                <a:lnTo>
                  <a:pt x="25392" y="2283"/>
                </a:lnTo>
                <a:lnTo>
                  <a:pt x="25392" y="15196"/>
                </a:lnTo>
                <a:lnTo>
                  <a:pt x="35490" y="15196"/>
                </a:lnTo>
                <a:lnTo>
                  <a:pt x="38312" y="15196"/>
                </a:lnTo>
                <a:lnTo>
                  <a:pt x="40589" y="17479"/>
                </a:lnTo>
                <a:lnTo>
                  <a:pt x="40589" y="23109"/>
                </a:lnTo>
                <a:lnTo>
                  <a:pt x="38305" y="25393"/>
                </a:lnTo>
                <a:lnTo>
                  <a:pt x="25392" y="25393"/>
                </a:lnTo>
                <a:lnTo>
                  <a:pt x="25392" y="38306"/>
                </a:lnTo>
                <a:lnTo>
                  <a:pt x="23109" y="40589"/>
                </a:lnTo>
                <a:close/>
              </a:path>
            </a:pathLst>
          </a:custGeom>
          <a:solidFill>
            <a:srgbClr val="0070C8"/>
          </a:solidFill>
        </p:spPr>
        <p:txBody>
          <a:bodyPr wrap="square" lIns="0" tIns="0" rIns="0" bIns="0" rtlCol="0"/>
          <a:lstStyle/>
          <a:p>
            <a:endParaRPr sz="700"/>
          </a:p>
        </p:txBody>
      </p:sp>
      <p:sp>
        <p:nvSpPr>
          <p:cNvPr id="76" name="object 76"/>
          <p:cNvSpPr/>
          <p:nvPr/>
        </p:nvSpPr>
        <p:spPr>
          <a:xfrm>
            <a:off x="198268" y="3643226"/>
            <a:ext cx="18733" cy="18733"/>
          </a:xfrm>
          <a:custGeom>
            <a:avLst/>
            <a:gdLst/>
            <a:ahLst/>
            <a:cxnLst/>
            <a:rect l="l" t="t" r="r" b="b"/>
            <a:pathLst>
              <a:path w="37465" h="37465">
                <a:moveTo>
                  <a:pt x="21226" y="37282"/>
                </a:moveTo>
                <a:lnTo>
                  <a:pt x="16056" y="37282"/>
                </a:lnTo>
                <a:lnTo>
                  <a:pt x="13956" y="35182"/>
                </a:lnTo>
                <a:lnTo>
                  <a:pt x="13956" y="23326"/>
                </a:lnTo>
                <a:lnTo>
                  <a:pt x="2099" y="23326"/>
                </a:lnTo>
                <a:lnTo>
                  <a:pt x="0" y="21226"/>
                </a:lnTo>
                <a:lnTo>
                  <a:pt x="0" y="16056"/>
                </a:lnTo>
                <a:lnTo>
                  <a:pt x="2099" y="13956"/>
                </a:lnTo>
                <a:lnTo>
                  <a:pt x="13956" y="13956"/>
                </a:lnTo>
                <a:lnTo>
                  <a:pt x="13956" y="2099"/>
                </a:lnTo>
                <a:lnTo>
                  <a:pt x="16056" y="0"/>
                </a:lnTo>
                <a:lnTo>
                  <a:pt x="21226" y="0"/>
                </a:lnTo>
                <a:lnTo>
                  <a:pt x="23326" y="2099"/>
                </a:lnTo>
                <a:lnTo>
                  <a:pt x="23326" y="13956"/>
                </a:lnTo>
                <a:lnTo>
                  <a:pt x="32597" y="13956"/>
                </a:lnTo>
                <a:lnTo>
                  <a:pt x="35182" y="13956"/>
                </a:lnTo>
                <a:lnTo>
                  <a:pt x="37275" y="16049"/>
                </a:lnTo>
                <a:lnTo>
                  <a:pt x="37282" y="21226"/>
                </a:lnTo>
                <a:lnTo>
                  <a:pt x="35182" y="23326"/>
                </a:lnTo>
                <a:lnTo>
                  <a:pt x="23326" y="23326"/>
                </a:lnTo>
                <a:lnTo>
                  <a:pt x="23326" y="35182"/>
                </a:lnTo>
                <a:lnTo>
                  <a:pt x="21226" y="37282"/>
                </a:lnTo>
                <a:close/>
              </a:path>
            </a:pathLst>
          </a:custGeom>
          <a:solidFill>
            <a:srgbClr val="0070C8"/>
          </a:solidFill>
        </p:spPr>
        <p:txBody>
          <a:bodyPr wrap="square" lIns="0" tIns="0" rIns="0" bIns="0" rtlCol="0"/>
          <a:lstStyle/>
          <a:p>
            <a:endParaRPr sz="700"/>
          </a:p>
        </p:txBody>
      </p:sp>
      <p:sp>
        <p:nvSpPr>
          <p:cNvPr id="77" name="object 77"/>
          <p:cNvSpPr/>
          <p:nvPr/>
        </p:nvSpPr>
        <p:spPr>
          <a:xfrm>
            <a:off x="199203" y="3578796"/>
            <a:ext cx="17145" cy="17145"/>
          </a:xfrm>
          <a:custGeom>
            <a:avLst/>
            <a:gdLst/>
            <a:ahLst/>
            <a:cxnLst/>
            <a:rect l="l" t="t" r="r" b="b"/>
            <a:pathLst>
              <a:path w="34290" h="34290">
                <a:moveTo>
                  <a:pt x="19324" y="33936"/>
                </a:moveTo>
                <a:lnTo>
                  <a:pt x="14612" y="33936"/>
                </a:lnTo>
                <a:lnTo>
                  <a:pt x="12703" y="32026"/>
                </a:lnTo>
                <a:lnTo>
                  <a:pt x="12703" y="21233"/>
                </a:lnTo>
                <a:lnTo>
                  <a:pt x="1909" y="21233"/>
                </a:lnTo>
                <a:lnTo>
                  <a:pt x="0" y="19323"/>
                </a:lnTo>
                <a:lnTo>
                  <a:pt x="0" y="14612"/>
                </a:lnTo>
                <a:lnTo>
                  <a:pt x="1909" y="12703"/>
                </a:lnTo>
                <a:lnTo>
                  <a:pt x="12703" y="12703"/>
                </a:lnTo>
                <a:lnTo>
                  <a:pt x="12703" y="1909"/>
                </a:lnTo>
                <a:lnTo>
                  <a:pt x="14612" y="0"/>
                </a:lnTo>
                <a:lnTo>
                  <a:pt x="19324" y="0"/>
                </a:lnTo>
                <a:lnTo>
                  <a:pt x="21233" y="1909"/>
                </a:lnTo>
                <a:lnTo>
                  <a:pt x="21233" y="12703"/>
                </a:lnTo>
                <a:lnTo>
                  <a:pt x="29671" y="12703"/>
                </a:lnTo>
                <a:lnTo>
                  <a:pt x="32027" y="12703"/>
                </a:lnTo>
                <a:lnTo>
                  <a:pt x="33937" y="14612"/>
                </a:lnTo>
                <a:lnTo>
                  <a:pt x="33937" y="19323"/>
                </a:lnTo>
                <a:lnTo>
                  <a:pt x="32027" y="21233"/>
                </a:lnTo>
                <a:lnTo>
                  <a:pt x="21233" y="21233"/>
                </a:lnTo>
                <a:lnTo>
                  <a:pt x="21233" y="32026"/>
                </a:lnTo>
                <a:lnTo>
                  <a:pt x="19324" y="33936"/>
                </a:lnTo>
                <a:close/>
              </a:path>
            </a:pathLst>
          </a:custGeom>
          <a:solidFill>
            <a:srgbClr val="0070C8"/>
          </a:solidFill>
        </p:spPr>
        <p:txBody>
          <a:bodyPr wrap="square" lIns="0" tIns="0" rIns="0" bIns="0" rtlCol="0"/>
          <a:lstStyle/>
          <a:p>
            <a:endParaRPr sz="700"/>
          </a:p>
        </p:txBody>
      </p:sp>
      <p:grpSp>
        <p:nvGrpSpPr>
          <p:cNvPr id="78" name="object 78"/>
          <p:cNvGrpSpPr/>
          <p:nvPr/>
        </p:nvGrpSpPr>
        <p:grpSpPr>
          <a:xfrm>
            <a:off x="279690" y="4559061"/>
            <a:ext cx="55245" cy="584518"/>
            <a:chOff x="559379" y="9118122"/>
            <a:chExt cx="110489" cy="1169035"/>
          </a:xfrm>
        </p:grpSpPr>
        <p:pic>
          <p:nvPicPr>
            <p:cNvPr id="79" name="object 79"/>
            <p:cNvPicPr/>
            <p:nvPr/>
          </p:nvPicPr>
          <p:blipFill>
            <a:blip r:embed="rId28" cstate="print"/>
            <a:stretch>
              <a:fillRect/>
            </a:stretch>
          </p:blipFill>
          <p:spPr>
            <a:xfrm>
              <a:off x="559379" y="10128099"/>
              <a:ext cx="110483" cy="158899"/>
            </a:xfrm>
            <a:prstGeom prst="rect">
              <a:avLst/>
            </a:prstGeom>
          </p:spPr>
        </p:pic>
        <p:pic>
          <p:nvPicPr>
            <p:cNvPr id="80" name="object 80"/>
            <p:cNvPicPr/>
            <p:nvPr/>
          </p:nvPicPr>
          <p:blipFill>
            <a:blip r:embed="rId29" cstate="print"/>
            <a:stretch>
              <a:fillRect/>
            </a:stretch>
          </p:blipFill>
          <p:spPr>
            <a:xfrm>
              <a:off x="561237" y="10001855"/>
              <a:ext cx="107149" cy="107149"/>
            </a:xfrm>
            <a:prstGeom prst="rect">
              <a:avLst/>
            </a:prstGeom>
          </p:spPr>
        </p:pic>
        <p:pic>
          <p:nvPicPr>
            <p:cNvPr id="81" name="object 81"/>
            <p:cNvPicPr/>
            <p:nvPr/>
          </p:nvPicPr>
          <p:blipFill>
            <a:blip r:embed="rId8" cstate="print"/>
            <a:stretch>
              <a:fillRect/>
            </a:stretch>
          </p:blipFill>
          <p:spPr>
            <a:xfrm>
              <a:off x="563095" y="9875605"/>
              <a:ext cx="103815" cy="103816"/>
            </a:xfrm>
            <a:prstGeom prst="rect">
              <a:avLst/>
            </a:prstGeom>
          </p:spPr>
        </p:pic>
        <p:pic>
          <p:nvPicPr>
            <p:cNvPr id="82" name="object 82"/>
            <p:cNvPicPr/>
            <p:nvPr/>
          </p:nvPicPr>
          <p:blipFill>
            <a:blip r:embed="rId9" cstate="print"/>
            <a:stretch>
              <a:fillRect/>
            </a:stretch>
          </p:blipFill>
          <p:spPr>
            <a:xfrm>
              <a:off x="564957" y="9749361"/>
              <a:ext cx="100483" cy="100483"/>
            </a:xfrm>
            <a:prstGeom prst="rect">
              <a:avLst/>
            </a:prstGeom>
          </p:spPr>
        </p:pic>
        <p:pic>
          <p:nvPicPr>
            <p:cNvPr id="83" name="object 83"/>
            <p:cNvPicPr/>
            <p:nvPr/>
          </p:nvPicPr>
          <p:blipFill>
            <a:blip r:embed="rId30" cstate="print"/>
            <a:stretch>
              <a:fillRect/>
            </a:stretch>
          </p:blipFill>
          <p:spPr>
            <a:xfrm>
              <a:off x="566794" y="9623110"/>
              <a:ext cx="97176" cy="97176"/>
            </a:xfrm>
            <a:prstGeom prst="rect">
              <a:avLst/>
            </a:prstGeom>
          </p:spPr>
        </p:pic>
        <p:pic>
          <p:nvPicPr>
            <p:cNvPr id="84" name="object 84"/>
            <p:cNvPicPr/>
            <p:nvPr/>
          </p:nvPicPr>
          <p:blipFill>
            <a:blip r:embed="rId31" cstate="print"/>
            <a:stretch>
              <a:fillRect/>
            </a:stretch>
          </p:blipFill>
          <p:spPr>
            <a:xfrm>
              <a:off x="568651" y="9496860"/>
              <a:ext cx="93842" cy="93842"/>
            </a:xfrm>
            <a:prstGeom prst="rect">
              <a:avLst/>
            </a:prstGeom>
          </p:spPr>
        </p:pic>
        <p:pic>
          <p:nvPicPr>
            <p:cNvPr id="85" name="object 85"/>
            <p:cNvPicPr/>
            <p:nvPr/>
          </p:nvPicPr>
          <p:blipFill>
            <a:blip r:embed="rId23" cstate="print"/>
            <a:stretch>
              <a:fillRect/>
            </a:stretch>
          </p:blipFill>
          <p:spPr>
            <a:xfrm>
              <a:off x="570529" y="9370623"/>
              <a:ext cx="90495" cy="90496"/>
            </a:xfrm>
            <a:prstGeom prst="rect">
              <a:avLst/>
            </a:prstGeom>
          </p:spPr>
        </p:pic>
        <p:pic>
          <p:nvPicPr>
            <p:cNvPr id="86" name="object 86"/>
            <p:cNvPicPr/>
            <p:nvPr/>
          </p:nvPicPr>
          <p:blipFill>
            <a:blip r:embed="rId13" cstate="print"/>
            <a:stretch>
              <a:fillRect/>
            </a:stretch>
          </p:blipFill>
          <p:spPr>
            <a:xfrm>
              <a:off x="572365" y="9244366"/>
              <a:ext cx="87189" cy="87189"/>
            </a:xfrm>
            <a:prstGeom prst="rect">
              <a:avLst/>
            </a:prstGeom>
          </p:spPr>
        </p:pic>
        <p:pic>
          <p:nvPicPr>
            <p:cNvPr id="87" name="object 87"/>
            <p:cNvPicPr/>
            <p:nvPr/>
          </p:nvPicPr>
          <p:blipFill>
            <a:blip r:embed="rId32" cstate="print"/>
            <a:stretch>
              <a:fillRect/>
            </a:stretch>
          </p:blipFill>
          <p:spPr>
            <a:xfrm>
              <a:off x="574222" y="9118122"/>
              <a:ext cx="83856" cy="83856"/>
            </a:xfrm>
            <a:prstGeom prst="rect">
              <a:avLst/>
            </a:prstGeom>
          </p:spPr>
        </p:pic>
      </p:grpSp>
      <p:pic>
        <p:nvPicPr>
          <p:cNvPr id="88" name="object 88"/>
          <p:cNvPicPr/>
          <p:nvPr/>
        </p:nvPicPr>
        <p:blipFill>
          <a:blip r:embed="rId14" cstate="print"/>
          <a:stretch>
            <a:fillRect/>
          </a:stretch>
        </p:blipFill>
        <p:spPr>
          <a:xfrm>
            <a:off x="288040" y="4495936"/>
            <a:ext cx="40265" cy="40261"/>
          </a:xfrm>
          <a:prstGeom prst="rect">
            <a:avLst/>
          </a:prstGeom>
        </p:spPr>
      </p:pic>
      <p:pic>
        <p:nvPicPr>
          <p:cNvPr id="89" name="object 89"/>
          <p:cNvPicPr/>
          <p:nvPr/>
        </p:nvPicPr>
        <p:blipFill>
          <a:blip r:embed="rId14" cstate="print"/>
          <a:stretch>
            <a:fillRect/>
          </a:stretch>
        </p:blipFill>
        <p:spPr>
          <a:xfrm>
            <a:off x="288971" y="4432814"/>
            <a:ext cx="38595" cy="38595"/>
          </a:xfrm>
          <a:prstGeom prst="rect">
            <a:avLst/>
          </a:prstGeom>
        </p:spPr>
      </p:pic>
      <p:pic>
        <p:nvPicPr>
          <p:cNvPr id="90" name="object 90"/>
          <p:cNvPicPr/>
          <p:nvPr/>
        </p:nvPicPr>
        <p:blipFill>
          <a:blip r:embed="rId33" cstate="print"/>
          <a:stretch>
            <a:fillRect/>
          </a:stretch>
        </p:blipFill>
        <p:spPr>
          <a:xfrm>
            <a:off x="289890" y="4369689"/>
            <a:ext cx="36941" cy="36941"/>
          </a:xfrm>
          <a:prstGeom prst="rect">
            <a:avLst/>
          </a:prstGeom>
        </p:spPr>
      </p:pic>
      <p:pic>
        <p:nvPicPr>
          <p:cNvPr id="91" name="object 91"/>
          <p:cNvPicPr/>
          <p:nvPr/>
        </p:nvPicPr>
        <p:blipFill>
          <a:blip r:embed="rId26" cstate="print"/>
          <a:stretch>
            <a:fillRect/>
          </a:stretch>
        </p:blipFill>
        <p:spPr>
          <a:xfrm>
            <a:off x="290818" y="4306564"/>
            <a:ext cx="35275" cy="35275"/>
          </a:xfrm>
          <a:prstGeom prst="rect">
            <a:avLst/>
          </a:prstGeom>
        </p:spPr>
      </p:pic>
      <p:pic>
        <p:nvPicPr>
          <p:cNvPr id="92" name="object 92"/>
          <p:cNvPicPr/>
          <p:nvPr/>
        </p:nvPicPr>
        <p:blipFill>
          <a:blip r:embed="rId18" cstate="print"/>
          <a:stretch>
            <a:fillRect/>
          </a:stretch>
        </p:blipFill>
        <p:spPr>
          <a:xfrm>
            <a:off x="291751" y="4243442"/>
            <a:ext cx="33608" cy="33608"/>
          </a:xfrm>
          <a:prstGeom prst="rect">
            <a:avLst/>
          </a:prstGeom>
        </p:spPr>
      </p:pic>
      <p:pic>
        <p:nvPicPr>
          <p:cNvPr id="93" name="object 93"/>
          <p:cNvPicPr/>
          <p:nvPr/>
        </p:nvPicPr>
        <p:blipFill>
          <a:blip r:embed="rId34" cstate="print"/>
          <a:stretch>
            <a:fillRect/>
          </a:stretch>
        </p:blipFill>
        <p:spPr>
          <a:xfrm>
            <a:off x="292672" y="4180320"/>
            <a:ext cx="31951" cy="31942"/>
          </a:xfrm>
          <a:prstGeom prst="rect">
            <a:avLst/>
          </a:prstGeom>
        </p:spPr>
      </p:pic>
      <p:sp>
        <p:nvSpPr>
          <p:cNvPr id="94" name="object 94"/>
          <p:cNvSpPr/>
          <p:nvPr/>
        </p:nvSpPr>
        <p:spPr>
          <a:xfrm>
            <a:off x="293604" y="4117195"/>
            <a:ext cx="30480" cy="30480"/>
          </a:xfrm>
          <a:custGeom>
            <a:avLst/>
            <a:gdLst/>
            <a:ahLst/>
            <a:cxnLst/>
            <a:rect l="l" t="t" r="r" b="b"/>
            <a:pathLst>
              <a:path w="60959" h="60959">
                <a:moveTo>
                  <a:pt x="34486" y="60562"/>
                </a:moveTo>
                <a:lnTo>
                  <a:pt x="26075" y="60562"/>
                </a:lnTo>
                <a:lnTo>
                  <a:pt x="22669" y="57157"/>
                </a:lnTo>
                <a:lnTo>
                  <a:pt x="22669" y="37892"/>
                </a:lnTo>
                <a:lnTo>
                  <a:pt x="3405" y="37892"/>
                </a:lnTo>
                <a:lnTo>
                  <a:pt x="0" y="34487"/>
                </a:lnTo>
                <a:lnTo>
                  <a:pt x="0" y="26075"/>
                </a:lnTo>
                <a:lnTo>
                  <a:pt x="3405" y="22670"/>
                </a:lnTo>
                <a:lnTo>
                  <a:pt x="22669" y="22670"/>
                </a:lnTo>
                <a:lnTo>
                  <a:pt x="22669" y="3405"/>
                </a:lnTo>
                <a:lnTo>
                  <a:pt x="26075" y="0"/>
                </a:lnTo>
                <a:lnTo>
                  <a:pt x="34486" y="0"/>
                </a:lnTo>
                <a:lnTo>
                  <a:pt x="37892" y="3405"/>
                </a:lnTo>
                <a:lnTo>
                  <a:pt x="37892" y="22670"/>
                </a:lnTo>
                <a:lnTo>
                  <a:pt x="52950" y="22670"/>
                </a:lnTo>
                <a:lnTo>
                  <a:pt x="57156" y="22670"/>
                </a:lnTo>
                <a:lnTo>
                  <a:pt x="60561" y="26075"/>
                </a:lnTo>
                <a:lnTo>
                  <a:pt x="60561" y="34487"/>
                </a:lnTo>
                <a:lnTo>
                  <a:pt x="57156" y="37892"/>
                </a:lnTo>
                <a:lnTo>
                  <a:pt x="37892" y="37892"/>
                </a:lnTo>
                <a:lnTo>
                  <a:pt x="37892" y="57157"/>
                </a:lnTo>
                <a:lnTo>
                  <a:pt x="34486" y="60562"/>
                </a:lnTo>
                <a:close/>
              </a:path>
            </a:pathLst>
          </a:custGeom>
          <a:solidFill>
            <a:srgbClr val="0070C8"/>
          </a:solidFill>
        </p:spPr>
        <p:txBody>
          <a:bodyPr wrap="square" lIns="0" tIns="0" rIns="0" bIns="0" rtlCol="0"/>
          <a:lstStyle/>
          <a:p>
            <a:endParaRPr sz="700"/>
          </a:p>
        </p:txBody>
      </p:sp>
      <p:sp>
        <p:nvSpPr>
          <p:cNvPr id="95" name="object 95"/>
          <p:cNvSpPr/>
          <p:nvPr/>
        </p:nvSpPr>
        <p:spPr>
          <a:xfrm>
            <a:off x="294536" y="4054070"/>
            <a:ext cx="28893" cy="28893"/>
          </a:xfrm>
          <a:custGeom>
            <a:avLst/>
            <a:gdLst/>
            <a:ahLst/>
            <a:cxnLst/>
            <a:rect l="l" t="t" r="r" b="b"/>
            <a:pathLst>
              <a:path w="57784" h="57784">
                <a:moveTo>
                  <a:pt x="32584" y="57229"/>
                </a:moveTo>
                <a:lnTo>
                  <a:pt x="24645" y="57229"/>
                </a:lnTo>
                <a:lnTo>
                  <a:pt x="21423" y="54007"/>
                </a:lnTo>
                <a:lnTo>
                  <a:pt x="21423" y="35806"/>
                </a:lnTo>
                <a:lnTo>
                  <a:pt x="3221" y="35806"/>
                </a:lnTo>
                <a:lnTo>
                  <a:pt x="0" y="32584"/>
                </a:lnTo>
                <a:lnTo>
                  <a:pt x="0" y="24645"/>
                </a:lnTo>
                <a:lnTo>
                  <a:pt x="3221" y="21423"/>
                </a:lnTo>
                <a:lnTo>
                  <a:pt x="21423" y="21423"/>
                </a:lnTo>
                <a:lnTo>
                  <a:pt x="21423" y="3221"/>
                </a:lnTo>
                <a:lnTo>
                  <a:pt x="24645" y="0"/>
                </a:lnTo>
                <a:lnTo>
                  <a:pt x="32584" y="0"/>
                </a:lnTo>
                <a:lnTo>
                  <a:pt x="35806" y="3221"/>
                </a:lnTo>
                <a:lnTo>
                  <a:pt x="35806" y="21423"/>
                </a:lnTo>
                <a:lnTo>
                  <a:pt x="50038" y="21423"/>
                </a:lnTo>
                <a:lnTo>
                  <a:pt x="54008" y="21423"/>
                </a:lnTo>
                <a:lnTo>
                  <a:pt x="57229" y="24645"/>
                </a:lnTo>
                <a:lnTo>
                  <a:pt x="57229" y="32584"/>
                </a:lnTo>
                <a:lnTo>
                  <a:pt x="54008" y="35806"/>
                </a:lnTo>
                <a:lnTo>
                  <a:pt x="35806" y="35806"/>
                </a:lnTo>
                <a:lnTo>
                  <a:pt x="35806" y="54007"/>
                </a:lnTo>
                <a:lnTo>
                  <a:pt x="32584" y="57229"/>
                </a:lnTo>
                <a:close/>
              </a:path>
            </a:pathLst>
          </a:custGeom>
          <a:solidFill>
            <a:srgbClr val="0070C8"/>
          </a:solidFill>
        </p:spPr>
        <p:txBody>
          <a:bodyPr wrap="square" lIns="0" tIns="0" rIns="0" bIns="0" rtlCol="0"/>
          <a:lstStyle/>
          <a:p>
            <a:endParaRPr sz="700"/>
          </a:p>
        </p:txBody>
      </p:sp>
      <p:sp>
        <p:nvSpPr>
          <p:cNvPr id="96" name="object 96"/>
          <p:cNvSpPr/>
          <p:nvPr/>
        </p:nvSpPr>
        <p:spPr>
          <a:xfrm>
            <a:off x="295464" y="3990948"/>
            <a:ext cx="26988" cy="26988"/>
          </a:xfrm>
          <a:custGeom>
            <a:avLst/>
            <a:gdLst/>
            <a:ahLst/>
            <a:cxnLst/>
            <a:rect l="l" t="t" r="r" b="b"/>
            <a:pathLst>
              <a:path w="53975" h="53975">
                <a:moveTo>
                  <a:pt x="30688" y="53896"/>
                </a:moveTo>
                <a:lnTo>
                  <a:pt x="23208" y="53896"/>
                </a:lnTo>
                <a:lnTo>
                  <a:pt x="20176" y="50864"/>
                </a:lnTo>
                <a:lnTo>
                  <a:pt x="20176" y="33719"/>
                </a:lnTo>
                <a:lnTo>
                  <a:pt x="3031" y="33719"/>
                </a:lnTo>
                <a:lnTo>
                  <a:pt x="0" y="30688"/>
                </a:lnTo>
                <a:lnTo>
                  <a:pt x="0" y="23208"/>
                </a:lnTo>
                <a:lnTo>
                  <a:pt x="3031" y="20176"/>
                </a:lnTo>
                <a:lnTo>
                  <a:pt x="20176" y="20176"/>
                </a:lnTo>
                <a:lnTo>
                  <a:pt x="20176" y="3031"/>
                </a:lnTo>
                <a:lnTo>
                  <a:pt x="23208" y="0"/>
                </a:lnTo>
                <a:lnTo>
                  <a:pt x="30688" y="0"/>
                </a:lnTo>
                <a:lnTo>
                  <a:pt x="33719" y="3031"/>
                </a:lnTo>
                <a:lnTo>
                  <a:pt x="33719" y="20176"/>
                </a:lnTo>
                <a:lnTo>
                  <a:pt x="47124" y="20176"/>
                </a:lnTo>
                <a:lnTo>
                  <a:pt x="50865" y="20176"/>
                </a:lnTo>
                <a:lnTo>
                  <a:pt x="53896" y="23208"/>
                </a:lnTo>
                <a:lnTo>
                  <a:pt x="53896" y="30688"/>
                </a:lnTo>
                <a:lnTo>
                  <a:pt x="50865" y="33719"/>
                </a:lnTo>
                <a:lnTo>
                  <a:pt x="33719" y="33719"/>
                </a:lnTo>
                <a:lnTo>
                  <a:pt x="33719" y="50864"/>
                </a:lnTo>
                <a:lnTo>
                  <a:pt x="30688" y="53896"/>
                </a:lnTo>
                <a:close/>
              </a:path>
            </a:pathLst>
          </a:custGeom>
          <a:solidFill>
            <a:srgbClr val="0070C8"/>
          </a:solidFill>
        </p:spPr>
        <p:txBody>
          <a:bodyPr wrap="square" lIns="0" tIns="0" rIns="0" bIns="0" rtlCol="0"/>
          <a:lstStyle/>
          <a:p>
            <a:endParaRPr sz="700"/>
          </a:p>
        </p:txBody>
      </p:sp>
      <p:sp>
        <p:nvSpPr>
          <p:cNvPr id="97" name="object 97"/>
          <p:cNvSpPr/>
          <p:nvPr/>
        </p:nvSpPr>
        <p:spPr>
          <a:xfrm>
            <a:off x="296383" y="3927820"/>
            <a:ext cx="25400" cy="25400"/>
          </a:xfrm>
          <a:custGeom>
            <a:avLst/>
            <a:gdLst/>
            <a:ahLst/>
            <a:cxnLst/>
            <a:rect l="l" t="t" r="r" b="b"/>
            <a:pathLst>
              <a:path w="50800" h="50800">
                <a:moveTo>
                  <a:pt x="28804" y="50589"/>
                </a:moveTo>
                <a:lnTo>
                  <a:pt x="21784" y="50589"/>
                </a:lnTo>
                <a:lnTo>
                  <a:pt x="18936" y="47741"/>
                </a:lnTo>
                <a:lnTo>
                  <a:pt x="18936" y="31652"/>
                </a:lnTo>
                <a:lnTo>
                  <a:pt x="2847" y="31652"/>
                </a:lnTo>
                <a:lnTo>
                  <a:pt x="0" y="28805"/>
                </a:lnTo>
                <a:lnTo>
                  <a:pt x="0" y="21784"/>
                </a:lnTo>
                <a:lnTo>
                  <a:pt x="2847" y="18936"/>
                </a:lnTo>
                <a:lnTo>
                  <a:pt x="18936" y="18936"/>
                </a:lnTo>
                <a:lnTo>
                  <a:pt x="18936" y="2847"/>
                </a:lnTo>
                <a:lnTo>
                  <a:pt x="21784" y="0"/>
                </a:lnTo>
                <a:lnTo>
                  <a:pt x="28804" y="0"/>
                </a:lnTo>
                <a:lnTo>
                  <a:pt x="31652" y="2847"/>
                </a:lnTo>
                <a:lnTo>
                  <a:pt x="31652" y="18936"/>
                </a:lnTo>
                <a:lnTo>
                  <a:pt x="44231" y="18936"/>
                </a:lnTo>
                <a:lnTo>
                  <a:pt x="47741" y="18936"/>
                </a:lnTo>
                <a:lnTo>
                  <a:pt x="50589" y="21784"/>
                </a:lnTo>
                <a:lnTo>
                  <a:pt x="50589" y="28805"/>
                </a:lnTo>
                <a:lnTo>
                  <a:pt x="47741" y="31652"/>
                </a:lnTo>
                <a:lnTo>
                  <a:pt x="31652" y="31652"/>
                </a:lnTo>
                <a:lnTo>
                  <a:pt x="31652" y="47741"/>
                </a:lnTo>
                <a:lnTo>
                  <a:pt x="28804" y="50589"/>
                </a:lnTo>
                <a:close/>
              </a:path>
            </a:pathLst>
          </a:custGeom>
          <a:solidFill>
            <a:srgbClr val="0070C8"/>
          </a:solidFill>
        </p:spPr>
        <p:txBody>
          <a:bodyPr wrap="square" lIns="0" tIns="0" rIns="0" bIns="0" rtlCol="0"/>
          <a:lstStyle/>
          <a:p>
            <a:endParaRPr sz="700"/>
          </a:p>
        </p:txBody>
      </p:sp>
      <p:sp>
        <p:nvSpPr>
          <p:cNvPr id="98" name="object 98"/>
          <p:cNvSpPr/>
          <p:nvPr/>
        </p:nvSpPr>
        <p:spPr>
          <a:xfrm>
            <a:off x="297311" y="3864697"/>
            <a:ext cx="23813" cy="23813"/>
          </a:xfrm>
          <a:custGeom>
            <a:avLst/>
            <a:gdLst/>
            <a:ahLst/>
            <a:cxnLst/>
            <a:rect l="l" t="t" r="r" b="b"/>
            <a:pathLst>
              <a:path w="47625" h="47625">
                <a:moveTo>
                  <a:pt x="26909" y="47256"/>
                </a:moveTo>
                <a:lnTo>
                  <a:pt x="20347" y="47256"/>
                </a:lnTo>
                <a:lnTo>
                  <a:pt x="17690" y="44598"/>
                </a:lnTo>
                <a:lnTo>
                  <a:pt x="17690" y="29566"/>
                </a:lnTo>
                <a:lnTo>
                  <a:pt x="2657" y="29566"/>
                </a:lnTo>
                <a:lnTo>
                  <a:pt x="0" y="26908"/>
                </a:lnTo>
                <a:lnTo>
                  <a:pt x="0" y="20347"/>
                </a:lnTo>
                <a:lnTo>
                  <a:pt x="2657" y="17689"/>
                </a:lnTo>
                <a:lnTo>
                  <a:pt x="17690" y="17689"/>
                </a:lnTo>
                <a:lnTo>
                  <a:pt x="17690" y="2657"/>
                </a:lnTo>
                <a:lnTo>
                  <a:pt x="20347" y="0"/>
                </a:lnTo>
                <a:lnTo>
                  <a:pt x="26909" y="0"/>
                </a:lnTo>
                <a:lnTo>
                  <a:pt x="29566" y="2657"/>
                </a:lnTo>
                <a:lnTo>
                  <a:pt x="29566" y="17689"/>
                </a:lnTo>
                <a:lnTo>
                  <a:pt x="41318" y="17689"/>
                </a:lnTo>
                <a:lnTo>
                  <a:pt x="44599" y="17689"/>
                </a:lnTo>
                <a:lnTo>
                  <a:pt x="47257" y="20347"/>
                </a:lnTo>
                <a:lnTo>
                  <a:pt x="47257" y="26908"/>
                </a:lnTo>
                <a:lnTo>
                  <a:pt x="44599" y="29566"/>
                </a:lnTo>
                <a:lnTo>
                  <a:pt x="29566" y="29566"/>
                </a:lnTo>
                <a:lnTo>
                  <a:pt x="29566" y="44598"/>
                </a:lnTo>
                <a:lnTo>
                  <a:pt x="26909" y="47256"/>
                </a:lnTo>
                <a:close/>
              </a:path>
            </a:pathLst>
          </a:custGeom>
          <a:solidFill>
            <a:srgbClr val="0070C8"/>
          </a:solidFill>
        </p:spPr>
        <p:txBody>
          <a:bodyPr wrap="square" lIns="0" tIns="0" rIns="0" bIns="0" rtlCol="0"/>
          <a:lstStyle/>
          <a:p>
            <a:endParaRPr sz="700"/>
          </a:p>
        </p:txBody>
      </p:sp>
      <p:sp>
        <p:nvSpPr>
          <p:cNvPr id="99" name="object 99"/>
          <p:cNvSpPr/>
          <p:nvPr/>
        </p:nvSpPr>
        <p:spPr>
          <a:xfrm>
            <a:off x="298243" y="3801576"/>
            <a:ext cx="22225" cy="22225"/>
          </a:xfrm>
          <a:custGeom>
            <a:avLst/>
            <a:gdLst/>
            <a:ahLst/>
            <a:cxnLst/>
            <a:rect l="l" t="t" r="r" b="b"/>
            <a:pathLst>
              <a:path w="44450" h="44450">
                <a:moveTo>
                  <a:pt x="25012" y="43922"/>
                </a:moveTo>
                <a:lnTo>
                  <a:pt x="18916" y="43922"/>
                </a:lnTo>
                <a:lnTo>
                  <a:pt x="16443" y="41455"/>
                </a:lnTo>
                <a:lnTo>
                  <a:pt x="16443" y="27479"/>
                </a:lnTo>
                <a:lnTo>
                  <a:pt x="2473" y="27479"/>
                </a:lnTo>
                <a:lnTo>
                  <a:pt x="0" y="25006"/>
                </a:lnTo>
                <a:lnTo>
                  <a:pt x="0" y="18916"/>
                </a:lnTo>
                <a:lnTo>
                  <a:pt x="2467" y="16443"/>
                </a:lnTo>
                <a:lnTo>
                  <a:pt x="16443" y="16443"/>
                </a:lnTo>
                <a:lnTo>
                  <a:pt x="16443" y="2473"/>
                </a:lnTo>
                <a:lnTo>
                  <a:pt x="18910" y="0"/>
                </a:lnTo>
                <a:lnTo>
                  <a:pt x="25005" y="0"/>
                </a:lnTo>
                <a:lnTo>
                  <a:pt x="27479" y="2467"/>
                </a:lnTo>
                <a:lnTo>
                  <a:pt x="27479" y="16443"/>
                </a:lnTo>
                <a:lnTo>
                  <a:pt x="38404" y="16443"/>
                </a:lnTo>
                <a:lnTo>
                  <a:pt x="41448" y="16443"/>
                </a:lnTo>
                <a:lnTo>
                  <a:pt x="43922" y="18916"/>
                </a:lnTo>
                <a:lnTo>
                  <a:pt x="43922" y="25006"/>
                </a:lnTo>
                <a:lnTo>
                  <a:pt x="41455" y="27479"/>
                </a:lnTo>
                <a:lnTo>
                  <a:pt x="27479" y="27479"/>
                </a:lnTo>
                <a:lnTo>
                  <a:pt x="27479" y="41449"/>
                </a:lnTo>
                <a:lnTo>
                  <a:pt x="25012" y="43922"/>
                </a:lnTo>
                <a:close/>
              </a:path>
            </a:pathLst>
          </a:custGeom>
          <a:solidFill>
            <a:srgbClr val="0070C8"/>
          </a:solidFill>
        </p:spPr>
        <p:txBody>
          <a:bodyPr wrap="square" lIns="0" tIns="0" rIns="0" bIns="0" rtlCol="0"/>
          <a:lstStyle/>
          <a:p>
            <a:endParaRPr sz="700"/>
          </a:p>
        </p:txBody>
      </p:sp>
      <p:sp>
        <p:nvSpPr>
          <p:cNvPr id="100" name="object 100"/>
          <p:cNvSpPr/>
          <p:nvPr/>
        </p:nvSpPr>
        <p:spPr>
          <a:xfrm>
            <a:off x="299172" y="3738450"/>
            <a:ext cx="20320" cy="20320"/>
          </a:xfrm>
          <a:custGeom>
            <a:avLst/>
            <a:gdLst/>
            <a:ahLst/>
            <a:cxnLst/>
            <a:rect l="l" t="t" r="r" b="b"/>
            <a:pathLst>
              <a:path w="40640" h="40640">
                <a:moveTo>
                  <a:pt x="23109" y="40589"/>
                </a:moveTo>
                <a:lnTo>
                  <a:pt x="17479" y="40589"/>
                </a:lnTo>
                <a:lnTo>
                  <a:pt x="15196" y="38306"/>
                </a:lnTo>
                <a:lnTo>
                  <a:pt x="15196" y="25393"/>
                </a:lnTo>
                <a:lnTo>
                  <a:pt x="2283" y="25393"/>
                </a:lnTo>
                <a:lnTo>
                  <a:pt x="0" y="23109"/>
                </a:lnTo>
                <a:lnTo>
                  <a:pt x="0" y="17479"/>
                </a:lnTo>
                <a:lnTo>
                  <a:pt x="2283" y="15196"/>
                </a:lnTo>
                <a:lnTo>
                  <a:pt x="15196" y="15196"/>
                </a:lnTo>
                <a:lnTo>
                  <a:pt x="15196" y="2283"/>
                </a:lnTo>
                <a:lnTo>
                  <a:pt x="17479" y="0"/>
                </a:lnTo>
                <a:lnTo>
                  <a:pt x="23109" y="0"/>
                </a:lnTo>
                <a:lnTo>
                  <a:pt x="25392" y="2283"/>
                </a:lnTo>
                <a:lnTo>
                  <a:pt x="25392" y="15196"/>
                </a:lnTo>
                <a:lnTo>
                  <a:pt x="35490" y="15196"/>
                </a:lnTo>
                <a:lnTo>
                  <a:pt x="38305" y="15196"/>
                </a:lnTo>
                <a:lnTo>
                  <a:pt x="40589" y="17479"/>
                </a:lnTo>
                <a:lnTo>
                  <a:pt x="40589" y="23109"/>
                </a:lnTo>
                <a:lnTo>
                  <a:pt x="38305" y="25393"/>
                </a:lnTo>
                <a:lnTo>
                  <a:pt x="25392" y="25393"/>
                </a:lnTo>
                <a:lnTo>
                  <a:pt x="25392" y="38306"/>
                </a:lnTo>
                <a:lnTo>
                  <a:pt x="23109" y="40589"/>
                </a:lnTo>
                <a:close/>
              </a:path>
            </a:pathLst>
          </a:custGeom>
          <a:solidFill>
            <a:srgbClr val="0070C8"/>
          </a:solidFill>
        </p:spPr>
        <p:txBody>
          <a:bodyPr wrap="square" lIns="0" tIns="0" rIns="0" bIns="0" rtlCol="0"/>
          <a:lstStyle/>
          <a:p>
            <a:endParaRPr sz="700"/>
          </a:p>
        </p:txBody>
      </p:sp>
      <p:sp>
        <p:nvSpPr>
          <p:cNvPr id="101" name="object 101"/>
          <p:cNvSpPr/>
          <p:nvPr/>
        </p:nvSpPr>
        <p:spPr>
          <a:xfrm>
            <a:off x="300090" y="3675325"/>
            <a:ext cx="18733" cy="18733"/>
          </a:xfrm>
          <a:custGeom>
            <a:avLst/>
            <a:gdLst/>
            <a:ahLst/>
            <a:cxnLst/>
            <a:rect l="l" t="t" r="r" b="b"/>
            <a:pathLst>
              <a:path w="37465" h="37465">
                <a:moveTo>
                  <a:pt x="21226" y="37282"/>
                </a:moveTo>
                <a:lnTo>
                  <a:pt x="16056" y="37282"/>
                </a:lnTo>
                <a:lnTo>
                  <a:pt x="13956" y="35182"/>
                </a:lnTo>
                <a:lnTo>
                  <a:pt x="13956" y="23326"/>
                </a:lnTo>
                <a:lnTo>
                  <a:pt x="2099" y="23326"/>
                </a:lnTo>
                <a:lnTo>
                  <a:pt x="0" y="21226"/>
                </a:lnTo>
                <a:lnTo>
                  <a:pt x="0" y="16056"/>
                </a:lnTo>
                <a:lnTo>
                  <a:pt x="2099" y="13956"/>
                </a:lnTo>
                <a:lnTo>
                  <a:pt x="13956" y="13956"/>
                </a:lnTo>
                <a:lnTo>
                  <a:pt x="13956" y="2099"/>
                </a:lnTo>
                <a:lnTo>
                  <a:pt x="16056" y="0"/>
                </a:lnTo>
                <a:lnTo>
                  <a:pt x="21226" y="0"/>
                </a:lnTo>
                <a:lnTo>
                  <a:pt x="23326" y="2099"/>
                </a:lnTo>
                <a:lnTo>
                  <a:pt x="23326" y="13956"/>
                </a:lnTo>
                <a:lnTo>
                  <a:pt x="32597" y="13956"/>
                </a:lnTo>
                <a:lnTo>
                  <a:pt x="35183" y="13956"/>
                </a:lnTo>
                <a:lnTo>
                  <a:pt x="37283" y="16049"/>
                </a:lnTo>
                <a:lnTo>
                  <a:pt x="37282" y="21226"/>
                </a:lnTo>
                <a:lnTo>
                  <a:pt x="35182" y="23326"/>
                </a:lnTo>
                <a:lnTo>
                  <a:pt x="23326" y="23326"/>
                </a:lnTo>
                <a:lnTo>
                  <a:pt x="23326" y="35182"/>
                </a:lnTo>
                <a:lnTo>
                  <a:pt x="21226" y="37282"/>
                </a:lnTo>
                <a:close/>
              </a:path>
            </a:pathLst>
          </a:custGeom>
          <a:solidFill>
            <a:srgbClr val="0070C8"/>
          </a:solidFill>
        </p:spPr>
        <p:txBody>
          <a:bodyPr wrap="square" lIns="0" tIns="0" rIns="0" bIns="0" rtlCol="0"/>
          <a:lstStyle/>
          <a:p>
            <a:endParaRPr sz="700"/>
          </a:p>
        </p:txBody>
      </p:sp>
      <p:sp>
        <p:nvSpPr>
          <p:cNvPr id="102" name="object 102"/>
          <p:cNvSpPr/>
          <p:nvPr/>
        </p:nvSpPr>
        <p:spPr>
          <a:xfrm>
            <a:off x="301028" y="3612203"/>
            <a:ext cx="17145" cy="17145"/>
          </a:xfrm>
          <a:custGeom>
            <a:avLst/>
            <a:gdLst/>
            <a:ahLst/>
            <a:cxnLst/>
            <a:rect l="l" t="t" r="r" b="b"/>
            <a:pathLst>
              <a:path w="34290" h="34290">
                <a:moveTo>
                  <a:pt x="19324" y="33936"/>
                </a:moveTo>
                <a:lnTo>
                  <a:pt x="14612" y="33936"/>
                </a:lnTo>
                <a:lnTo>
                  <a:pt x="12703" y="32026"/>
                </a:lnTo>
                <a:lnTo>
                  <a:pt x="12703" y="21233"/>
                </a:lnTo>
                <a:lnTo>
                  <a:pt x="1909" y="21233"/>
                </a:lnTo>
                <a:lnTo>
                  <a:pt x="0" y="19323"/>
                </a:lnTo>
                <a:lnTo>
                  <a:pt x="0" y="14612"/>
                </a:lnTo>
                <a:lnTo>
                  <a:pt x="1909" y="12703"/>
                </a:lnTo>
                <a:lnTo>
                  <a:pt x="12703" y="12703"/>
                </a:lnTo>
                <a:lnTo>
                  <a:pt x="12703" y="1909"/>
                </a:lnTo>
                <a:lnTo>
                  <a:pt x="14612" y="0"/>
                </a:lnTo>
                <a:lnTo>
                  <a:pt x="19324" y="0"/>
                </a:lnTo>
                <a:lnTo>
                  <a:pt x="21233" y="1909"/>
                </a:lnTo>
                <a:lnTo>
                  <a:pt x="21233" y="12703"/>
                </a:lnTo>
                <a:lnTo>
                  <a:pt x="29671" y="12703"/>
                </a:lnTo>
                <a:lnTo>
                  <a:pt x="32027" y="12703"/>
                </a:lnTo>
                <a:lnTo>
                  <a:pt x="33937" y="14612"/>
                </a:lnTo>
                <a:lnTo>
                  <a:pt x="33937" y="19323"/>
                </a:lnTo>
                <a:lnTo>
                  <a:pt x="32027" y="21233"/>
                </a:lnTo>
                <a:lnTo>
                  <a:pt x="21233" y="21233"/>
                </a:lnTo>
                <a:lnTo>
                  <a:pt x="21233" y="32026"/>
                </a:lnTo>
                <a:lnTo>
                  <a:pt x="19324" y="33936"/>
                </a:lnTo>
                <a:close/>
              </a:path>
            </a:pathLst>
          </a:custGeom>
          <a:solidFill>
            <a:srgbClr val="0070C8"/>
          </a:solidFill>
        </p:spPr>
        <p:txBody>
          <a:bodyPr wrap="square" lIns="0" tIns="0" rIns="0" bIns="0" rtlCol="0"/>
          <a:lstStyle/>
          <a:p>
            <a:endParaRPr sz="700"/>
          </a:p>
        </p:txBody>
      </p:sp>
      <p:grpSp>
        <p:nvGrpSpPr>
          <p:cNvPr id="103" name="object 103"/>
          <p:cNvGrpSpPr/>
          <p:nvPr/>
        </p:nvGrpSpPr>
        <p:grpSpPr>
          <a:xfrm>
            <a:off x="381512" y="4573799"/>
            <a:ext cx="55245" cy="569913"/>
            <a:chOff x="763023" y="9147597"/>
            <a:chExt cx="110489" cy="1139825"/>
          </a:xfrm>
        </p:grpSpPr>
        <p:pic>
          <p:nvPicPr>
            <p:cNvPr id="104" name="object 104"/>
            <p:cNvPicPr/>
            <p:nvPr/>
          </p:nvPicPr>
          <p:blipFill>
            <a:blip r:embed="rId35" cstate="print"/>
            <a:stretch>
              <a:fillRect/>
            </a:stretch>
          </p:blipFill>
          <p:spPr>
            <a:xfrm>
              <a:off x="763023" y="10012072"/>
              <a:ext cx="110483" cy="274927"/>
            </a:xfrm>
            <a:prstGeom prst="rect">
              <a:avLst/>
            </a:prstGeom>
          </p:spPr>
        </p:pic>
        <p:pic>
          <p:nvPicPr>
            <p:cNvPr id="105" name="object 105"/>
            <p:cNvPicPr/>
            <p:nvPr/>
          </p:nvPicPr>
          <p:blipFill>
            <a:blip r:embed="rId8" cstate="print"/>
            <a:stretch>
              <a:fillRect/>
            </a:stretch>
          </p:blipFill>
          <p:spPr>
            <a:xfrm>
              <a:off x="766745" y="9888577"/>
              <a:ext cx="103815" cy="103816"/>
            </a:xfrm>
            <a:prstGeom prst="rect">
              <a:avLst/>
            </a:prstGeom>
          </p:spPr>
        </p:pic>
        <p:pic>
          <p:nvPicPr>
            <p:cNvPr id="106" name="object 106"/>
            <p:cNvPicPr/>
            <p:nvPr/>
          </p:nvPicPr>
          <p:blipFill>
            <a:blip r:embed="rId36" cstate="print"/>
            <a:stretch>
              <a:fillRect/>
            </a:stretch>
          </p:blipFill>
          <p:spPr>
            <a:xfrm>
              <a:off x="768600" y="9765076"/>
              <a:ext cx="100490" cy="100483"/>
            </a:xfrm>
            <a:prstGeom prst="rect">
              <a:avLst/>
            </a:prstGeom>
          </p:spPr>
        </p:pic>
        <p:pic>
          <p:nvPicPr>
            <p:cNvPr id="107" name="object 107"/>
            <p:cNvPicPr/>
            <p:nvPr/>
          </p:nvPicPr>
          <p:blipFill>
            <a:blip r:embed="rId30" cstate="print"/>
            <a:stretch>
              <a:fillRect/>
            </a:stretch>
          </p:blipFill>
          <p:spPr>
            <a:xfrm>
              <a:off x="770444" y="9641575"/>
              <a:ext cx="97176" cy="97176"/>
            </a:xfrm>
            <a:prstGeom prst="rect">
              <a:avLst/>
            </a:prstGeom>
          </p:spPr>
        </p:pic>
        <p:pic>
          <p:nvPicPr>
            <p:cNvPr id="108" name="object 108"/>
            <p:cNvPicPr/>
            <p:nvPr/>
          </p:nvPicPr>
          <p:blipFill>
            <a:blip r:embed="rId31" cstate="print"/>
            <a:stretch>
              <a:fillRect/>
            </a:stretch>
          </p:blipFill>
          <p:spPr>
            <a:xfrm>
              <a:off x="772302" y="9518081"/>
              <a:ext cx="93842" cy="93842"/>
            </a:xfrm>
            <a:prstGeom prst="rect">
              <a:avLst/>
            </a:prstGeom>
          </p:spPr>
        </p:pic>
        <p:pic>
          <p:nvPicPr>
            <p:cNvPr id="109" name="object 109"/>
            <p:cNvPicPr/>
            <p:nvPr/>
          </p:nvPicPr>
          <p:blipFill>
            <a:blip r:embed="rId23" cstate="print"/>
            <a:stretch>
              <a:fillRect/>
            </a:stretch>
          </p:blipFill>
          <p:spPr>
            <a:xfrm>
              <a:off x="774172" y="9394593"/>
              <a:ext cx="90495" cy="90496"/>
            </a:xfrm>
            <a:prstGeom prst="rect">
              <a:avLst/>
            </a:prstGeom>
          </p:spPr>
        </p:pic>
        <p:pic>
          <p:nvPicPr>
            <p:cNvPr id="110" name="object 110"/>
            <p:cNvPicPr/>
            <p:nvPr/>
          </p:nvPicPr>
          <p:blipFill>
            <a:blip r:embed="rId13" cstate="print"/>
            <a:stretch>
              <a:fillRect/>
            </a:stretch>
          </p:blipFill>
          <p:spPr>
            <a:xfrm>
              <a:off x="776015" y="9271092"/>
              <a:ext cx="87189" cy="87189"/>
            </a:xfrm>
            <a:prstGeom prst="rect">
              <a:avLst/>
            </a:prstGeom>
          </p:spPr>
        </p:pic>
        <p:pic>
          <p:nvPicPr>
            <p:cNvPr id="111" name="object 111"/>
            <p:cNvPicPr/>
            <p:nvPr/>
          </p:nvPicPr>
          <p:blipFill>
            <a:blip r:embed="rId37" cstate="print"/>
            <a:stretch>
              <a:fillRect/>
            </a:stretch>
          </p:blipFill>
          <p:spPr>
            <a:xfrm>
              <a:off x="777873" y="9147597"/>
              <a:ext cx="83856" cy="83856"/>
            </a:xfrm>
            <a:prstGeom prst="rect">
              <a:avLst/>
            </a:prstGeom>
          </p:spPr>
        </p:pic>
      </p:grpSp>
      <p:pic>
        <p:nvPicPr>
          <p:cNvPr id="112" name="object 112"/>
          <p:cNvPicPr/>
          <p:nvPr/>
        </p:nvPicPr>
        <p:blipFill>
          <a:blip r:embed="rId15" cstate="print"/>
          <a:stretch>
            <a:fillRect/>
          </a:stretch>
        </p:blipFill>
        <p:spPr>
          <a:xfrm>
            <a:off x="390793" y="4450301"/>
            <a:ext cx="38595" cy="38595"/>
          </a:xfrm>
          <a:prstGeom prst="rect">
            <a:avLst/>
          </a:prstGeom>
        </p:spPr>
      </p:pic>
      <p:pic>
        <p:nvPicPr>
          <p:cNvPr id="113" name="object 113"/>
          <p:cNvPicPr/>
          <p:nvPr/>
        </p:nvPicPr>
        <p:blipFill>
          <a:blip r:embed="rId14" cstate="print"/>
          <a:stretch>
            <a:fillRect/>
          </a:stretch>
        </p:blipFill>
        <p:spPr>
          <a:xfrm>
            <a:off x="389865" y="4512048"/>
            <a:ext cx="40261" cy="40261"/>
          </a:xfrm>
          <a:prstGeom prst="rect">
            <a:avLst/>
          </a:prstGeom>
        </p:spPr>
      </p:pic>
      <p:pic>
        <p:nvPicPr>
          <p:cNvPr id="114" name="object 114"/>
          <p:cNvPicPr/>
          <p:nvPr/>
        </p:nvPicPr>
        <p:blipFill>
          <a:blip r:embed="rId16" cstate="print"/>
          <a:stretch>
            <a:fillRect/>
          </a:stretch>
        </p:blipFill>
        <p:spPr>
          <a:xfrm>
            <a:off x="391715" y="4388550"/>
            <a:ext cx="36941" cy="36941"/>
          </a:xfrm>
          <a:prstGeom prst="rect">
            <a:avLst/>
          </a:prstGeom>
        </p:spPr>
      </p:pic>
      <p:pic>
        <p:nvPicPr>
          <p:cNvPr id="115" name="object 115"/>
          <p:cNvPicPr/>
          <p:nvPr/>
        </p:nvPicPr>
        <p:blipFill>
          <a:blip r:embed="rId38" cstate="print"/>
          <a:stretch>
            <a:fillRect/>
          </a:stretch>
        </p:blipFill>
        <p:spPr>
          <a:xfrm>
            <a:off x="392644" y="4326803"/>
            <a:ext cx="35275" cy="35275"/>
          </a:xfrm>
          <a:prstGeom prst="rect">
            <a:avLst/>
          </a:prstGeom>
        </p:spPr>
      </p:pic>
      <p:pic>
        <p:nvPicPr>
          <p:cNvPr id="116" name="object 116"/>
          <p:cNvPicPr/>
          <p:nvPr/>
        </p:nvPicPr>
        <p:blipFill>
          <a:blip r:embed="rId18" cstate="print"/>
          <a:stretch>
            <a:fillRect/>
          </a:stretch>
        </p:blipFill>
        <p:spPr>
          <a:xfrm>
            <a:off x="393572" y="4265056"/>
            <a:ext cx="33608" cy="33608"/>
          </a:xfrm>
          <a:prstGeom prst="rect">
            <a:avLst/>
          </a:prstGeom>
        </p:spPr>
      </p:pic>
      <p:pic>
        <p:nvPicPr>
          <p:cNvPr id="117" name="object 117"/>
          <p:cNvPicPr/>
          <p:nvPr/>
        </p:nvPicPr>
        <p:blipFill>
          <a:blip r:embed="rId39" cstate="print"/>
          <a:stretch>
            <a:fillRect/>
          </a:stretch>
        </p:blipFill>
        <p:spPr>
          <a:xfrm>
            <a:off x="394497" y="4203305"/>
            <a:ext cx="31951" cy="31942"/>
          </a:xfrm>
          <a:prstGeom prst="rect">
            <a:avLst/>
          </a:prstGeom>
        </p:spPr>
      </p:pic>
      <p:sp>
        <p:nvSpPr>
          <p:cNvPr id="118" name="object 118"/>
          <p:cNvSpPr/>
          <p:nvPr/>
        </p:nvSpPr>
        <p:spPr>
          <a:xfrm>
            <a:off x="395430" y="4141558"/>
            <a:ext cx="30480" cy="30480"/>
          </a:xfrm>
          <a:custGeom>
            <a:avLst/>
            <a:gdLst/>
            <a:ahLst/>
            <a:cxnLst/>
            <a:rect l="l" t="t" r="r" b="b"/>
            <a:pathLst>
              <a:path w="60959" h="60959">
                <a:moveTo>
                  <a:pt x="34486" y="60562"/>
                </a:moveTo>
                <a:lnTo>
                  <a:pt x="26075" y="60562"/>
                </a:lnTo>
                <a:lnTo>
                  <a:pt x="22669" y="57157"/>
                </a:lnTo>
                <a:lnTo>
                  <a:pt x="22669" y="37892"/>
                </a:lnTo>
                <a:lnTo>
                  <a:pt x="3405" y="37892"/>
                </a:lnTo>
                <a:lnTo>
                  <a:pt x="0" y="34487"/>
                </a:lnTo>
                <a:lnTo>
                  <a:pt x="0" y="26075"/>
                </a:lnTo>
                <a:lnTo>
                  <a:pt x="3405" y="22670"/>
                </a:lnTo>
                <a:lnTo>
                  <a:pt x="22669" y="22670"/>
                </a:lnTo>
                <a:lnTo>
                  <a:pt x="22669" y="3405"/>
                </a:lnTo>
                <a:lnTo>
                  <a:pt x="26075" y="0"/>
                </a:lnTo>
                <a:lnTo>
                  <a:pt x="34486" y="0"/>
                </a:lnTo>
                <a:lnTo>
                  <a:pt x="37892" y="3405"/>
                </a:lnTo>
                <a:lnTo>
                  <a:pt x="37892" y="22670"/>
                </a:lnTo>
                <a:lnTo>
                  <a:pt x="52950" y="22670"/>
                </a:lnTo>
                <a:lnTo>
                  <a:pt x="57149" y="22670"/>
                </a:lnTo>
                <a:lnTo>
                  <a:pt x="60561" y="26075"/>
                </a:lnTo>
                <a:lnTo>
                  <a:pt x="60561" y="34487"/>
                </a:lnTo>
                <a:lnTo>
                  <a:pt x="57156" y="37892"/>
                </a:lnTo>
                <a:lnTo>
                  <a:pt x="37892" y="37892"/>
                </a:lnTo>
                <a:lnTo>
                  <a:pt x="37892" y="57157"/>
                </a:lnTo>
                <a:lnTo>
                  <a:pt x="34486" y="60562"/>
                </a:lnTo>
                <a:close/>
              </a:path>
            </a:pathLst>
          </a:custGeom>
          <a:solidFill>
            <a:srgbClr val="0070C8"/>
          </a:solidFill>
        </p:spPr>
        <p:txBody>
          <a:bodyPr wrap="square" lIns="0" tIns="0" rIns="0" bIns="0" rtlCol="0"/>
          <a:lstStyle/>
          <a:p>
            <a:endParaRPr sz="700"/>
          </a:p>
        </p:txBody>
      </p:sp>
      <p:sp>
        <p:nvSpPr>
          <p:cNvPr id="119" name="object 119"/>
          <p:cNvSpPr/>
          <p:nvPr/>
        </p:nvSpPr>
        <p:spPr>
          <a:xfrm>
            <a:off x="396357" y="4079811"/>
            <a:ext cx="28893" cy="28893"/>
          </a:xfrm>
          <a:custGeom>
            <a:avLst/>
            <a:gdLst/>
            <a:ahLst/>
            <a:cxnLst/>
            <a:rect l="l" t="t" r="r" b="b"/>
            <a:pathLst>
              <a:path w="57784" h="57784">
                <a:moveTo>
                  <a:pt x="32584" y="57229"/>
                </a:moveTo>
                <a:lnTo>
                  <a:pt x="24645" y="57229"/>
                </a:lnTo>
                <a:lnTo>
                  <a:pt x="21423" y="54007"/>
                </a:lnTo>
                <a:lnTo>
                  <a:pt x="21423" y="35806"/>
                </a:lnTo>
                <a:lnTo>
                  <a:pt x="3221" y="35806"/>
                </a:lnTo>
                <a:lnTo>
                  <a:pt x="0" y="32584"/>
                </a:lnTo>
                <a:lnTo>
                  <a:pt x="0" y="24645"/>
                </a:lnTo>
                <a:lnTo>
                  <a:pt x="3221" y="21423"/>
                </a:lnTo>
                <a:lnTo>
                  <a:pt x="21423" y="21423"/>
                </a:lnTo>
                <a:lnTo>
                  <a:pt x="21423" y="3221"/>
                </a:lnTo>
                <a:lnTo>
                  <a:pt x="24645" y="0"/>
                </a:lnTo>
                <a:lnTo>
                  <a:pt x="32584" y="0"/>
                </a:lnTo>
                <a:lnTo>
                  <a:pt x="35806" y="3221"/>
                </a:lnTo>
                <a:lnTo>
                  <a:pt x="35806" y="21423"/>
                </a:lnTo>
                <a:lnTo>
                  <a:pt x="50038" y="21423"/>
                </a:lnTo>
                <a:lnTo>
                  <a:pt x="54014" y="21423"/>
                </a:lnTo>
                <a:lnTo>
                  <a:pt x="57229" y="24645"/>
                </a:lnTo>
                <a:lnTo>
                  <a:pt x="57229" y="32584"/>
                </a:lnTo>
                <a:lnTo>
                  <a:pt x="54008" y="35806"/>
                </a:lnTo>
                <a:lnTo>
                  <a:pt x="35806" y="35806"/>
                </a:lnTo>
                <a:lnTo>
                  <a:pt x="35806" y="54007"/>
                </a:lnTo>
                <a:lnTo>
                  <a:pt x="32584" y="57229"/>
                </a:lnTo>
                <a:close/>
              </a:path>
            </a:pathLst>
          </a:custGeom>
          <a:solidFill>
            <a:srgbClr val="0070C8"/>
          </a:solidFill>
        </p:spPr>
        <p:txBody>
          <a:bodyPr wrap="square" lIns="0" tIns="0" rIns="0" bIns="0" rtlCol="0"/>
          <a:lstStyle/>
          <a:p>
            <a:endParaRPr sz="700"/>
          </a:p>
        </p:txBody>
      </p:sp>
      <p:sp>
        <p:nvSpPr>
          <p:cNvPr id="120" name="object 120"/>
          <p:cNvSpPr/>
          <p:nvPr/>
        </p:nvSpPr>
        <p:spPr>
          <a:xfrm>
            <a:off x="397286" y="4018063"/>
            <a:ext cx="26988" cy="26988"/>
          </a:xfrm>
          <a:custGeom>
            <a:avLst/>
            <a:gdLst/>
            <a:ahLst/>
            <a:cxnLst/>
            <a:rect l="l" t="t" r="r" b="b"/>
            <a:pathLst>
              <a:path w="53975" h="53975">
                <a:moveTo>
                  <a:pt x="30688" y="53896"/>
                </a:moveTo>
                <a:lnTo>
                  <a:pt x="23208" y="53896"/>
                </a:lnTo>
                <a:lnTo>
                  <a:pt x="20176" y="50864"/>
                </a:lnTo>
                <a:lnTo>
                  <a:pt x="20176" y="33719"/>
                </a:lnTo>
                <a:lnTo>
                  <a:pt x="3031" y="33719"/>
                </a:lnTo>
                <a:lnTo>
                  <a:pt x="0" y="30688"/>
                </a:lnTo>
                <a:lnTo>
                  <a:pt x="0" y="23208"/>
                </a:lnTo>
                <a:lnTo>
                  <a:pt x="3031" y="20176"/>
                </a:lnTo>
                <a:lnTo>
                  <a:pt x="20176" y="20176"/>
                </a:lnTo>
                <a:lnTo>
                  <a:pt x="20176" y="3031"/>
                </a:lnTo>
                <a:lnTo>
                  <a:pt x="23208" y="0"/>
                </a:lnTo>
                <a:lnTo>
                  <a:pt x="30688" y="0"/>
                </a:lnTo>
                <a:lnTo>
                  <a:pt x="33719" y="3031"/>
                </a:lnTo>
                <a:lnTo>
                  <a:pt x="33719" y="20176"/>
                </a:lnTo>
                <a:lnTo>
                  <a:pt x="47124" y="20176"/>
                </a:lnTo>
                <a:lnTo>
                  <a:pt x="50871" y="20176"/>
                </a:lnTo>
                <a:lnTo>
                  <a:pt x="53896" y="23208"/>
                </a:lnTo>
                <a:lnTo>
                  <a:pt x="53896" y="30688"/>
                </a:lnTo>
                <a:lnTo>
                  <a:pt x="50865" y="33719"/>
                </a:lnTo>
                <a:lnTo>
                  <a:pt x="33719" y="33719"/>
                </a:lnTo>
                <a:lnTo>
                  <a:pt x="33719" y="50864"/>
                </a:lnTo>
                <a:lnTo>
                  <a:pt x="30688" y="53896"/>
                </a:lnTo>
                <a:close/>
              </a:path>
            </a:pathLst>
          </a:custGeom>
          <a:solidFill>
            <a:srgbClr val="0070C8"/>
          </a:solidFill>
        </p:spPr>
        <p:txBody>
          <a:bodyPr wrap="square" lIns="0" tIns="0" rIns="0" bIns="0" rtlCol="0"/>
          <a:lstStyle/>
          <a:p>
            <a:endParaRPr sz="700"/>
          </a:p>
        </p:txBody>
      </p:sp>
      <p:sp>
        <p:nvSpPr>
          <p:cNvPr id="121" name="object 121"/>
          <p:cNvSpPr/>
          <p:nvPr/>
        </p:nvSpPr>
        <p:spPr>
          <a:xfrm>
            <a:off x="398208" y="3956313"/>
            <a:ext cx="25400" cy="25400"/>
          </a:xfrm>
          <a:custGeom>
            <a:avLst/>
            <a:gdLst/>
            <a:ahLst/>
            <a:cxnLst/>
            <a:rect l="l" t="t" r="r" b="b"/>
            <a:pathLst>
              <a:path w="50800" h="50800">
                <a:moveTo>
                  <a:pt x="28804" y="50589"/>
                </a:moveTo>
                <a:lnTo>
                  <a:pt x="21784" y="50589"/>
                </a:lnTo>
                <a:lnTo>
                  <a:pt x="18936" y="47741"/>
                </a:lnTo>
                <a:lnTo>
                  <a:pt x="18936" y="31652"/>
                </a:lnTo>
                <a:lnTo>
                  <a:pt x="2847" y="31652"/>
                </a:lnTo>
                <a:lnTo>
                  <a:pt x="0" y="28805"/>
                </a:lnTo>
                <a:lnTo>
                  <a:pt x="0" y="21784"/>
                </a:lnTo>
                <a:lnTo>
                  <a:pt x="2847" y="18936"/>
                </a:lnTo>
                <a:lnTo>
                  <a:pt x="18936" y="18936"/>
                </a:lnTo>
                <a:lnTo>
                  <a:pt x="18936" y="2847"/>
                </a:lnTo>
                <a:lnTo>
                  <a:pt x="21784" y="0"/>
                </a:lnTo>
                <a:lnTo>
                  <a:pt x="28804" y="0"/>
                </a:lnTo>
                <a:lnTo>
                  <a:pt x="31652" y="2847"/>
                </a:lnTo>
                <a:lnTo>
                  <a:pt x="31652" y="18936"/>
                </a:lnTo>
                <a:lnTo>
                  <a:pt x="44231" y="18936"/>
                </a:lnTo>
                <a:lnTo>
                  <a:pt x="47741" y="18936"/>
                </a:lnTo>
                <a:lnTo>
                  <a:pt x="50589" y="21784"/>
                </a:lnTo>
                <a:lnTo>
                  <a:pt x="50589" y="28805"/>
                </a:lnTo>
                <a:lnTo>
                  <a:pt x="47741" y="31652"/>
                </a:lnTo>
                <a:lnTo>
                  <a:pt x="31652" y="31652"/>
                </a:lnTo>
                <a:lnTo>
                  <a:pt x="31652" y="47741"/>
                </a:lnTo>
                <a:lnTo>
                  <a:pt x="28804" y="50589"/>
                </a:lnTo>
                <a:close/>
              </a:path>
            </a:pathLst>
          </a:custGeom>
          <a:solidFill>
            <a:srgbClr val="0070C8"/>
          </a:solidFill>
        </p:spPr>
        <p:txBody>
          <a:bodyPr wrap="square" lIns="0" tIns="0" rIns="0" bIns="0" rtlCol="0"/>
          <a:lstStyle/>
          <a:p>
            <a:endParaRPr sz="700"/>
          </a:p>
        </p:txBody>
      </p:sp>
      <p:sp>
        <p:nvSpPr>
          <p:cNvPr id="122" name="object 122"/>
          <p:cNvSpPr/>
          <p:nvPr/>
        </p:nvSpPr>
        <p:spPr>
          <a:xfrm>
            <a:off x="399136" y="3894562"/>
            <a:ext cx="23813" cy="23813"/>
          </a:xfrm>
          <a:custGeom>
            <a:avLst/>
            <a:gdLst/>
            <a:ahLst/>
            <a:cxnLst/>
            <a:rect l="l" t="t" r="r" b="b"/>
            <a:pathLst>
              <a:path w="47625" h="47625">
                <a:moveTo>
                  <a:pt x="26909" y="47256"/>
                </a:moveTo>
                <a:lnTo>
                  <a:pt x="20347" y="47256"/>
                </a:lnTo>
                <a:lnTo>
                  <a:pt x="17690" y="44598"/>
                </a:lnTo>
                <a:lnTo>
                  <a:pt x="17690" y="29566"/>
                </a:lnTo>
                <a:lnTo>
                  <a:pt x="2657" y="29566"/>
                </a:lnTo>
                <a:lnTo>
                  <a:pt x="0" y="26908"/>
                </a:lnTo>
                <a:lnTo>
                  <a:pt x="0" y="20347"/>
                </a:lnTo>
                <a:lnTo>
                  <a:pt x="2657" y="17689"/>
                </a:lnTo>
                <a:lnTo>
                  <a:pt x="17690" y="17689"/>
                </a:lnTo>
                <a:lnTo>
                  <a:pt x="17690" y="2657"/>
                </a:lnTo>
                <a:lnTo>
                  <a:pt x="20347" y="0"/>
                </a:lnTo>
                <a:lnTo>
                  <a:pt x="26909" y="0"/>
                </a:lnTo>
                <a:lnTo>
                  <a:pt x="29566" y="2657"/>
                </a:lnTo>
                <a:lnTo>
                  <a:pt x="29566" y="17689"/>
                </a:lnTo>
                <a:lnTo>
                  <a:pt x="41318" y="17689"/>
                </a:lnTo>
                <a:lnTo>
                  <a:pt x="44599" y="17689"/>
                </a:lnTo>
                <a:lnTo>
                  <a:pt x="47257" y="20347"/>
                </a:lnTo>
                <a:lnTo>
                  <a:pt x="47257" y="26908"/>
                </a:lnTo>
                <a:lnTo>
                  <a:pt x="44599" y="29566"/>
                </a:lnTo>
                <a:lnTo>
                  <a:pt x="29566" y="29566"/>
                </a:lnTo>
                <a:lnTo>
                  <a:pt x="29566" y="44598"/>
                </a:lnTo>
                <a:lnTo>
                  <a:pt x="26909" y="47256"/>
                </a:lnTo>
                <a:close/>
              </a:path>
            </a:pathLst>
          </a:custGeom>
          <a:solidFill>
            <a:srgbClr val="0070C8"/>
          </a:solidFill>
        </p:spPr>
        <p:txBody>
          <a:bodyPr wrap="square" lIns="0" tIns="0" rIns="0" bIns="0" rtlCol="0"/>
          <a:lstStyle/>
          <a:p>
            <a:endParaRPr sz="700"/>
          </a:p>
        </p:txBody>
      </p:sp>
      <p:sp>
        <p:nvSpPr>
          <p:cNvPr id="123" name="object 123"/>
          <p:cNvSpPr/>
          <p:nvPr/>
        </p:nvSpPr>
        <p:spPr>
          <a:xfrm>
            <a:off x="400065" y="3832815"/>
            <a:ext cx="22225" cy="22225"/>
          </a:xfrm>
          <a:custGeom>
            <a:avLst/>
            <a:gdLst/>
            <a:ahLst/>
            <a:cxnLst/>
            <a:rect l="l" t="t" r="r" b="b"/>
            <a:pathLst>
              <a:path w="44450" h="44450">
                <a:moveTo>
                  <a:pt x="25012" y="43922"/>
                </a:moveTo>
                <a:lnTo>
                  <a:pt x="18916" y="43922"/>
                </a:lnTo>
                <a:lnTo>
                  <a:pt x="16443" y="41455"/>
                </a:lnTo>
                <a:lnTo>
                  <a:pt x="16443" y="27479"/>
                </a:lnTo>
                <a:lnTo>
                  <a:pt x="2473" y="27479"/>
                </a:lnTo>
                <a:lnTo>
                  <a:pt x="0" y="25006"/>
                </a:lnTo>
                <a:lnTo>
                  <a:pt x="0" y="18916"/>
                </a:lnTo>
                <a:lnTo>
                  <a:pt x="2467" y="16443"/>
                </a:lnTo>
                <a:lnTo>
                  <a:pt x="16443" y="16443"/>
                </a:lnTo>
                <a:lnTo>
                  <a:pt x="16443" y="2473"/>
                </a:lnTo>
                <a:lnTo>
                  <a:pt x="18910" y="0"/>
                </a:lnTo>
                <a:lnTo>
                  <a:pt x="25005" y="0"/>
                </a:lnTo>
                <a:lnTo>
                  <a:pt x="27479" y="2467"/>
                </a:lnTo>
                <a:lnTo>
                  <a:pt x="27479" y="16443"/>
                </a:lnTo>
                <a:lnTo>
                  <a:pt x="38404" y="16443"/>
                </a:lnTo>
                <a:lnTo>
                  <a:pt x="41455" y="16443"/>
                </a:lnTo>
                <a:lnTo>
                  <a:pt x="43922" y="18916"/>
                </a:lnTo>
                <a:lnTo>
                  <a:pt x="43922" y="25006"/>
                </a:lnTo>
                <a:lnTo>
                  <a:pt x="41455" y="27479"/>
                </a:lnTo>
                <a:lnTo>
                  <a:pt x="27479" y="27479"/>
                </a:lnTo>
                <a:lnTo>
                  <a:pt x="27479" y="41449"/>
                </a:lnTo>
                <a:lnTo>
                  <a:pt x="25012" y="43922"/>
                </a:lnTo>
                <a:close/>
              </a:path>
            </a:pathLst>
          </a:custGeom>
          <a:solidFill>
            <a:srgbClr val="0070C8"/>
          </a:solidFill>
        </p:spPr>
        <p:txBody>
          <a:bodyPr wrap="square" lIns="0" tIns="0" rIns="0" bIns="0" rtlCol="0"/>
          <a:lstStyle/>
          <a:p>
            <a:endParaRPr sz="700"/>
          </a:p>
        </p:txBody>
      </p:sp>
      <p:sp>
        <p:nvSpPr>
          <p:cNvPr id="124" name="object 124"/>
          <p:cNvSpPr/>
          <p:nvPr/>
        </p:nvSpPr>
        <p:spPr>
          <a:xfrm>
            <a:off x="400997" y="3771068"/>
            <a:ext cx="20320" cy="20320"/>
          </a:xfrm>
          <a:custGeom>
            <a:avLst/>
            <a:gdLst/>
            <a:ahLst/>
            <a:cxnLst/>
            <a:rect l="l" t="t" r="r" b="b"/>
            <a:pathLst>
              <a:path w="40640" h="40640">
                <a:moveTo>
                  <a:pt x="23109" y="40589"/>
                </a:moveTo>
                <a:lnTo>
                  <a:pt x="17479" y="40589"/>
                </a:lnTo>
                <a:lnTo>
                  <a:pt x="15196" y="38306"/>
                </a:lnTo>
                <a:lnTo>
                  <a:pt x="15196" y="25393"/>
                </a:lnTo>
                <a:lnTo>
                  <a:pt x="2283" y="25393"/>
                </a:lnTo>
                <a:lnTo>
                  <a:pt x="0" y="23109"/>
                </a:lnTo>
                <a:lnTo>
                  <a:pt x="0" y="17479"/>
                </a:lnTo>
                <a:lnTo>
                  <a:pt x="2283" y="15196"/>
                </a:lnTo>
                <a:lnTo>
                  <a:pt x="15196" y="15196"/>
                </a:lnTo>
                <a:lnTo>
                  <a:pt x="15196" y="2283"/>
                </a:lnTo>
                <a:lnTo>
                  <a:pt x="17479" y="0"/>
                </a:lnTo>
                <a:lnTo>
                  <a:pt x="23109" y="0"/>
                </a:lnTo>
                <a:lnTo>
                  <a:pt x="25392" y="2283"/>
                </a:lnTo>
                <a:lnTo>
                  <a:pt x="25392" y="15196"/>
                </a:lnTo>
                <a:lnTo>
                  <a:pt x="35490" y="15196"/>
                </a:lnTo>
                <a:lnTo>
                  <a:pt x="38305" y="15196"/>
                </a:lnTo>
                <a:lnTo>
                  <a:pt x="40589" y="17479"/>
                </a:lnTo>
                <a:lnTo>
                  <a:pt x="40589" y="23109"/>
                </a:lnTo>
                <a:lnTo>
                  <a:pt x="38305" y="25393"/>
                </a:lnTo>
                <a:lnTo>
                  <a:pt x="25392" y="25393"/>
                </a:lnTo>
                <a:lnTo>
                  <a:pt x="25392" y="38306"/>
                </a:lnTo>
                <a:lnTo>
                  <a:pt x="23109" y="40589"/>
                </a:lnTo>
                <a:close/>
              </a:path>
            </a:pathLst>
          </a:custGeom>
          <a:solidFill>
            <a:srgbClr val="0070C8"/>
          </a:solidFill>
        </p:spPr>
        <p:txBody>
          <a:bodyPr wrap="square" lIns="0" tIns="0" rIns="0" bIns="0" rtlCol="0"/>
          <a:lstStyle/>
          <a:p>
            <a:endParaRPr sz="700"/>
          </a:p>
        </p:txBody>
      </p:sp>
      <p:sp>
        <p:nvSpPr>
          <p:cNvPr id="125" name="object 125"/>
          <p:cNvSpPr/>
          <p:nvPr/>
        </p:nvSpPr>
        <p:spPr>
          <a:xfrm>
            <a:off x="401915" y="3709317"/>
            <a:ext cx="18733" cy="18733"/>
          </a:xfrm>
          <a:custGeom>
            <a:avLst/>
            <a:gdLst/>
            <a:ahLst/>
            <a:cxnLst/>
            <a:rect l="l" t="t" r="r" b="b"/>
            <a:pathLst>
              <a:path w="37465" h="37465">
                <a:moveTo>
                  <a:pt x="21226" y="37282"/>
                </a:moveTo>
                <a:lnTo>
                  <a:pt x="16056" y="37282"/>
                </a:lnTo>
                <a:lnTo>
                  <a:pt x="13956" y="35182"/>
                </a:lnTo>
                <a:lnTo>
                  <a:pt x="13956" y="23326"/>
                </a:lnTo>
                <a:lnTo>
                  <a:pt x="2099" y="23326"/>
                </a:lnTo>
                <a:lnTo>
                  <a:pt x="0" y="21226"/>
                </a:lnTo>
                <a:lnTo>
                  <a:pt x="0" y="16056"/>
                </a:lnTo>
                <a:lnTo>
                  <a:pt x="2099" y="13956"/>
                </a:lnTo>
                <a:lnTo>
                  <a:pt x="13956" y="13956"/>
                </a:lnTo>
                <a:lnTo>
                  <a:pt x="13956" y="2099"/>
                </a:lnTo>
                <a:lnTo>
                  <a:pt x="16056" y="0"/>
                </a:lnTo>
                <a:lnTo>
                  <a:pt x="21226" y="0"/>
                </a:lnTo>
                <a:lnTo>
                  <a:pt x="23326" y="2099"/>
                </a:lnTo>
                <a:lnTo>
                  <a:pt x="23326" y="13956"/>
                </a:lnTo>
                <a:lnTo>
                  <a:pt x="32597" y="13956"/>
                </a:lnTo>
                <a:lnTo>
                  <a:pt x="35182" y="13956"/>
                </a:lnTo>
                <a:lnTo>
                  <a:pt x="37282" y="16049"/>
                </a:lnTo>
                <a:lnTo>
                  <a:pt x="37282" y="21226"/>
                </a:lnTo>
                <a:lnTo>
                  <a:pt x="35182" y="23326"/>
                </a:lnTo>
                <a:lnTo>
                  <a:pt x="23326" y="23326"/>
                </a:lnTo>
                <a:lnTo>
                  <a:pt x="23326" y="35182"/>
                </a:lnTo>
                <a:lnTo>
                  <a:pt x="21226" y="37282"/>
                </a:lnTo>
                <a:close/>
              </a:path>
            </a:pathLst>
          </a:custGeom>
          <a:solidFill>
            <a:srgbClr val="0070C8"/>
          </a:solidFill>
        </p:spPr>
        <p:txBody>
          <a:bodyPr wrap="square" lIns="0" tIns="0" rIns="0" bIns="0" rtlCol="0"/>
          <a:lstStyle/>
          <a:p>
            <a:endParaRPr sz="700"/>
          </a:p>
        </p:txBody>
      </p:sp>
      <p:sp>
        <p:nvSpPr>
          <p:cNvPr id="126" name="object 126"/>
          <p:cNvSpPr/>
          <p:nvPr/>
        </p:nvSpPr>
        <p:spPr>
          <a:xfrm>
            <a:off x="402850" y="3647573"/>
            <a:ext cx="17145" cy="17145"/>
          </a:xfrm>
          <a:custGeom>
            <a:avLst/>
            <a:gdLst/>
            <a:ahLst/>
            <a:cxnLst/>
            <a:rect l="l" t="t" r="r" b="b"/>
            <a:pathLst>
              <a:path w="34290" h="34290">
                <a:moveTo>
                  <a:pt x="19324" y="33936"/>
                </a:moveTo>
                <a:lnTo>
                  <a:pt x="14612" y="33936"/>
                </a:lnTo>
                <a:lnTo>
                  <a:pt x="12703" y="32026"/>
                </a:lnTo>
                <a:lnTo>
                  <a:pt x="12703" y="21233"/>
                </a:lnTo>
                <a:lnTo>
                  <a:pt x="1909" y="21233"/>
                </a:lnTo>
                <a:lnTo>
                  <a:pt x="0" y="19323"/>
                </a:lnTo>
                <a:lnTo>
                  <a:pt x="0" y="14612"/>
                </a:lnTo>
                <a:lnTo>
                  <a:pt x="1909" y="12703"/>
                </a:lnTo>
                <a:lnTo>
                  <a:pt x="12703" y="12703"/>
                </a:lnTo>
                <a:lnTo>
                  <a:pt x="12703" y="1909"/>
                </a:lnTo>
                <a:lnTo>
                  <a:pt x="14612" y="0"/>
                </a:lnTo>
                <a:lnTo>
                  <a:pt x="19324" y="0"/>
                </a:lnTo>
                <a:lnTo>
                  <a:pt x="21233" y="1909"/>
                </a:lnTo>
                <a:lnTo>
                  <a:pt x="21233" y="12703"/>
                </a:lnTo>
                <a:lnTo>
                  <a:pt x="29671" y="12703"/>
                </a:lnTo>
                <a:lnTo>
                  <a:pt x="32027" y="12703"/>
                </a:lnTo>
                <a:lnTo>
                  <a:pt x="33936" y="14612"/>
                </a:lnTo>
                <a:lnTo>
                  <a:pt x="33937" y="19323"/>
                </a:lnTo>
                <a:lnTo>
                  <a:pt x="32027" y="21233"/>
                </a:lnTo>
                <a:lnTo>
                  <a:pt x="21233" y="21233"/>
                </a:lnTo>
                <a:lnTo>
                  <a:pt x="21233" y="32026"/>
                </a:lnTo>
                <a:lnTo>
                  <a:pt x="19324" y="33936"/>
                </a:lnTo>
                <a:close/>
              </a:path>
            </a:pathLst>
          </a:custGeom>
          <a:solidFill>
            <a:srgbClr val="0070C8"/>
          </a:solidFill>
        </p:spPr>
        <p:txBody>
          <a:bodyPr wrap="square" lIns="0" tIns="0" rIns="0" bIns="0" rtlCol="0"/>
          <a:lstStyle/>
          <a:p>
            <a:endParaRPr sz="700"/>
          </a:p>
        </p:txBody>
      </p:sp>
      <p:grpSp>
        <p:nvGrpSpPr>
          <p:cNvPr id="127" name="object 127"/>
          <p:cNvGrpSpPr/>
          <p:nvPr/>
        </p:nvGrpSpPr>
        <p:grpSpPr>
          <a:xfrm>
            <a:off x="483337" y="4472689"/>
            <a:ext cx="55245" cy="670878"/>
            <a:chOff x="966673" y="8945377"/>
            <a:chExt cx="110489" cy="1341755"/>
          </a:xfrm>
        </p:grpSpPr>
        <p:pic>
          <p:nvPicPr>
            <p:cNvPr id="128" name="object 128"/>
            <p:cNvPicPr/>
            <p:nvPr/>
          </p:nvPicPr>
          <p:blipFill>
            <a:blip r:embed="rId40" cstate="print"/>
            <a:stretch>
              <a:fillRect/>
            </a:stretch>
          </p:blipFill>
          <p:spPr>
            <a:xfrm>
              <a:off x="966673" y="9904692"/>
              <a:ext cx="110483" cy="382306"/>
            </a:xfrm>
            <a:prstGeom prst="rect">
              <a:avLst/>
            </a:prstGeom>
          </p:spPr>
        </p:pic>
        <p:pic>
          <p:nvPicPr>
            <p:cNvPr id="129" name="object 129"/>
            <p:cNvPicPr/>
            <p:nvPr/>
          </p:nvPicPr>
          <p:blipFill>
            <a:blip r:embed="rId41" cstate="print"/>
            <a:stretch>
              <a:fillRect/>
            </a:stretch>
          </p:blipFill>
          <p:spPr>
            <a:xfrm>
              <a:off x="972251" y="9784780"/>
              <a:ext cx="100483" cy="100483"/>
            </a:xfrm>
            <a:prstGeom prst="rect">
              <a:avLst/>
            </a:prstGeom>
          </p:spPr>
        </p:pic>
        <p:pic>
          <p:nvPicPr>
            <p:cNvPr id="130" name="object 130"/>
            <p:cNvPicPr/>
            <p:nvPr/>
          </p:nvPicPr>
          <p:blipFill>
            <a:blip r:embed="rId30" cstate="print"/>
            <a:stretch>
              <a:fillRect/>
            </a:stretch>
          </p:blipFill>
          <p:spPr>
            <a:xfrm>
              <a:off x="974088" y="9664855"/>
              <a:ext cx="97176" cy="97176"/>
            </a:xfrm>
            <a:prstGeom prst="rect">
              <a:avLst/>
            </a:prstGeom>
          </p:spPr>
        </p:pic>
        <p:pic>
          <p:nvPicPr>
            <p:cNvPr id="131" name="object 131"/>
            <p:cNvPicPr/>
            <p:nvPr/>
          </p:nvPicPr>
          <p:blipFill>
            <a:blip r:embed="rId31" cstate="print"/>
            <a:stretch>
              <a:fillRect/>
            </a:stretch>
          </p:blipFill>
          <p:spPr>
            <a:xfrm>
              <a:off x="975952" y="9544943"/>
              <a:ext cx="93843" cy="93842"/>
            </a:xfrm>
            <a:prstGeom prst="rect">
              <a:avLst/>
            </a:prstGeom>
          </p:spPr>
        </p:pic>
        <p:pic>
          <p:nvPicPr>
            <p:cNvPr id="132" name="object 132"/>
            <p:cNvPicPr/>
            <p:nvPr/>
          </p:nvPicPr>
          <p:blipFill>
            <a:blip r:embed="rId12" cstate="print"/>
            <a:stretch>
              <a:fillRect/>
            </a:stretch>
          </p:blipFill>
          <p:spPr>
            <a:xfrm>
              <a:off x="977823" y="9425038"/>
              <a:ext cx="90495" cy="90496"/>
            </a:xfrm>
            <a:prstGeom prst="rect">
              <a:avLst/>
            </a:prstGeom>
          </p:spPr>
        </p:pic>
        <p:pic>
          <p:nvPicPr>
            <p:cNvPr id="133" name="object 133"/>
            <p:cNvPicPr/>
            <p:nvPr/>
          </p:nvPicPr>
          <p:blipFill>
            <a:blip r:embed="rId13" cstate="print"/>
            <a:stretch>
              <a:fillRect/>
            </a:stretch>
          </p:blipFill>
          <p:spPr>
            <a:xfrm>
              <a:off x="979659" y="9305119"/>
              <a:ext cx="87189" cy="87189"/>
            </a:xfrm>
            <a:prstGeom prst="rect">
              <a:avLst/>
            </a:prstGeom>
          </p:spPr>
        </p:pic>
        <p:pic>
          <p:nvPicPr>
            <p:cNvPr id="134" name="object 134"/>
            <p:cNvPicPr/>
            <p:nvPr/>
          </p:nvPicPr>
          <p:blipFill>
            <a:blip r:embed="rId42" cstate="print"/>
            <a:stretch>
              <a:fillRect/>
            </a:stretch>
          </p:blipFill>
          <p:spPr>
            <a:xfrm>
              <a:off x="981523" y="9185201"/>
              <a:ext cx="83856" cy="83856"/>
            </a:xfrm>
            <a:prstGeom prst="rect">
              <a:avLst/>
            </a:prstGeom>
          </p:spPr>
        </p:pic>
        <p:pic>
          <p:nvPicPr>
            <p:cNvPr id="135" name="object 135"/>
            <p:cNvPicPr/>
            <p:nvPr/>
          </p:nvPicPr>
          <p:blipFill>
            <a:blip r:embed="rId14" cstate="print"/>
            <a:stretch>
              <a:fillRect/>
            </a:stretch>
          </p:blipFill>
          <p:spPr>
            <a:xfrm>
              <a:off x="983380" y="9065289"/>
              <a:ext cx="80522" cy="80522"/>
            </a:xfrm>
            <a:prstGeom prst="rect">
              <a:avLst/>
            </a:prstGeom>
          </p:spPr>
        </p:pic>
        <p:pic>
          <p:nvPicPr>
            <p:cNvPr id="136" name="object 136"/>
            <p:cNvPicPr/>
            <p:nvPr/>
          </p:nvPicPr>
          <p:blipFill>
            <a:blip r:embed="rId43" cstate="print"/>
            <a:stretch>
              <a:fillRect/>
            </a:stretch>
          </p:blipFill>
          <p:spPr>
            <a:xfrm>
              <a:off x="985235" y="8945377"/>
              <a:ext cx="77197" cy="77189"/>
            </a:xfrm>
            <a:prstGeom prst="rect">
              <a:avLst/>
            </a:prstGeom>
          </p:spPr>
        </p:pic>
      </p:grpSp>
      <p:pic>
        <p:nvPicPr>
          <p:cNvPr id="137" name="object 137"/>
          <p:cNvPicPr/>
          <p:nvPr/>
        </p:nvPicPr>
        <p:blipFill>
          <a:blip r:embed="rId15" cstate="print"/>
          <a:stretch>
            <a:fillRect/>
          </a:stretch>
        </p:blipFill>
        <p:spPr>
          <a:xfrm>
            <a:off x="493537" y="4412726"/>
            <a:ext cx="36941" cy="36941"/>
          </a:xfrm>
          <a:prstGeom prst="rect">
            <a:avLst/>
          </a:prstGeom>
        </p:spPr>
      </p:pic>
      <p:pic>
        <p:nvPicPr>
          <p:cNvPr id="138" name="object 138"/>
          <p:cNvPicPr/>
          <p:nvPr/>
        </p:nvPicPr>
        <p:blipFill>
          <a:blip r:embed="rId17" cstate="print"/>
          <a:stretch>
            <a:fillRect/>
          </a:stretch>
        </p:blipFill>
        <p:spPr>
          <a:xfrm>
            <a:off x="494469" y="4352770"/>
            <a:ext cx="35275" cy="35275"/>
          </a:xfrm>
          <a:prstGeom prst="rect">
            <a:avLst/>
          </a:prstGeom>
        </p:spPr>
      </p:pic>
      <p:pic>
        <p:nvPicPr>
          <p:cNvPr id="139" name="object 139"/>
          <p:cNvPicPr/>
          <p:nvPr/>
        </p:nvPicPr>
        <p:blipFill>
          <a:blip r:embed="rId18" cstate="print"/>
          <a:stretch>
            <a:fillRect/>
          </a:stretch>
        </p:blipFill>
        <p:spPr>
          <a:xfrm>
            <a:off x="495398" y="4292814"/>
            <a:ext cx="33608" cy="33608"/>
          </a:xfrm>
          <a:prstGeom prst="rect">
            <a:avLst/>
          </a:prstGeom>
        </p:spPr>
      </p:pic>
      <p:pic>
        <p:nvPicPr>
          <p:cNvPr id="140" name="object 140"/>
          <p:cNvPicPr/>
          <p:nvPr/>
        </p:nvPicPr>
        <p:blipFill>
          <a:blip r:embed="rId27" cstate="print"/>
          <a:stretch>
            <a:fillRect/>
          </a:stretch>
        </p:blipFill>
        <p:spPr>
          <a:xfrm>
            <a:off x="496319" y="4232855"/>
            <a:ext cx="31951" cy="31942"/>
          </a:xfrm>
          <a:prstGeom prst="rect">
            <a:avLst/>
          </a:prstGeom>
        </p:spPr>
      </p:pic>
      <p:sp>
        <p:nvSpPr>
          <p:cNvPr id="141" name="object 141"/>
          <p:cNvSpPr/>
          <p:nvPr/>
        </p:nvSpPr>
        <p:spPr>
          <a:xfrm>
            <a:off x="497255" y="4172899"/>
            <a:ext cx="30480" cy="30480"/>
          </a:xfrm>
          <a:custGeom>
            <a:avLst/>
            <a:gdLst/>
            <a:ahLst/>
            <a:cxnLst/>
            <a:rect l="l" t="t" r="r" b="b"/>
            <a:pathLst>
              <a:path w="60959" h="60959">
                <a:moveTo>
                  <a:pt x="34486" y="60563"/>
                </a:moveTo>
                <a:lnTo>
                  <a:pt x="26075" y="60563"/>
                </a:lnTo>
                <a:lnTo>
                  <a:pt x="22669" y="57157"/>
                </a:lnTo>
                <a:lnTo>
                  <a:pt x="22669" y="37892"/>
                </a:lnTo>
                <a:lnTo>
                  <a:pt x="3405" y="37892"/>
                </a:lnTo>
                <a:lnTo>
                  <a:pt x="0" y="34487"/>
                </a:lnTo>
                <a:lnTo>
                  <a:pt x="0" y="26075"/>
                </a:lnTo>
                <a:lnTo>
                  <a:pt x="3405" y="22670"/>
                </a:lnTo>
                <a:lnTo>
                  <a:pt x="22669" y="22670"/>
                </a:lnTo>
                <a:lnTo>
                  <a:pt x="22669" y="3405"/>
                </a:lnTo>
                <a:lnTo>
                  <a:pt x="26075" y="0"/>
                </a:lnTo>
                <a:lnTo>
                  <a:pt x="34486" y="0"/>
                </a:lnTo>
                <a:lnTo>
                  <a:pt x="37892" y="3405"/>
                </a:lnTo>
                <a:lnTo>
                  <a:pt x="37892" y="22670"/>
                </a:lnTo>
                <a:lnTo>
                  <a:pt x="52950" y="22670"/>
                </a:lnTo>
                <a:lnTo>
                  <a:pt x="57150" y="22670"/>
                </a:lnTo>
                <a:lnTo>
                  <a:pt x="60561" y="26075"/>
                </a:lnTo>
                <a:lnTo>
                  <a:pt x="60561" y="34487"/>
                </a:lnTo>
                <a:lnTo>
                  <a:pt x="57156" y="37892"/>
                </a:lnTo>
                <a:lnTo>
                  <a:pt x="37892" y="37892"/>
                </a:lnTo>
                <a:lnTo>
                  <a:pt x="37892" y="57157"/>
                </a:lnTo>
                <a:lnTo>
                  <a:pt x="34486" y="60563"/>
                </a:lnTo>
                <a:close/>
              </a:path>
            </a:pathLst>
          </a:custGeom>
          <a:solidFill>
            <a:srgbClr val="0070C8"/>
          </a:solidFill>
        </p:spPr>
        <p:txBody>
          <a:bodyPr wrap="square" lIns="0" tIns="0" rIns="0" bIns="0" rtlCol="0"/>
          <a:lstStyle/>
          <a:p>
            <a:endParaRPr sz="700"/>
          </a:p>
        </p:txBody>
      </p:sp>
      <p:sp>
        <p:nvSpPr>
          <p:cNvPr id="142" name="object 142"/>
          <p:cNvSpPr/>
          <p:nvPr/>
        </p:nvSpPr>
        <p:spPr>
          <a:xfrm>
            <a:off x="498183" y="4112943"/>
            <a:ext cx="28893" cy="28893"/>
          </a:xfrm>
          <a:custGeom>
            <a:avLst/>
            <a:gdLst/>
            <a:ahLst/>
            <a:cxnLst/>
            <a:rect l="l" t="t" r="r" b="b"/>
            <a:pathLst>
              <a:path w="57784" h="57784">
                <a:moveTo>
                  <a:pt x="32584" y="57229"/>
                </a:moveTo>
                <a:lnTo>
                  <a:pt x="24645" y="57229"/>
                </a:lnTo>
                <a:lnTo>
                  <a:pt x="21423" y="54007"/>
                </a:lnTo>
                <a:lnTo>
                  <a:pt x="21423" y="35806"/>
                </a:lnTo>
                <a:lnTo>
                  <a:pt x="3221" y="35806"/>
                </a:lnTo>
                <a:lnTo>
                  <a:pt x="0" y="32584"/>
                </a:lnTo>
                <a:lnTo>
                  <a:pt x="0" y="24645"/>
                </a:lnTo>
                <a:lnTo>
                  <a:pt x="3221" y="21423"/>
                </a:lnTo>
                <a:lnTo>
                  <a:pt x="21423" y="21423"/>
                </a:lnTo>
                <a:lnTo>
                  <a:pt x="21423" y="3221"/>
                </a:lnTo>
                <a:lnTo>
                  <a:pt x="24645" y="0"/>
                </a:lnTo>
                <a:lnTo>
                  <a:pt x="32584" y="0"/>
                </a:lnTo>
                <a:lnTo>
                  <a:pt x="35806" y="3221"/>
                </a:lnTo>
                <a:lnTo>
                  <a:pt x="35806" y="21423"/>
                </a:lnTo>
                <a:lnTo>
                  <a:pt x="50038" y="21423"/>
                </a:lnTo>
                <a:lnTo>
                  <a:pt x="54008" y="21423"/>
                </a:lnTo>
                <a:lnTo>
                  <a:pt x="57229" y="24638"/>
                </a:lnTo>
                <a:lnTo>
                  <a:pt x="57229" y="32584"/>
                </a:lnTo>
                <a:lnTo>
                  <a:pt x="54008" y="35806"/>
                </a:lnTo>
                <a:lnTo>
                  <a:pt x="35806" y="35806"/>
                </a:lnTo>
                <a:lnTo>
                  <a:pt x="35806" y="54007"/>
                </a:lnTo>
                <a:lnTo>
                  <a:pt x="32584" y="57229"/>
                </a:lnTo>
                <a:close/>
              </a:path>
            </a:pathLst>
          </a:custGeom>
          <a:solidFill>
            <a:srgbClr val="0070C8"/>
          </a:solidFill>
        </p:spPr>
        <p:txBody>
          <a:bodyPr wrap="square" lIns="0" tIns="0" rIns="0" bIns="0" rtlCol="0"/>
          <a:lstStyle/>
          <a:p>
            <a:endParaRPr sz="700"/>
          </a:p>
        </p:txBody>
      </p:sp>
      <p:sp>
        <p:nvSpPr>
          <p:cNvPr id="143" name="object 143"/>
          <p:cNvSpPr/>
          <p:nvPr/>
        </p:nvSpPr>
        <p:spPr>
          <a:xfrm>
            <a:off x="499111" y="4052984"/>
            <a:ext cx="26988" cy="26988"/>
          </a:xfrm>
          <a:custGeom>
            <a:avLst/>
            <a:gdLst/>
            <a:ahLst/>
            <a:cxnLst/>
            <a:rect l="l" t="t" r="r" b="b"/>
            <a:pathLst>
              <a:path w="53975" h="53975">
                <a:moveTo>
                  <a:pt x="30688" y="53896"/>
                </a:moveTo>
                <a:lnTo>
                  <a:pt x="23207" y="53896"/>
                </a:lnTo>
                <a:lnTo>
                  <a:pt x="20176" y="50864"/>
                </a:lnTo>
                <a:lnTo>
                  <a:pt x="20176" y="33719"/>
                </a:lnTo>
                <a:lnTo>
                  <a:pt x="3031" y="33719"/>
                </a:lnTo>
                <a:lnTo>
                  <a:pt x="0" y="30688"/>
                </a:lnTo>
                <a:lnTo>
                  <a:pt x="0" y="23208"/>
                </a:lnTo>
                <a:lnTo>
                  <a:pt x="3031" y="20176"/>
                </a:lnTo>
                <a:lnTo>
                  <a:pt x="20176" y="20176"/>
                </a:lnTo>
                <a:lnTo>
                  <a:pt x="20176" y="3031"/>
                </a:lnTo>
                <a:lnTo>
                  <a:pt x="23207" y="0"/>
                </a:lnTo>
                <a:lnTo>
                  <a:pt x="30688" y="0"/>
                </a:lnTo>
                <a:lnTo>
                  <a:pt x="33719" y="3031"/>
                </a:lnTo>
                <a:lnTo>
                  <a:pt x="33719" y="20176"/>
                </a:lnTo>
                <a:lnTo>
                  <a:pt x="47124" y="20176"/>
                </a:lnTo>
                <a:lnTo>
                  <a:pt x="50865" y="20176"/>
                </a:lnTo>
                <a:lnTo>
                  <a:pt x="53896" y="23208"/>
                </a:lnTo>
                <a:lnTo>
                  <a:pt x="53896" y="30688"/>
                </a:lnTo>
                <a:lnTo>
                  <a:pt x="50865" y="33719"/>
                </a:lnTo>
                <a:lnTo>
                  <a:pt x="33719" y="33719"/>
                </a:lnTo>
                <a:lnTo>
                  <a:pt x="33719" y="50864"/>
                </a:lnTo>
                <a:lnTo>
                  <a:pt x="30688" y="53896"/>
                </a:lnTo>
                <a:close/>
              </a:path>
            </a:pathLst>
          </a:custGeom>
          <a:solidFill>
            <a:srgbClr val="0070C8"/>
          </a:solidFill>
        </p:spPr>
        <p:txBody>
          <a:bodyPr wrap="square" lIns="0" tIns="0" rIns="0" bIns="0" rtlCol="0"/>
          <a:lstStyle/>
          <a:p>
            <a:endParaRPr sz="700"/>
          </a:p>
        </p:txBody>
      </p:sp>
      <p:sp>
        <p:nvSpPr>
          <p:cNvPr id="144" name="object 144"/>
          <p:cNvSpPr/>
          <p:nvPr/>
        </p:nvSpPr>
        <p:spPr>
          <a:xfrm>
            <a:off x="500030" y="3993024"/>
            <a:ext cx="25400" cy="25400"/>
          </a:xfrm>
          <a:custGeom>
            <a:avLst/>
            <a:gdLst/>
            <a:ahLst/>
            <a:cxnLst/>
            <a:rect l="l" t="t" r="r" b="b"/>
            <a:pathLst>
              <a:path w="50800" h="50800">
                <a:moveTo>
                  <a:pt x="28804" y="50589"/>
                </a:moveTo>
                <a:lnTo>
                  <a:pt x="21784" y="50589"/>
                </a:lnTo>
                <a:lnTo>
                  <a:pt x="18936" y="47741"/>
                </a:lnTo>
                <a:lnTo>
                  <a:pt x="18936" y="31652"/>
                </a:lnTo>
                <a:lnTo>
                  <a:pt x="2847" y="31652"/>
                </a:lnTo>
                <a:lnTo>
                  <a:pt x="0" y="28805"/>
                </a:lnTo>
                <a:lnTo>
                  <a:pt x="0" y="21784"/>
                </a:lnTo>
                <a:lnTo>
                  <a:pt x="2847" y="18936"/>
                </a:lnTo>
                <a:lnTo>
                  <a:pt x="18936" y="18936"/>
                </a:lnTo>
                <a:lnTo>
                  <a:pt x="18936" y="2847"/>
                </a:lnTo>
                <a:lnTo>
                  <a:pt x="21784" y="0"/>
                </a:lnTo>
                <a:lnTo>
                  <a:pt x="28804" y="0"/>
                </a:lnTo>
                <a:lnTo>
                  <a:pt x="31652" y="2847"/>
                </a:lnTo>
                <a:lnTo>
                  <a:pt x="31652" y="18936"/>
                </a:lnTo>
                <a:lnTo>
                  <a:pt x="44231" y="18936"/>
                </a:lnTo>
                <a:lnTo>
                  <a:pt x="47741" y="18936"/>
                </a:lnTo>
                <a:lnTo>
                  <a:pt x="50589" y="21784"/>
                </a:lnTo>
                <a:lnTo>
                  <a:pt x="50589" y="28805"/>
                </a:lnTo>
                <a:lnTo>
                  <a:pt x="47741" y="31652"/>
                </a:lnTo>
                <a:lnTo>
                  <a:pt x="31652" y="31652"/>
                </a:lnTo>
                <a:lnTo>
                  <a:pt x="31652" y="47741"/>
                </a:lnTo>
                <a:lnTo>
                  <a:pt x="28804" y="50589"/>
                </a:lnTo>
                <a:close/>
              </a:path>
            </a:pathLst>
          </a:custGeom>
          <a:solidFill>
            <a:srgbClr val="0070C8"/>
          </a:solidFill>
        </p:spPr>
        <p:txBody>
          <a:bodyPr wrap="square" lIns="0" tIns="0" rIns="0" bIns="0" rtlCol="0"/>
          <a:lstStyle/>
          <a:p>
            <a:endParaRPr sz="700"/>
          </a:p>
        </p:txBody>
      </p:sp>
      <p:sp>
        <p:nvSpPr>
          <p:cNvPr id="145" name="object 145"/>
          <p:cNvSpPr/>
          <p:nvPr/>
        </p:nvSpPr>
        <p:spPr>
          <a:xfrm>
            <a:off x="500961" y="3933069"/>
            <a:ext cx="23813" cy="23813"/>
          </a:xfrm>
          <a:custGeom>
            <a:avLst/>
            <a:gdLst/>
            <a:ahLst/>
            <a:cxnLst/>
            <a:rect l="l" t="t" r="r" b="b"/>
            <a:pathLst>
              <a:path w="47625" h="47625">
                <a:moveTo>
                  <a:pt x="26909" y="47256"/>
                </a:moveTo>
                <a:lnTo>
                  <a:pt x="20347" y="47256"/>
                </a:lnTo>
                <a:lnTo>
                  <a:pt x="17690" y="44598"/>
                </a:lnTo>
                <a:lnTo>
                  <a:pt x="17690" y="29566"/>
                </a:lnTo>
                <a:lnTo>
                  <a:pt x="2657" y="29566"/>
                </a:lnTo>
                <a:lnTo>
                  <a:pt x="0" y="26908"/>
                </a:lnTo>
                <a:lnTo>
                  <a:pt x="0" y="20347"/>
                </a:lnTo>
                <a:lnTo>
                  <a:pt x="2657" y="17689"/>
                </a:lnTo>
                <a:lnTo>
                  <a:pt x="17690" y="17689"/>
                </a:lnTo>
                <a:lnTo>
                  <a:pt x="17690" y="2657"/>
                </a:lnTo>
                <a:lnTo>
                  <a:pt x="20347" y="0"/>
                </a:lnTo>
                <a:lnTo>
                  <a:pt x="26909" y="0"/>
                </a:lnTo>
                <a:lnTo>
                  <a:pt x="29566" y="2657"/>
                </a:lnTo>
                <a:lnTo>
                  <a:pt x="29566" y="17689"/>
                </a:lnTo>
                <a:lnTo>
                  <a:pt x="41318" y="17689"/>
                </a:lnTo>
                <a:lnTo>
                  <a:pt x="44599" y="17689"/>
                </a:lnTo>
                <a:lnTo>
                  <a:pt x="47257" y="20347"/>
                </a:lnTo>
                <a:lnTo>
                  <a:pt x="47257" y="26908"/>
                </a:lnTo>
                <a:lnTo>
                  <a:pt x="44599" y="29566"/>
                </a:lnTo>
                <a:lnTo>
                  <a:pt x="29566" y="29566"/>
                </a:lnTo>
                <a:lnTo>
                  <a:pt x="29566" y="44598"/>
                </a:lnTo>
                <a:lnTo>
                  <a:pt x="26909" y="47256"/>
                </a:lnTo>
                <a:close/>
              </a:path>
            </a:pathLst>
          </a:custGeom>
          <a:solidFill>
            <a:srgbClr val="0070C8"/>
          </a:solidFill>
        </p:spPr>
        <p:txBody>
          <a:bodyPr wrap="square" lIns="0" tIns="0" rIns="0" bIns="0" rtlCol="0"/>
          <a:lstStyle/>
          <a:p>
            <a:endParaRPr sz="700"/>
          </a:p>
        </p:txBody>
      </p:sp>
      <p:sp>
        <p:nvSpPr>
          <p:cNvPr id="146" name="object 146"/>
          <p:cNvSpPr/>
          <p:nvPr/>
        </p:nvSpPr>
        <p:spPr>
          <a:xfrm>
            <a:off x="501890" y="3873109"/>
            <a:ext cx="22225" cy="22225"/>
          </a:xfrm>
          <a:custGeom>
            <a:avLst/>
            <a:gdLst/>
            <a:ahLst/>
            <a:cxnLst/>
            <a:rect l="l" t="t" r="r" b="b"/>
            <a:pathLst>
              <a:path w="44450" h="44450">
                <a:moveTo>
                  <a:pt x="25005" y="43922"/>
                </a:moveTo>
                <a:lnTo>
                  <a:pt x="18916" y="43922"/>
                </a:lnTo>
                <a:lnTo>
                  <a:pt x="16443" y="41455"/>
                </a:lnTo>
                <a:lnTo>
                  <a:pt x="16443" y="27479"/>
                </a:lnTo>
                <a:lnTo>
                  <a:pt x="2473" y="27479"/>
                </a:lnTo>
                <a:lnTo>
                  <a:pt x="0" y="25006"/>
                </a:lnTo>
                <a:lnTo>
                  <a:pt x="0" y="18916"/>
                </a:lnTo>
                <a:lnTo>
                  <a:pt x="2467" y="16443"/>
                </a:lnTo>
                <a:lnTo>
                  <a:pt x="16443" y="16443"/>
                </a:lnTo>
                <a:lnTo>
                  <a:pt x="16443" y="2473"/>
                </a:lnTo>
                <a:lnTo>
                  <a:pt x="18916" y="0"/>
                </a:lnTo>
                <a:lnTo>
                  <a:pt x="25005" y="0"/>
                </a:lnTo>
                <a:lnTo>
                  <a:pt x="27479" y="2467"/>
                </a:lnTo>
                <a:lnTo>
                  <a:pt x="27479" y="16443"/>
                </a:lnTo>
                <a:lnTo>
                  <a:pt x="38404" y="16443"/>
                </a:lnTo>
                <a:lnTo>
                  <a:pt x="41455" y="16443"/>
                </a:lnTo>
                <a:lnTo>
                  <a:pt x="43922" y="18916"/>
                </a:lnTo>
                <a:lnTo>
                  <a:pt x="43922" y="25006"/>
                </a:lnTo>
                <a:lnTo>
                  <a:pt x="41455" y="27479"/>
                </a:lnTo>
                <a:lnTo>
                  <a:pt x="27479" y="27479"/>
                </a:lnTo>
                <a:lnTo>
                  <a:pt x="27479" y="41449"/>
                </a:lnTo>
                <a:lnTo>
                  <a:pt x="25005" y="43922"/>
                </a:lnTo>
                <a:close/>
              </a:path>
            </a:pathLst>
          </a:custGeom>
          <a:solidFill>
            <a:srgbClr val="0070C8"/>
          </a:solidFill>
        </p:spPr>
        <p:txBody>
          <a:bodyPr wrap="square" lIns="0" tIns="0" rIns="0" bIns="0" rtlCol="0"/>
          <a:lstStyle/>
          <a:p>
            <a:endParaRPr sz="700"/>
          </a:p>
        </p:txBody>
      </p:sp>
      <p:sp>
        <p:nvSpPr>
          <p:cNvPr id="147" name="object 147"/>
          <p:cNvSpPr/>
          <p:nvPr/>
        </p:nvSpPr>
        <p:spPr>
          <a:xfrm>
            <a:off x="502818" y="3813153"/>
            <a:ext cx="20320" cy="20320"/>
          </a:xfrm>
          <a:custGeom>
            <a:avLst/>
            <a:gdLst/>
            <a:ahLst/>
            <a:cxnLst/>
            <a:rect l="l" t="t" r="r" b="b"/>
            <a:pathLst>
              <a:path w="40640" h="40640">
                <a:moveTo>
                  <a:pt x="23109" y="40589"/>
                </a:moveTo>
                <a:lnTo>
                  <a:pt x="17479" y="40589"/>
                </a:lnTo>
                <a:lnTo>
                  <a:pt x="15196" y="38306"/>
                </a:lnTo>
                <a:lnTo>
                  <a:pt x="15196" y="25393"/>
                </a:lnTo>
                <a:lnTo>
                  <a:pt x="2283" y="25393"/>
                </a:lnTo>
                <a:lnTo>
                  <a:pt x="0" y="23109"/>
                </a:lnTo>
                <a:lnTo>
                  <a:pt x="0" y="17479"/>
                </a:lnTo>
                <a:lnTo>
                  <a:pt x="2283" y="15196"/>
                </a:lnTo>
                <a:lnTo>
                  <a:pt x="15196" y="15196"/>
                </a:lnTo>
                <a:lnTo>
                  <a:pt x="15196" y="2283"/>
                </a:lnTo>
                <a:lnTo>
                  <a:pt x="17479" y="0"/>
                </a:lnTo>
                <a:lnTo>
                  <a:pt x="23109" y="0"/>
                </a:lnTo>
                <a:lnTo>
                  <a:pt x="25392" y="2283"/>
                </a:lnTo>
                <a:lnTo>
                  <a:pt x="25392" y="15196"/>
                </a:lnTo>
                <a:lnTo>
                  <a:pt x="35490" y="15196"/>
                </a:lnTo>
                <a:lnTo>
                  <a:pt x="38312" y="15196"/>
                </a:lnTo>
                <a:lnTo>
                  <a:pt x="40589" y="17479"/>
                </a:lnTo>
                <a:lnTo>
                  <a:pt x="40589" y="23109"/>
                </a:lnTo>
                <a:lnTo>
                  <a:pt x="38305" y="25393"/>
                </a:lnTo>
                <a:lnTo>
                  <a:pt x="25392" y="25393"/>
                </a:lnTo>
                <a:lnTo>
                  <a:pt x="25392" y="38306"/>
                </a:lnTo>
                <a:lnTo>
                  <a:pt x="23109" y="40589"/>
                </a:lnTo>
                <a:close/>
              </a:path>
            </a:pathLst>
          </a:custGeom>
          <a:solidFill>
            <a:srgbClr val="0070C8"/>
          </a:solidFill>
        </p:spPr>
        <p:txBody>
          <a:bodyPr wrap="square" lIns="0" tIns="0" rIns="0" bIns="0" rtlCol="0"/>
          <a:lstStyle/>
          <a:p>
            <a:endParaRPr sz="700"/>
          </a:p>
        </p:txBody>
      </p:sp>
      <p:sp>
        <p:nvSpPr>
          <p:cNvPr id="148" name="object 148"/>
          <p:cNvSpPr/>
          <p:nvPr/>
        </p:nvSpPr>
        <p:spPr>
          <a:xfrm>
            <a:off x="503740" y="3753194"/>
            <a:ext cx="18733" cy="18733"/>
          </a:xfrm>
          <a:custGeom>
            <a:avLst/>
            <a:gdLst/>
            <a:ahLst/>
            <a:cxnLst/>
            <a:rect l="l" t="t" r="r" b="b"/>
            <a:pathLst>
              <a:path w="37465" h="37465">
                <a:moveTo>
                  <a:pt x="21226" y="37282"/>
                </a:moveTo>
                <a:lnTo>
                  <a:pt x="16056" y="37282"/>
                </a:lnTo>
                <a:lnTo>
                  <a:pt x="13956" y="35182"/>
                </a:lnTo>
                <a:lnTo>
                  <a:pt x="13956" y="23326"/>
                </a:lnTo>
                <a:lnTo>
                  <a:pt x="2099" y="23326"/>
                </a:lnTo>
                <a:lnTo>
                  <a:pt x="0" y="21226"/>
                </a:lnTo>
                <a:lnTo>
                  <a:pt x="0" y="16056"/>
                </a:lnTo>
                <a:lnTo>
                  <a:pt x="2099" y="13956"/>
                </a:lnTo>
                <a:lnTo>
                  <a:pt x="13956" y="13956"/>
                </a:lnTo>
                <a:lnTo>
                  <a:pt x="13956" y="2099"/>
                </a:lnTo>
                <a:lnTo>
                  <a:pt x="16056" y="0"/>
                </a:lnTo>
                <a:lnTo>
                  <a:pt x="21226" y="0"/>
                </a:lnTo>
                <a:lnTo>
                  <a:pt x="23326" y="2099"/>
                </a:lnTo>
                <a:lnTo>
                  <a:pt x="23326" y="13956"/>
                </a:lnTo>
                <a:lnTo>
                  <a:pt x="32597" y="13956"/>
                </a:lnTo>
                <a:lnTo>
                  <a:pt x="35182" y="13956"/>
                </a:lnTo>
                <a:lnTo>
                  <a:pt x="37282" y="16056"/>
                </a:lnTo>
                <a:lnTo>
                  <a:pt x="37282" y="21226"/>
                </a:lnTo>
                <a:lnTo>
                  <a:pt x="35182" y="23326"/>
                </a:lnTo>
                <a:lnTo>
                  <a:pt x="23326" y="23326"/>
                </a:lnTo>
                <a:lnTo>
                  <a:pt x="23326" y="35182"/>
                </a:lnTo>
                <a:lnTo>
                  <a:pt x="21226" y="37282"/>
                </a:lnTo>
                <a:close/>
              </a:path>
            </a:pathLst>
          </a:custGeom>
          <a:solidFill>
            <a:srgbClr val="0070C8"/>
          </a:solidFill>
        </p:spPr>
        <p:txBody>
          <a:bodyPr wrap="square" lIns="0" tIns="0" rIns="0" bIns="0" rtlCol="0"/>
          <a:lstStyle/>
          <a:p>
            <a:endParaRPr sz="700"/>
          </a:p>
        </p:txBody>
      </p:sp>
      <p:sp>
        <p:nvSpPr>
          <p:cNvPr id="149" name="object 149"/>
          <p:cNvSpPr/>
          <p:nvPr/>
        </p:nvSpPr>
        <p:spPr>
          <a:xfrm>
            <a:off x="504675" y="3693238"/>
            <a:ext cx="17145" cy="17145"/>
          </a:xfrm>
          <a:custGeom>
            <a:avLst/>
            <a:gdLst/>
            <a:ahLst/>
            <a:cxnLst/>
            <a:rect l="l" t="t" r="r" b="b"/>
            <a:pathLst>
              <a:path w="34290" h="34290">
                <a:moveTo>
                  <a:pt x="19324" y="33936"/>
                </a:moveTo>
                <a:lnTo>
                  <a:pt x="14612" y="33936"/>
                </a:lnTo>
                <a:lnTo>
                  <a:pt x="12703" y="32026"/>
                </a:lnTo>
                <a:lnTo>
                  <a:pt x="12703" y="21233"/>
                </a:lnTo>
                <a:lnTo>
                  <a:pt x="1909" y="21233"/>
                </a:lnTo>
                <a:lnTo>
                  <a:pt x="0" y="19323"/>
                </a:lnTo>
                <a:lnTo>
                  <a:pt x="0" y="14612"/>
                </a:lnTo>
                <a:lnTo>
                  <a:pt x="1909" y="12703"/>
                </a:lnTo>
                <a:lnTo>
                  <a:pt x="12703" y="12703"/>
                </a:lnTo>
                <a:lnTo>
                  <a:pt x="12703" y="1909"/>
                </a:lnTo>
                <a:lnTo>
                  <a:pt x="14612" y="0"/>
                </a:lnTo>
                <a:lnTo>
                  <a:pt x="19324" y="0"/>
                </a:lnTo>
                <a:lnTo>
                  <a:pt x="21233" y="1909"/>
                </a:lnTo>
                <a:lnTo>
                  <a:pt x="21233" y="12703"/>
                </a:lnTo>
                <a:lnTo>
                  <a:pt x="29671" y="12703"/>
                </a:lnTo>
                <a:lnTo>
                  <a:pt x="32027" y="12703"/>
                </a:lnTo>
                <a:lnTo>
                  <a:pt x="33937" y="14612"/>
                </a:lnTo>
                <a:lnTo>
                  <a:pt x="33937" y="19323"/>
                </a:lnTo>
                <a:lnTo>
                  <a:pt x="32027" y="21233"/>
                </a:lnTo>
                <a:lnTo>
                  <a:pt x="21233" y="21233"/>
                </a:lnTo>
                <a:lnTo>
                  <a:pt x="21233" y="32026"/>
                </a:lnTo>
                <a:lnTo>
                  <a:pt x="19324" y="33936"/>
                </a:lnTo>
                <a:close/>
              </a:path>
            </a:pathLst>
          </a:custGeom>
          <a:solidFill>
            <a:srgbClr val="0070C8"/>
          </a:solidFill>
        </p:spPr>
        <p:txBody>
          <a:bodyPr wrap="square" lIns="0" tIns="0" rIns="0" bIns="0" rtlCol="0"/>
          <a:lstStyle/>
          <a:p>
            <a:endParaRPr sz="700"/>
          </a:p>
        </p:txBody>
      </p:sp>
      <p:grpSp>
        <p:nvGrpSpPr>
          <p:cNvPr id="150" name="object 150"/>
          <p:cNvGrpSpPr/>
          <p:nvPr/>
        </p:nvGrpSpPr>
        <p:grpSpPr>
          <a:xfrm>
            <a:off x="585162" y="4436906"/>
            <a:ext cx="55245" cy="706755"/>
            <a:chOff x="1170323" y="8873811"/>
            <a:chExt cx="110489" cy="1413510"/>
          </a:xfrm>
        </p:grpSpPr>
        <p:pic>
          <p:nvPicPr>
            <p:cNvPr id="151" name="object 151"/>
            <p:cNvPicPr/>
            <p:nvPr/>
          </p:nvPicPr>
          <p:blipFill>
            <a:blip r:embed="rId44" cstate="print"/>
            <a:stretch>
              <a:fillRect/>
            </a:stretch>
          </p:blipFill>
          <p:spPr>
            <a:xfrm>
              <a:off x="1170323" y="9804478"/>
              <a:ext cx="110483" cy="482520"/>
            </a:xfrm>
            <a:prstGeom prst="rect">
              <a:avLst/>
            </a:prstGeom>
          </p:spPr>
        </p:pic>
        <p:pic>
          <p:nvPicPr>
            <p:cNvPr id="152" name="object 152"/>
            <p:cNvPicPr/>
            <p:nvPr/>
          </p:nvPicPr>
          <p:blipFill>
            <a:blip r:embed="rId45" cstate="print"/>
            <a:stretch>
              <a:fillRect/>
            </a:stretch>
          </p:blipFill>
          <p:spPr>
            <a:xfrm>
              <a:off x="1177738" y="9688142"/>
              <a:ext cx="97176" cy="97176"/>
            </a:xfrm>
            <a:prstGeom prst="rect">
              <a:avLst/>
            </a:prstGeom>
          </p:spPr>
        </p:pic>
        <p:pic>
          <p:nvPicPr>
            <p:cNvPr id="153" name="object 153"/>
            <p:cNvPicPr/>
            <p:nvPr/>
          </p:nvPicPr>
          <p:blipFill>
            <a:blip r:embed="rId46" cstate="print"/>
            <a:stretch>
              <a:fillRect/>
            </a:stretch>
          </p:blipFill>
          <p:spPr>
            <a:xfrm>
              <a:off x="1179595" y="9571806"/>
              <a:ext cx="93843" cy="93842"/>
            </a:xfrm>
            <a:prstGeom prst="rect">
              <a:avLst/>
            </a:prstGeom>
          </p:spPr>
        </p:pic>
        <p:pic>
          <p:nvPicPr>
            <p:cNvPr id="154" name="object 154"/>
            <p:cNvPicPr/>
            <p:nvPr/>
          </p:nvPicPr>
          <p:blipFill>
            <a:blip r:embed="rId12" cstate="print"/>
            <a:stretch>
              <a:fillRect/>
            </a:stretch>
          </p:blipFill>
          <p:spPr>
            <a:xfrm>
              <a:off x="1181473" y="9455483"/>
              <a:ext cx="90495" cy="90496"/>
            </a:xfrm>
            <a:prstGeom prst="rect">
              <a:avLst/>
            </a:prstGeom>
          </p:spPr>
        </p:pic>
        <p:pic>
          <p:nvPicPr>
            <p:cNvPr id="155" name="object 155"/>
            <p:cNvPicPr/>
            <p:nvPr/>
          </p:nvPicPr>
          <p:blipFill>
            <a:blip r:embed="rId24" cstate="print"/>
            <a:stretch>
              <a:fillRect/>
            </a:stretch>
          </p:blipFill>
          <p:spPr>
            <a:xfrm>
              <a:off x="1183309" y="9339141"/>
              <a:ext cx="87189" cy="87189"/>
            </a:xfrm>
            <a:prstGeom prst="rect">
              <a:avLst/>
            </a:prstGeom>
          </p:spPr>
        </p:pic>
        <p:pic>
          <p:nvPicPr>
            <p:cNvPr id="156" name="object 156"/>
            <p:cNvPicPr/>
            <p:nvPr/>
          </p:nvPicPr>
          <p:blipFill>
            <a:blip r:embed="rId32" cstate="print"/>
            <a:stretch>
              <a:fillRect/>
            </a:stretch>
          </p:blipFill>
          <p:spPr>
            <a:xfrm>
              <a:off x="1185166" y="9222812"/>
              <a:ext cx="83856" cy="83856"/>
            </a:xfrm>
            <a:prstGeom prst="rect">
              <a:avLst/>
            </a:prstGeom>
          </p:spPr>
        </p:pic>
        <p:pic>
          <p:nvPicPr>
            <p:cNvPr id="157" name="object 157"/>
            <p:cNvPicPr/>
            <p:nvPr/>
          </p:nvPicPr>
          <p:blipFill>
            <a:blip r:embed="rId14" cstate="print"/>
            <a:stretch>
              <a:fillRect/>
            </a:stretch>
          </p:blipFill>
          <p:spPr>
            <a:xfrm>
              <a:off x="1187030" y="9106476"/>
              <a:ext cx="80522" cy="80522"/>
            </a:xfrm>
            <a:prstGeom prst="rect">
              <a:avLst/>
            </a:prstGeom>
          </p:spPr>
        </p:pic>
        <p:pic>
          <p:nvPicPr>
            <p:cNvPr id="158" name="object 158"/>
            <p:cNvPicPr/>
            <p:nvPr/>
          </p:nvPicPr>
          <p:blipFill>
            <a:blip r:embed="rId15" cstate="print"/>
            <a:stretch>
              <a:fillRect/>
            </a:stretch>
          </p:blipFill>
          <p:spPr>
            <a:xfrm>
              <a:off x="1188886" y="8990146"/>
              <a:ext cx="77190" cy="77189"/>
            </a:xfrm>
            <a:prstGeom prst="rect">
              <a:avLst/>
            </a:prstGeom>
          </p:spPr>
        </p:pic>
        <p:pic>
          <p:nvPicPr>
            <p:cNvPr id="159" name="object 159"/>
            <p:cNvPicPr/>
            <p:nvPr/>
          </p:nvPicPr>
          <p:blipFill>
            <a:blip r:embed="rId15" cstate="print"/>
            <a:stretch>
              <a:fillRect/>
            </a:stretch>
          </p:blipFill>
          <p:spPr>
            <a:xfrm>
              <a:off x="1190725" y="8873811"/>
              <a:ext cx="73882" cy="73882"/>
            </a:xfrm>
            <a:prstGeom prst="rect">
              <a:avLst/>
            </a:prstGeom>
          </p:spPr>
        </p:pic>
      </p:grpSp>
      <p:pic>
        <p:nvPicPr>
          <p:cNvPr id="160" name="object 160"/>
          <p:cNvPicPr/>
          <p:nvPr/>
        </p:nvPicPr>
        <p:blipFill>
          <a:blip r:embed="rId26" cstate="print"/>
          <a:stretch>
            <a:fillRect/>
          </a:stretch>
        </p:blipFill>
        <p:spPr>
          <a:xfrm>
            <a:off x="596290" y="4378737"/>
            <a:ext cx="35275" cy="35275"/>
          </a:xfrm>
          <a:prstGeom prst="rect">
            <a:avLst/>
          </a:prstGeom>
        </p:spPr>
      </p:pic>
      <p:pic>
        <p:nvPicPr>
          <p:cNvPr id="161" name="object 161"/>
          <p:cNvPicPr/>
          <p:nvPr/>
        </p:nvPicPr>
        <p:blipFill>
          <a:blip r:embed="rId18" cstate="print"/>
          <a:stretch>
            <a:fillRect/>
          </a:stretch>
        </p:blipFill>
        <p:spPr>
          <a:xfrm>
            <a:off x="597223" y="4320573"/>
            <a:ext cx="33608" cy="33608"/>
          </a:xfrm>
          <a:prstGeom prst="rect">
            <a:avLst/>
          </a:prstGeom>
        </p:spPr>
      </p:pic>
      <p:pic>
        <p:nvPicPr>
          <p:cNvPr id="162" name="object 162"/>
          <p:cNvPicPr/>
          <p:nvPr/>
        </p:nvPicPr>
        <p:blipFill>
          <a:blip r:embed="rId47" cstate="print"/>
          <a:stretch>
            <a:fillRect/>
          </a:stretch>
        </p:blipFill>
        <p:spPr>
          <a:xfrm>
            <a:off x="598144" y="4262405"/>
            <a:ext cx="31951" cy="31942"/>
          </a:xfrm>
          <a:prstGeom prst="rect">
            <a:avLst/>
          </a:prstGeom>
        </p:spPr>
      </p:pic>
      <p:sp>
        <p:nvSpPr>
          <p:cNvPr id="163" name="object 163"/>
          <p:cNvSpPr/>
          <p:nvPr/>
        </p:nvSpPr>
        <p:spPr>
          <a:xfrm>
            <a:off x="599076" y="4204240"/>
            <a:ext cx="30480" cy="30480"/>
          </a:xfrm>
          <a:custGeom>
            <a:avLst/>
            <a:gdLst/>
            <a:ahLst/>
            <a:cxnLst/>
            <a:rect l="l" t="t" r="r" b="b"/>
            <a:pathLst>
              <a:path w="60959" h="60959">
                <a:moveTo>
                  <a:pt x="34486" y="60562"/>
                </a:moveTo>
                <a:lnTo>
                  <a:pt x="26075" y="60562"/>
                </a:lnTo>
                <a:lnTo>
                  <a:pt x="22669" y="57157"/>
                </a:lnTo>
                <a:lnTo>
                  <a:pt x="22669" y="37892"/>
                </a:lnTo>
                <a:lnTo>
                  <a:pt x="3405" y="37892"/>
                </a:lnTo>
                <a:lnTo>
                  <a:pt x="0" y="34487"/>
                </a:lnTo>
                <a:lnTo>
                  <a:pt x="0" y="26075"/>
                </a:lnTo>
                <a:lnTo>
                  <a:pt x="3405" y="22670"/>
                </a:lnTo>
                <a:lnTo>
                  <a:pt x="22669" y="22670"/>
                </a:lnTo>
                <a:lnTo>
                  <a:pt x="22669" y="3405"/>
                </a:lnTo>
                <a:lnTo>
                  <a:pt x="26075" y="0"/>
                </a:lnTo>
                <a:lnTo>
                  <a:pt x="34486" y="0"/>
                </a:lnTo>
                <a:lnTo>
                  <a:pt x="37892" y="3405"/>
                </a:lnTo>
                <a:lnTo>
                  <a:pt x="37892" y="22670"/>
                </a:lnTo>
                <a:lnTo>
                  <a:pt x="52950" y="22670"/>
                </a:lnTo>
                <a:lnTo>
                  <a:pt x="57156" y="22670"/>
                </a:lnTo>
                <a:lnTo>
                  <a:pt x="60561" y="26075"/>
                </a:lnTo>
                <a:lnTo>
                  <a:pt x="60561" y="34487"/>
                </a:lnTo>
                <a:lnTo>
                  <a:pt x="57156" y="37892"/>
                </a:lnTo>
                <a:lnTo>
                  <a:pt x="37892" y="37892"/>
                </a:lnTo>
                <a:lnTo>
                  <a:pt x="37892" y="57157"/>
                </a:lnTo>
                <a:lnTo>
                  <a:pt x="34486" y="60562"/>
                </a:lnTo>
                <a:close/>
              </a:path>
            </a:pathLst>
          </a:custGeom>
          <a:solidFill>
            <a:srgbClr val="0070C8"/>
          </a:solidFill>
        </p:spPr>
        <p:txBody>
          <a:bodyPr wrap="square" lIns="0" tIns="0" rIns="0" bIns="0" rtlCol="0"/>
          <a:lstStyle/>
          <a:p>
            <a:endParaRPr sz="700"/>
          </a:p>
        </p:txBody>
      </p:sp>
      <p:sp>
        <p:nvSpPr>
          <p:cNvPr id="164" name="object 164"/>
          <p:cNvSpPr/>
          <p:nvPr/>
        </p:nvSpPr>
        <p:spPr>
          <a:xfrm>
            <a:off x="600008" y="4146072"/>
            <a:ext cx="28893" cy="28893"/>
          </a:xfrm>
          <a:custGeom>
            <a:avLst/>
            <a:gdLst/>
            <a:ahLst/>
            <a:cxnLst/>
            <a:rect l="l" t="t" r="r" b="b"/>
            <a:pathLst>
              <a:path w="57784" h="57784">
                <a:moveTo>
                  <a:pt x="32584" y="57229"/>
                </a:moveTo>
                <a:lnTo>
                  <a:pt x="24645" y="57229"/>
                </a:lnTo>
                <a:lnTo>
                  <a:pt x="21423" y="54007"/>
                </a:lnTo>
                <a:lnTo>
                  <a:pt x="21423" y="35806"/>
                </a:lnTo>
                <a:lnTo>
                  <a:pt x="3221" y="35806"/>
                </a:lnTo>
                <a:lnTo>
                  <a:pt x="0" y="32584"/>
                </a:lnTo>
                <a:lnTo>
                  <a:pt x="0" y="24645"/>
                </a:lnTo>
                <a:lnTo>
                  <a:pt x="3221" y="21423"/>
                </a:lnTo>
                <a:lnTo>
                  <a:pt x="21423" y="21423"/>
                </a:lnTo>
                <a:lnTo>
                  <a:pt x="21423" y="3221"/>
                </a:lnTo>
                <a:lnTo>
                  <a:pt x="24645" y="0"/>
                </a:lnTo>
                <a:lnTo>
                  <a:pt x="32584" y="0"/>
                </a:lnTo>
                <a:lnTo>
                  <a:pt x="35806" y="3221"/>
                </a:lnTo>
                <a:lnTo>
                  <a:pt x="35806" y="21423"/>
                </a:lnTo>
                <a:lnTo>
                  <a:pt x="50038" y="21423"/>
                </a:lnTo>
                <a:lnTo>
                  <a:pt x="54008" y="21423"/>
                </a:lnTo>
                <a:lnTo>
                  <a:pt x="57229" y="24645"/>
                </a:lnTo>
                <a:lnTo>
                  <a:pt x="57229" y="32584"/>
                </a:lnTo>
                <a:lnTo>
                  <a:pt x="54008" y="35806"/>
                </a:lnTo>
                <a:lnTo>
                  <a:pt x="35806" y="35806"/>
                </a:lnTo>
                <a:lnTo>
                  <a:pt x="35806" y="54007"/>
                </a:lnTo>
                <a:lnTo>
                  <a:pt x="32584" y="57229"/>
                </a:lnTo>
                <a:close/>
              </a:path>
            </a:pathLst>
          </a:custGeom>
          <a:solidFill>
            <a:srgbClr val="0070C8"/>
          </a:solidFill>
        </p:spPr>
        <p:txBody>
          <a:bodyPr wrap="square" lIns="0" tIns="0" rIns="0" bIns="0" rtlCol="0"/>
          <a:lstStyle/>
          <a:p>
            <a:endParaRPr sz="700"/>
          </a:p>
        </p:txBody>
      </p:sp>
      <p:sp>
        <p:nvSpPr>
          <p:cNvPr id="165" name="object 165"/>
          <p:cNvSpPr/>
          <p:nvPr/>
        </p:nvSpPr>
        <p:spPr>
          <a:xfrm>
            <a:off x="600936" y="4087907"/>
            <a:ext cx="26988" cy="26988"/>
          </a:xfrm>
          <a:custGeom>
            <a:avLst/>
            <a:gdLst/>
            <a:ahLst/>
            <a:cxnLst/>
            <a:rect l="l" t="t" r="r" b="b"/>
            <a:pathLst>
              <a:path w="53975" h="53975">
                <a:moveTo>
                  <a:pt x="30688" y="53896"/>
                </a:moveTo>
                <a:lnTo>
                  <a:pt x="23208" y="53896"/>
                </a:lnTo>
                <a:lnTo>
                  <a:pt x="20176" y="50864"/>
                </a:lnTo>
                <a:lnTo>
                  <a:pt x="20176" y="33719"/>
                </a:lnTo>
                <a:lnTo>
                  <a:pt x="3031" y="33719"/>
                </a:lnTo>
                <a:lnTo>
                  <a:pt x="0" y="30688"/>
                </a:lnTo>
                <a:lnTo>
                  <a:pt x="0" y="23208"/>
                </a:lnTo>
                <a:lnTo>
                  <a:pt x="3031" y="20176"/>
                </a:lnTo>
                <a:lnTo>
                  <a:pt x="20176" y="20176"/>
                </a:lnTo>
                <a:lnTo>
                  <a:pt x="20176" y="3031"/>
                </a:lnTo>
                <a:lnTo>
                  <a:pt x="23208" y="0"/>
                </a:lnTo>
                <a:lnTo>
                  <a:pt x="30688" y="0"/>
                </a:lnTo>
                <a:lnTo>
                  <a:pt x="33719" y="3031"/>
                </a:lnTo>
                <a:lnTo>
                  <a:pt x="33719" y="20176"/>
                </a:lnTo>
                <a:lnTo>
                  <a:pt x="47124" y="20176"/>
                </a:lnTo>
                <a:lnTo>
                  <a:pt x="50865" y="20176"/>
                </a:lnTo>
                <a:lnTo>
                  <a:pt x="53896" y="23208"/>
                </a:lnTo>
                <a:lnTo>
                  <a:pt x="53896" y="30688"/>
                </a:lnTo>
                <a:lnTo>
                  <a:pt x="50865" y="33719"/>
                </a:lnTo>
                <a:lnTo>
                  <a:pt x="33719" y="33719"/>
                </a:lnTo>
                <a:lnTo>
                  <a:pt x="33719" y="50864"/>
                </a:lnTo>
                <a:lnTo>
                  <a:pt x="30688" y="53896"/>
                </a:lnTo>
                <a:close/>
              </a:path>
            </a:pathLst>
          </a:custGeom>
          <a:solidFill>
            <a:srgbClr val="0070C8"/>
          </a:solidFill>
        </p:spPr>
        <p:txBody>
          <a:bodyPr wrap="square" lIns="0" tIns="0" rIns="0" bIns="0" rtlCol="0"/>
          <a:lstStyle/>
          <a:p>
            <a:endParaRPr sz="700"/>
          </a:p>
        </p:txBody>
      </p:sp>
      <p:sp>
        <p:nvSpPr>
          <p:cNvPr id="166" name="object 166"/>
          <p:cNvSpPr/>
          <p:nvPr/>
        </p:nvSpPr>
        <p:spPr>
          <a:xfrm>
            <a:off x="601855" y="4029740"/>
            <a:ext cx="25400" cy="25400"/>
          </a:xfrm>
          <a:custGeom>
            <a:avLst/>
            <a:gdLst/>
            <a:ahLst/>
            <a:cxnLst/>
            <a:rect l="l" t="t" r="r" b="b"/>
            <a:pathLst>
              <a:path w="50800" h="50800">
                <a:moveTo>
                  <a:pt x="28804" y="50589"/>
                </a:moveTo>
                <a:lnTo>
                  <a:pt x="21784" y="50589"/>
                </a:lnTo>
                <a:lnTo>
                  <a:pt x="18936" y="47741"/>
                </a:lnTo>
                <a:lnTo>
                  <a:pt x="18936" y="31652"/>
                </a:lnTo>
                <a:lnTo>
                  <a:pt x="2847" y="31652"/>
                </a:lnTo>
                <a:lnTo>
                  <a:pt x="0" y="28805"/>
                </a:lnTo>
                <a:lnTo>
                  <a:pt x="0" y="21784"/>
                </a:lnTo>
                <a:lnTo>
                  <a:pt x="2847" y="18936"/>
                </a:lnTo>
                <a:lnTo>
                  <a:pt x="18936" y="18936"/>
                </a:lnTo>
                <a:lnTo>
                  <a:pt x="18936" y="2847"/>
                </a:lnTo>
                <a:lnTo>
                  <a:pt x="21784" y="0"/>
                </a:lnTo>
                <a:lnTo>
                  <a:pt x="28804" y="0"/>
                </a:lnTo>
                <a:lnTo>
                  <a:pt x="31652" y="2847"/>
                </a:lnTo>
                <a:lnTo>
                  <a:pt x="31652" y="18936"/>
                </a:lnTo>
                <a:lnTo>
                  <a:pt x="44231" y="18936"/>
                </a:lnTo>
                <a:lnTo>
                  <a:pt x="47741" y="18936"/>
                </a:lnTo>
                <a:lnTo>
                  <a:pt x="50589" y="21777"/>
                </a:lnTo>
                <a:lnTo>
                  <a:pt x="50589" y="28805"/>
                </a:lnTo>
                <a:lnTo>
                  <a:pt x="47741" y="31652"/>
                </a:lnTo>
                <a:lnTo>
                  <a:pt x="31652" y="31652"/>
                </a:lnTo>
                <a:lnTo>
                  <a:pt x="31652" y="47741"/>
                </a:lnTo>
                <a:lnTo>
                  <a:pt x="28804" y="50589"/>
                </a:lnTo>
                <a:close/>
              </a:path>
            </a:pathLst>
          </a:custGeom>
          <a:solidFill>
            <a:srgbClr val="0070C8"/>
          </a:solidFill>
        </p:spPr>
        <p:txBody>
          <a:bodyPr wrap="square" lIns="0" tIns="0" rIns="0" bIns="0" rtlCol="0"/>
          <a:lstStyle/>
          <a:p>
            <a:endParaRPr sz="700"/>
          </a:p>
        </p:txBody>
      </p:sp>
      <p:sp>
        <p:nvSpPr>
          <p:cNvPr id="167" name="object 167"/>
          <p:cNvSpPr/>
          <p:nvPr/>
        </p:nvSpPr>
        <p:spPr>
          <a:xfrm>
            <a:off x="602783" y="3971572"/>
            <a:ext cx="23813" cy="23813"/>
          </a:xfrm>
          <a:custGeom>
            <a:avLst/>
            <a:gdLst/>
            <a:ahLst/>
            <a:cxnLst/>
            <a:rect l="l" t="t" r="r" b="b"/>
            <a:pathLst>
              <a:path w="47625" h="47625">
                <a:moveTo>
                  <a:pt x="26909" y="47256"/>
                </a:moveTo>
                <a:lnTo>
                  <a:pt x="20347" y="47256"/>
                </a:lnTo>
                <a:lnTo>
                  <a:pt x="17690" y="44598"/>
                </a:lnTo>
                <a:lnTo>
                  <a:pt x="17690" y="29566"/>
                </a:lnTo>
                <a:lnTo>
                  <a:pt x="2657" y="29566"/>
                </a:lnTo>
                <a:lnTo>
                  <a:pt x="0" y="26908"/>
                </a:lnTo>
                <a:lnTo>
                  <a:pt x="0" y="20347"/>
                </a:lnTo>
                <a:lnTo>
                  <a:pt x="2657" y="17689"/>
                </a:lnTo>
                <a:lnTo>
                  <a:pt x="17690" y="17689"/>
                </a:lnTo>
                <a:lnTo>
                  <a:pt x="17690" y="2657"/>
                </a:lnTo>
                <a:lnTo>
                  <a:pt x="20347" y="0"/>
                </a:lnTo>
                <a:lnTo>
                  <a:pt x="26909" y="0"/>
                </a:lnTo>
                <a:lnTo>
                  <a:pt x="29566" y="2657"/>
                </a:lnTo>
                <a:lnTo>
                  <a:pt x="29566" y="17689"/>
                </a:lnTo>
                <a:lnTo>
                  <a:pt x="41318" y="17689"/>
                </a:lnTo>
                <a:lnTo>
                  <a:pt x="44599" y="17689"/>
                </a:lnTo>
                <a:lnTo>
                  <a:pt x="47257" y="20347"/>
                </a:lnTo>
                <a:lnTo>
                  <a:pt x="47257" y="26908"/>
                </a:lnTo>
                <a:lnTo>
                  <a:pt x="44599" y="29566"/>
                </a:lnTo>
                <a:lnTo>
                  <a:pt x="29566" y="29566"/>
                </a:lnTo>
                <a:lnTo>
                  <a:pt x="29566" y="44598"/>
                </a:lnTo>
                <a:lnTo>
                  <a:pt x="26909" y="47256"/>
                </a:lnTo>
                <a:close/>
              </a:path>
            </a:pathLst>
          </a:custGeom>
          <a:solidFill>
            <a:srgbClr val="0070C8"/>
          </a:solidFill>
        </p:spPr>
        <p:txBody>
          <a:bodyPr wrap="square" lIns="0" tIns="0" rIns="0" bIns="0" rtlCol="0"/>
          <a:lstStyle/>
          <a:p>
            <a:endParaRPr sz="700"/>
          </a:p>
        </p:txBody>
      </p:sp>
      <p:sp>
        <p:nvSpPr>
          <p:cNvPr id="168" name="object 168"/>
          <p:cNvSpPr/>
          <p:nvPr/>
        </p:nvSpPr>
        <p:spPr>
          <a:xfrm>
            <a:off x="603715" y="3913407"/>
            <a:ext cx="22225" cy="22225"/>
          </a:xfrm>
          <a:custGeom>
            <a:avLst/>
            <a:gdLst/>
            <a:ahLst/>
            <a:cxnLst/>
            <a:rect l="l" t="t" r="r" b="b"/>
            <a:pathLst>
              <a:path w="44450" h="44450">
                <a:moveTo>
                  <a:pt x="25005" y="43922"/>
                </a:moveTo>
                <a:lnTo>
                  <a:pt x="18916" y="43922"/>
                </a:lnTo>
                <a:lnTo>
                  <a:pt x="16443" y="41455"/>
                </a:lnTo>
                <a:lnTo>
                  <a:pt x="16443" y="27479"/>
                </a:lnTo>
                <a:lnTo>
                  <a:pt x="2473" y="27479"/>
                </a:lnTo>
                <a:lnTo>
                  <a:pt x="0" y="25006"/>
                </a:lnTo>
                <a:lnTo>
                  <a:pt x="0" y="18916"/>
                </a:lnTo>
                <a:lnTo>
                  <a:pt x="2467" y="16443"/>
                </a:lnTo>
                <a:lnTo>
                  <a:pt x="16443" y="16443"/>
                </a:lnTo>
                <a:lnTo>
                  <a:pt x="16443" y="2473"/>
                </a:lnTo>
                <a:lnTo>
                  <a:pt x="18916" y="0"/>
                </a:lnTo>
                <a:lnTo>
                  <a:pt x="25005" y="0"/>
                </a:lnTo>
                <a:lnTo>
                  <a:pt x="27479" y="2467"/>
                </a:lnTo>
                <a:lnTo>
                  <a:pt x="27479" y="16443"/>
                </a:lnTo>
                <a:lnTo>
                  <a:pt x="38404" y="16443"/>
                </a:lnTo>
                <a:lnTo>
                  <a:pt x="41448" y="16443"/>
                </a:lnTo>
                <a:lnTo>
                  <a:pt x="43922" y="18916"/>
                </a:lnTo>
                <a:lnTo>
                  <a:pt x="43922" y="25006"/>
                </a:lnTo>
                <a:lnTo>
                  <a:pt x="41455" y="27479"/>
                </a:lnTo>
                <a:lnTo>
                  <a:pt x="27479" y="27479"/>
                </a:lnTo>
                <a:lnTo>
                  <a:pt x="27479" y="41449"/>
                </a:lnTo>
                <a:lnTo>
                  <a:pt x="25005" y="43922"/>
                </a:lnTo>
                <a:close/>
              </a:path>
            </a:pathLst>
          </a:custGeom>
          <a:solidFill>
            <a:srgbClr val="0070C8"/>
          </a:solidFill>
        </p:spPr>
        <p:txBody>
          <a:bodyPr wrap="square" lIns="0" tIns="0" rIns="0" bIns="0" rtlCol="0"/>
          <a:lstStyle/>
          <a:p>
            <a:endParaRPr sz="700"/>
          </a:p>
        </p:txBody>
      </p:sp>
      <p:sp>
        <p:nvSpPr>
          <p:cNvPr id="169" name="object 169"/>
          <p:cNvSpPr/>
          <p:nvPr/>
        </p:nvSpPr>
        <p:spPr>
          <a:xfrm>
            <a:off x="604644" y="3855239"/>
            <a:ext cx="20320" cy="20320"/>
          </a:xfrm>
          <a:custGeom>
            <a:avLst/>
            <a:gdLst/>
            <a:ahLst/>
            <a:cxnLst/>
            <a:rect l="l" t="t" r="r" b="b"/>
            <a:pathLst>
              <a:path w="40640" h="40640">
                <a:moveTo>
                  <a:pt x="23109" y="40589"/>
                </a:moveTo>
                <a:lnTo>
                  <a:pt x="17479" y="40589"/>
                </a:lnTo>
                <a:lnTo>
                  <a:pt x="15196" y="38306"/>
                </a:lnTo>
                <a:lnTo>
                  <a:pt x="15196" y="25393"/>
                </a:lnTo>
                <a:lnTo>
                  <a:pt x="2283" y="25393"/>
                </a:lnTo>
                <a:lnTo>
                  <a:pt x="0" y="23109"/>
                </a:lnTo>
                <a:lnTo>
                  <a:pt x="0" y="17479"/>
                </a:lnTo>
                <a:lnTo>
                  <a:pt x="2283" y="15196"/>
                </a:lnTo>
                <a:lnTo>
                  <a:pt x="15196" y="15196"/>
                </a:lnTo>
                <a:lnTo>
                  <a:pt x="15196" y="2283"/>
                </a:lnTo>
                <a:lnTo>
                  <a:pt x="17479" y="0"/>
                </a:lnTo>
                <a:lnTo>
                  <a:pt x="23109" y="0"/>
                </a:lnTo>
                <a:lnTo>
                  <a:pt x="25392" y="2283"/>
                </a:lnTo>
                <a:lnTo>
                  <a:pt x="25392" y="15196"/>
                </a:lnTo>
                <a:lnTo>
                  <a:pt x="35490" y="15196"/>
                </a:lnTo>
                <a:lnTo>
                  <a:pt x="38305" y="15196"/>
                </a:lnTo>
                <a:lnTo>
                  <a:pt x="40595" y="17479"/>
                </a:lnTo>
                <a:lnTo>
                  <a:pt x="40589" y="23109"/>
                </a:lnTo>
                <a:lnTo>
                  <a:pt x="38305" y="25393"/>
                </a:lnTo>
                <a:lnTo>
                  <a:pt x="25392" y="25393"/>
                </a:lnTo>
                <a:lnTo>
                  <a:pt x="25392" y="38306"/>
                </a:lnTo>
                <a:lnTo>
                  <a:pt x="23109" y="40589"/>
                </a:lnTo>
                <a:close/>
              </a:path>
            </a:pathLst>
          </a:custGeom>
          <a:solidFill>
            <a:srgbClr val="0070C8"/>
          </a:solidFill>
        </p:spPr>
        <p:txBody>
          <a:bodyPr wrap="square" lIns="0" tIns="0" rIns="0" bIns="0" rtlCol="0"/>
          <a:lstStyle/>
          <a:p>
            <a:endParaRPr sz="700"/>
          </a:p>
        </p:txBody>
      </p:sp>
      <p:sp>
        <p:nvSpPr>
          <p:cNvPr id="170" name="object 170"/>
          <p:cNvSpPr/>
          <p:nvPr/>
        </p:nvSpPr>
        <p:spPr>
          <a:xfrm>
            <a:off x="605562" y="3797071"/>
            <a:ext cx="18733" cy="18733"/>
          </a:xfrm>
          <a:custGeom>
            <a:avLst/>
            <a:gdLst/>
            <a:ahLst/>
            <a:cxnLst/>
            <a:rect l="l" t="t" r="r" b="b"/>
            <a:pathLst>
              <a:path w="37465" h="37465">
                <a:moveTo>
                  <a:pt x="21226" y="37282"/>
                </a:moveTo>
                <a:lnTo>
                  <a:pt x="16056" y="37282"/>
                </a:lnTo>
                <a:lnTo>
                  <a:pt x="13956" y="35182"/>
                </a:lnTo>
                <a:lnTo>
                  <a:pt x="13956" y="23326"/>
                </a:lnTo>
                <a:lnTo>
                  <a:pt x="2099" y="23326"/>
                </a:lnTo>
                <a:lnTo>
                  <a:pt x="0" y="21226"/>
                </a:lnTo>
                <a:lnTo>
                  <a:pt x="0" y="16056"/>
                </a:lnTo>
                <a:lnTo>
                  <a:pt x="2099" y="13956"/>
                </a:lnTo>
                <a:lnTo>
                  <a:pt x="13956" y="13956"/>
                </a:lnTo>
                <a:lnTo>
                  <a:pt x="13956" y="2099"/>
                </a:lnTo>
                <a:lnTo>
                  <a:pt x="16056" y="0"/>
                </a:lnTo>
                <a:lnTo>
                  <a:pt x="21226" y="0"/>
                </a:lnTo>
                <a:lnTo>
                  <a:pt x="23326" y="2099"/>
                </a:lnTo>
                <a:lnTo>
                  <a:pt x="23326" y="13956"/>
                </a:lnTo>
                <a:lnTo>
                  <a:pt x="32597" y="13956"/>
                </a:lnTo>
                <a:lnTo>
                  <a:pt x="35182" y="13956"/>
                </a:lnTo>
                <a:lnTo>
                  <a:pt x="37282" y="16049"/>
                </a:lnTo>
                <a:lnTo>
                  <a:pt x="37282" y="21226"/>
                </a:lnTo>
                <a:lnTo>
                  <a:pt x="35182" y="23326"/>
                </a:lnTo>
                <a:lnTo>
                  <a:pt x="23326" y="23326"/>
                </a:lnTo>
                <a:lnTo>
                  <a:pt x="23326" y="35182"/>
                </a:lnTo>
                <a:lnTo>
                  <a:pt x="21226" y="37282"/>
                </a:lnTo>
                <a:close/>
              </a:path>
            </a:pathLst>
          </a:custGeom>
          <a:solidFill>
            <a:srgbClr val="0070C8"/>
          </a:solidFill>
        </p:spPr>
        <p:txBody>
          <a:bodyPr wrap="square" lIns="0" tIns="0" rIns="0" bIns="0" rtlCol="0"/>
          <a:lstStyle/>
          <a:p>
            <a:endParaRPr sz="700"/>
          </a:p>
        </p:txBody>
      </p:sp>
      <p:grpSp>
        <p:nvGrpSpPr>
          <p:cNvPr id="171" name="object 171"/>
          <p:cNvGrpSpPr/>
          <p:nvPr/>
        </p:nvGrpSpPr>
        <p:grpSpPr>
          <a:xfrm>
            <a:off x="686987" y="4410876"/>
            <a:ext cx="55245" cy="732790"/>
            <a:chOff x="1373974" y="8821751"/>
            <a:chExt cx="110489" cy="1465580"/>
          </a:xfrm>
        </p:grpSpPr>
        <p:sp>
          <p:nvSpPr>
            <p:cNvPr id="172" name="object 172"/>
            <p:cNvSpPr/>
            <p:nvPr/>
          </p:nvSpPr>
          <p:spPr>
            <a:xfrm>
              <a:off x="1373962" y="9605327"/>
              <a:ext cx="110489" cy="681990"/>
            </a:xfrm>
            <a:custGeom>
              <a:avLst/>
              <a:gdLst/>
              <a:ahLst/>
              <a:cxnLst/>
              <a:rect l="l" t="t" r="r" b="b"/>
              <a:pathLst>
                <a:path w="110490" h="681990">
                  <a:moveTo>
                    <a:pt x="69354" y="678027"/>
                  </a:moveTo>
                  <a:lnTo>
                    <a:pt x="62953" y="671626"/>
                  </a:lnTo>
                  <a:lnTo>
                    <a:pt x="47155" y="671626"/>
                  </a:lnTo>
                  <a:lnTo>
                    <a:pt x="40754" y="678027"/>
                  </a:lnTo>
                  <a:lnTo>
                    <a:pt x="40754" y="681672"/>
                  </a:lnTo>
                  <a:lnTo>
                    <a:pt x="69354" y="681672"/>
                  </a:lnTo>
                  <a:lnTo>
                    <a:pt x="69354" y="678027"/>
                  </a:lnTo>
                  <a:close/>
                </a:path>
                <a:path w="110490" h="681990">
                  <a:moveTo>
                    <a:pt x="103124" y="40398"/>
                  </a:moveTo>
                  <a:lnTo>
                    <a:pt x="97840" y="35128"/>
                  </a:lnTo>
                  <a:lnTo>
                    <a:pt x="91325" y="35128"/>
                  </a:lnTo>
                  <a:lnTo>
                    <a:pt x="67995" y="35128"/>
                  </a:lnTo>
                  <a:lnTo>
                    <a:pt x="67995" y="5283"/>
                  </a:lnTo>
                  <a:lnTo>
                    <a:pt x="62712" y="0"/>
                  </a:lnTo>
                  <a:lnTo>
                    <a:pt x="49695" y="0"/>
                  </a:lnTo>
                  <a:lnTo>
                    <a:pt x="44411" y="5283"/>
                  </a:lnTo>
                  <a:lnTo>
                    <a:pt x="44411" y="35128"/>
                  </a:lnTo>
                  <a:lnTo>
                    <a:pt x="14554" y="35128"/>
                  </a:lnTo>
                  <a:lnTo>
                    <a:pt x="9283" y="40411"/>
                  </a:lnTo>
                  <a:lnTo>
                    <a:pt x="9283" y="53428"/>
                  </a:lnTo>
                  <a:lnTo>
                    <a:pt x="14554" y="58712"/>
                  </a:lnTo>
                  <a:lnTo>
                    <a:pt x="44411" y="58712"/>
                  </a:lnTo>
                  <a:lnTo>
                    <a:pt x="44411" y="88557"/>
                  </a:lnTo>
                  <a:lnTo>
                    <a:pt x="49695" y="93840"/>
                  </a:lnTo>
                  <a:lnTo>
                    <a:pt x="62712" y="93840"/>
                  </a:lnTo>
                  <a:lnTo>
                    <a:pt x="67995" y="88557"/>
                  </a:lnTo>
                  <a:lnTo>
                    <a:pt x="67995" y="58712"/>
                  </a:lnTo>
                  <a:lnTo>
                    <a:pt x="97840" y="58712"/>
                  </a:lnTo>
                  <a:lnTo>
                    <a:pt x="103124" y="53428"/>
                  </a:lnTo>
                  <a:lnTo>
                    <a:pt x="103124" y="40398"/>
                  </a:lnTo>
                  <a:close/>
                </a:path>
                <a:path w="110490" h="681990">
                  <a:moveTo>
                    <a:pt x="104597" y="167259"/>
                  </a:moveTo>
                  <a:lnTo>
                    <a:pt x="104584" y="153784"/>
                  </a:lnTo>
                  <a:lnTo>
                    <a:pt x="99123" y="148310"/>
                  </a:lnTo>
                  <a:lnTo>
                    <a:pt x="92392" y="148310"/>
                  </a:lnTo>
                  <a:lnTo>
                    <a:pt x="68224" y="148310"/>
                  </a:lnTo>
                  <a:lnTo>
                    <a:pt x="68224" y="117398"/>
                  </a:lnTo>
                  <a:lnTo>
                    <a:pt x="62750" y="111925"/>
                  </a:lnTo>
                  <a:lnTo>
                    <a:pt x="49263" y="111925"/>
                  </a:lnTo>
                  <a:lnTo>
                    <a:pt x="43802" y="117398"/>
                  </a:lnTo>
                  <a:lnTo>
                    <a:pt x="43802" y="148310"/>
                  </a:lnTo>
                  <a:lnTo>
                    <a:pt x="12890" y="148310"/>
                  </a:lnTo>
                  <a:lnTo>
                    <a:pt x="7416" y="153771"/>
                  </a:lnTo>
                  <a:lnTo>
                    <a:pt x="7416" y="167259"/>
                  </a:lnTo>
                  <a:lnTo>
                    <a:pt x="12890" y="172732"/>
                  </a:lnTo>
                  <a:lnTo>
                    <a:pt x="43802" y="172732"/>
                  </a:lnTo>
                  <a:lnTo>
                    <a:pt x="43802" y="203644"/>
                  </a:lnTo>
                  <a:lnTo>
                    <a:pt x="49263" y="209105"/>
                  </a:lnTo>
                  <a:lnTo>
                    <a:pt x="62750" y="209105"/>
                  </a:lnTo>
                  <a:lnTo>
                    <a:pt x="68224" y="203644"/>
                  </a:lnTo>
                  <a:lnTo>
                    <a:pt x="68224" y="172732"/>
                  </a:lnTo>
                  <a:lnTo>
                    <a:pt x="99136" y="172732"/>
                  </a:lnTo>
                  <a:lnTo>
                    <a:pt x="104597" y="167259"/>
                  </a:lnTo>
                  <a:close/>
                </a:path>
                <a:path w="110490" h="681990">
                  <a:moveTo>
                    <a:pt x="106057" y="267144"/>
                  </a:moveTo>
                  <a:lnTo>
                    <a:pt x="100406" y="261493"/>
                  </a:lnTo>
                  <a:lnTo>
                    <a:pt x="93433" y="261493"/>
                  </a:lnTo>
                  <a:lnTo>
                    <a:pt x="68440" y="261493"/>
                  </a:lnTo>
                  <a:lnTo>
                    <a:pt x="68440" y="229527"/>
                  </a:lnTo>
                  <a:lnTo>
                    <a:pt x="62788" y="223875"/>
                  </a:lnTo>
                  <a:lnTo>
                    <a:pt x="48844" y="223875"/>
                  </a:lnTo>
                  <a:lnTo>
                    <a:pt x="43192" y="229527"/>
                  </a:lnTo>
                  <a:lnTo>
                    <a:pt x="43192" y="261493"/>
                  </a:lnTo>
                  <a:lnTo>
                    <a:pt x="11226" y="261493"/>
                  </a:lnTo>
                  <a:lnTo>
                    <a:pt x="5575" y="267144"/>
                  </a:lnTo>
                  <a:lnTo>
                    <a:pt x="5575" y="281089"/>
                  </a:lnTo>
                  <a:lnTo>
                    <a:pt x="11226" y="286740"/>
                  </a:lnTo>
                  <a:lnTo>
                    <a:pt x="43192" y="286740"/>
                  </a:lnTo>
                  <a:lnTo>
                    <a:pt x="43192" y="318706"/>
                  </a:lnTo>
                  <a:lnTo>
                    <a:pt x="48844" y="324358"/>
                  </a:lnTo>
                  <a:lnTo>
                    <a:pt x="62788" y="324358"/>
                  </a:lnTo>
                  <a:lnTo>
                    <a:pt x="68440" y="318706"/>
                  </a:lnTo>
                  <a:lnTo>
                    <a:pt x="68440" y="286740"/>
                  </a:lnTo>
                  <a:lnTo>
                    <a:pt x="100406" y="286740"/>
                  </a:lnTo>
                  <a:lnTo>
                    <a:pt x="106057" y="281089"/>
                  </a:lnTo>
                  <a:lnTo>
                    <a:pt x="106057" y="267144"/>
                  </a:lnTo>
                  <a:close/>
                </a:path>
                <a:path w="110490" h="681990">
                  <a:moveTo>
                    <a:pt x="107530" y="380517"/>
                  </a:moveTo>
                  <a:lnTo>
                    <a:pt x="101701" y="374675"/>
                  </a:lnTo>
                  <a:lnTo>
                    <a:pt x="94488" y="374675"/>
                  </a:lnTo>
                  <a:lnTo>
                    <a:pt x="68668" y="374675"/>
                  </a:lnTo>
                  <a:lnTo>
                    <a:pt x="68668" y="341655"/>
                  </a:lnTo>
                  <a:lnTo>
                    <a:pt x="62826" y="335813"/>
                  </a:lnTo>
                  <a:lnTo>
                    <a:pt x="48425" y="335813"/>
                  </a:lnTo>
                  <a:lnTo>
                    <a:pt x="42583" y="341655"/>
                  </a:lnTo>
                  <a:lnTo>
                    <a:pt x="42583" y="374675"/>
                  </a:lnTo>
                  <a:lnTo>
                    <a:pt x="9563" y="374675"/>
                  </a:lnTo>
                  <a:lnTo>
                    <a:pt x="3721" y="380517"/>
                  </a:lnTo>
                  <a:lnTo>
                    <a:pt x="3721" y="394931"/>
                  </a:lnTo>
                  <a:lnTo>
                    <a:pt x="9563" y="400761"/>
                  </a:lnTo>
                  <a:lnTo>
                    <a:pt x="42583" y="400761"/>
                  </a:lnTo>
                  <a:lnTo>
                    <a:pt x="42583" y="433793"/>
                  </a:lnTo>
                  <a:lnTo>
                    <a:pt x="48425" y="439635"/>
                  </a:lnTo>
                  <a:lnTo>
                    <a:pt x="62839" y="439635"/>
                  </a:lnTo>
                  <a:lnTo>
                    <a:pt x="68668" y="433793"/>
                  </a:lnTo>
                  <a:lnTo>
                    <a:pt x="68668" y="400761"/>
                  </a:lnTo>
                  <a:lnTo>
                    <a:pt x="101701" y="400761"/>
                  </a:lnTo>
                  <a:lnTo>
                    <a:pt x="107530" y="394931"/>
                  </a:lnTo>
                  <a:lnTo>
                    <a:pt x="107530" y="380517"/>
                  </a:lnTo>
                  <a:close/>
                </a:path>
                <a:path w="110490" h="681990">
                  <a:moveTo>
                    <a:pt x="109016" y="493890"/>
                  </a:moveTo>
                  <a:lnTo>
                    <a:pt x="102984" y="487857"/>
                  </a:lnTo>
                  <a:lnTo>
                    <a:pt x="95554" y="487857"/>
                  </a:lnTo>
                  <a:lnTo>
                    <a:pt x="68897" y="487857"/>
                  </a:lnTo>
                  <a:lnTo>
                    <a:pt x="68897" y="453783"/>
                  </a:lnTo>
                  <a:lnTo>
                    <a:pt x="62877" y="447751"/>
                  </a:lnTo>
                  <a:lnTo>
                    <a:pt x="48006" y="447751"/>
                  </a:lnTo>
                  <a:lnTo>
                    <a:pt x="41973" y="453783"/>
                  </a:lnTo>
                  <a:lnTo>
                    <a:pt x="41973" y="487857"/>
                  </a:lnTo>
                  <a:lnTo>
                    <a:pt x="7899" y="487857"/>
                  </a:lnTo>
                  <a:lnTo>
                    <a:pt x="1866" y="493890"/>
                  </a:lnTo>
                  <a:lnTo>
                    <a:pt x="1866" y="508762"/>
                  </a:lnTo>
                  <a:lnTo>
                    <a:pt x="7899" y="514781"/>
                  </a:lnTo>
                  <a:lnTo>
                    <a:pt x="41973" y="514781"/>
                  </a:lnTo>
                  <a:lnTo>
                    <a:pt x="41973" y="548868"/>
                  </a:lnTo>
                  <a:lnTo>
                    <a:pt x="48006" y="554901"/>
                  </a:lnTo>
                  <a:lnTo>
                    <a:pt x="62877" y="554901"/>
                  </a:lnTo>
                  <a:lnTo>
                    <a:pt x="68897" y="548868"/>
                  </a:lnTo>
                  <a:lnTo>
                    <a:pt x="68897" y="514781"/>
                  </a:lnTo>
                  <a:lnTo>
                    <a:pt x="102984" y="514781"/>
                  </a:lnTo>
                  <a:lnTo>
                    <a:pt x="109016" y="508762"/>
                  </a:lnTo>
                  <a:lnTo>
                    <a:pt x="109016" y="493890"/>
                  </a:lnTo>
                  <a:close/>
                </a:path>
                <a:path w="110490" h="681990">
                  <a:moveTo>
                    <a:pt x="110490" y="607263"/>
                  </a:moveTo>
                  <a:lnTo>
                    <a:pt x="104267" y="601040"/>
                  </a:lnTo>
                  <a:lnTo>
                    <a:pt x="96608" y="601040"/>
                  </a:lnTo>
                  <a:lnTo>
                    <a:pt x="69126" y="601040"/>
                  </a:lnTo>
                  <a:lnTo>
                    <a:pt x="69126" y="565912"/>
                  </a:lnTo>
                  <a:lnTo>
                    <a:pt x="62915" y="559689"/>
                  </a:lnTo>
                  <a:lnTo>
                    <a:pt x="47574" y="559689"/>
                  </a:lnTo>
                  <a:lnTo>
                    <a:pt x="41363" y="565899"/>
                  </a:lnTo>
                  <a:lnTo>
                    <a:pt x="41363" y="601040"/>
                  </a:lnTo>
                  <a:lnTo>
                    <a:pt x="6223" y="601040"/>
                  </a:lnTo>
                  <a:lnTo>
                    <a:pt x="0" y="607263"/>
                  </a:lnTo>
                  <a:lnTo>
                    <a:pt x="0" y="622604"/>
                  </a:lnTo>
                  <a:lnTo>
                    <a:pt x="6223" y="628815"/>
                  </a:lnTo>
                  <a:lnTo>
                    <a:pt x="41363" y="628815"/>
                  </a:lnTo>
                  <a:lnTo>
                    <a:pt x="41363" y="663956"/>
                  </a:lnTo>
                  <a:lnTo>
                    <a:pt x="47574" y="670166"/>
                  </a:lnTo>
                  <a:lnTo>
                    <a:pt x="62915" y="670166"/>
                  </a:lnTo>
                  <a:lnTo>
                    <a:pt x="69126" y="663956"/>
                  </a:lnTo>
                  <a:lnTo>
                    <a:pt x="69126" y="628815"/>
                  </a:lnTo>
                  <a:lnTo>
                    <a:pt x="104267" y="628815"/>
                  </a:lnTo>
                  <a:lnTo>
                    <a:pt x="110490" y="622604"/>
                  </a:lnTo>
                  <a:lnTo>
                    <a:pt x="110490" y="607263"/>
                  </a:lnTo>
                  <a:close/>
                </a:path>
              </a:pathLst>
            </a:custGeom>
            <a:solidFill>
              <a:srgbClr val="0070C8"/>
            </a:solidFill>
          </p:spPr>
          <p:txBody>
            <a:bodyPr wrap="square" lIns="0" tIns="0" rIns="0" bIns="0" rtlCol="0"/>
            <a:lstStyle/>
            <a:p>
              <a:endParaRPr sz="700"/>
            </a:p>
          </p:txBody>
        </p:sp>
        <p:pic>
          <p:nvPicPr>
            <p:cNvPr id="173" name="object 173"/>
            <p:cNvPicPr/>
            <p:nvPr/>
          </p:nvPicPr>
          <p:blipFill>
            <a:blip r:embed="rId12" cstate="print"/>
            <a:stretch>
              <a:fillRect/>
            </a:stretch>
          </p:blipFill>
          <p:spPr>
            <a:xfrm>
              <a:off x="1385116" y="9493383"/>
              <a:ext cx="90495" cy="90496"/>
            </a:xfrm>
            <a:prstGeom prst="rect">
              <a:avLst/>
            </a:prstGeom>
          </p:spPr>
        </p:pic>
        <p:pic>
          <p:nvPicPr>
            <p:cNvPr id="174" name="object 174"/>
            <p:cNvPicPr/>
            <p:nvPr/>
          </p:nvPicPr>
          <p:blipFill>
            <a:blip r:embed="rId24" cstate="print"/>
            <a:stretch>
              <a:fillRect/>
            </a:stretch>
          </p:blipFill>
          <p:spPr>
            <a:xfrm>
              <a:off x="1386960" y="9381443"/>
              <a:ext cx="87189" cy="87189"/>
            </a:xfrm>
            <a:prstGeom prst="rect">
              <a:avLst/>
            </a:prstGeom>
          </p:spPr>
        </p:pic>
        <p:pic>
          <p:nvPicPr>
            <p:cNvPr id="175" name="object 175"/>
            <p:cNvPicPr/>
            <p:nvPr/>
          </p:nvPicPr>
          <p:blipFill>
            <a:blip r:embed="rId32" cstate="print"/>
            <a:stretch>
              <a:fillRect/>
            </a:stretch>
          </p:blipFill>
          <p:spPr>
            <a:xfrm>
              <a:off x="1388816" y="9269503"/>
              <a:ext cx="83856" cy="83856"/>
            </a:xfrm>
            <a:prstGeom prst="rect">
              <a:avLst/>
            </a:prstGeom>
          </p:spPr>
        </p:pic>
        <p:pic>
          <p:nvPicPr>
            <p:cNvPr id="176" name="object 176"/>
            <p:cNvPicPr/>
            <p:nvPr/>
          </p:nvPicPr>
          <p:blipFill>
            <a:blip r:embed="rId14" cstate="print"/>
            <a:stretch>
              <a:fillRect/>
            </a:stretch>
          </p:blipFill>
          <p:spPr>
            <a:xfrm>
              <a:off x="1390673" y="9157564"/>
              <a:ext cx="80522" cy="80522"/>
            </a:xfrm>
            <a:prstGeom prst="rect">
              <a:avLst/>
            </a:prstGeom>
          </p:spPr>
        </p:pic>
        <p:pic>
          <p:nvPicPr>
            <p:cNvPr id="177" name="object 177"/>
            <p:cNvPicPr/>
            <p:nvPr/>
          </p:nvPicPr>
          <p:blipFill>
            <a:blip r:embed="rId48" cstate="print"/>
            <a:stretch>
              <a:fillRect/>
            </a:stretch>
          </p:blipFill>
          <p:spPr>
            <a:xfrm>
              <a:off x="1392529" y="9045631"/>
              <a:ext cx="77190" cy="77189"/>
            </a:xfrm>
            <a:prstGeom prst="rect">
              <a:avLst/>
            </a:prstGeom>
          </p:spPr>
        </p:pic>
        <p:pic>
          <p:nvPicPr>
            <p:cNvPr id="178" name="object 178"/>
            <p:cNvPicPr/>
            <p:nvPr/>
          </p:nvPicPr>
          <p:blipFill>
            <a:blip r:embed="rId33" cstate="print"/>
            <a:stretch>
              <a:fillRect/>
            </a:stretch>
          </p:blipFill>
          <p:spPr>
            <a:xfrm>
              <a:off x="1394375" y="8933684"/>
              <a:ext cx="73882" cy="73882"/>
            </a:xfrm>
            <a:prstGeom prst="rect">
              <a:avLst/>
            </a:prstGeom>
          </p:spPr>
        </p:pic>
        <p:pic>
          <p:nvPicPr>
            <p:cNvPr id="179" name="object 179"/>
            <p:cNvPicPr/>
            <p:nvPr/>
          </p:nvPicPr>
          <p:blipFill>
            <a:blip r:embed="rId49" cstate="print"/>
            <a:stretch>
              <a:fillRect/>
            </a:stretch>
          </p:blipFill>
          <p:spPr>
            <a:xfrm>
              <a:off x="1396231" y="8821751"/>
              <a:ext cx="70550" cy="70550"/>
            </a:xfrm>
            <a:prstGeom prst="rect">
              <a:avLst/>
            </a:prstGeom>
          </p:spPr>
        </p:pic>
      </p:grpSp>
      <p:pic>
        <p:nvPicPr>
          <p:cNvPr id="180" name="object 180"/>
          <p:cNvPicPr/>
          <p:nvPr/>
        </p:nvPicPr>
        <p:blipFill>
          <a:blip r:embed="rId50" cstate="print"/>
          <a:stretch>
            <a:fillRect/>
          </a:stretch>
        </p:blipFill>
        <p:spPr>
          <a:xfrm>
            <a:off x="699044" y="4354906"/>
            <a:ext cx="33611" cy="33608"/>
          </a:xfrm>
          <a:prstGeom prst="rect">
            <a:avLst/>
          </a:prstGeom>
        </p:spPr>
      </p:pic>
      <p:pic>
        <p:nvPicPr>
          <p:cNvPr id="181" name="object 181"/>
          <p:cNvPicPr/>
          <p:nvPr/>
        </p:nvPicPr>
        <p:blipFill>
          <a:blip r:embed="rId51" cstate="print"/>
          <a:stretch>
            <a:fillRect/>
          </a:stretch>
        </p:blipFill>
        <p:spPr>
          <a:xfrm>
            <a:off x="699969" y="4298936"/>
            <a:ext cx="31951" cy="31942"/>
          </a:xfrm>
          <a:prstGeom prst="rect">
            <a:avLst/>
          </a:prstGeom>
        </p:spPr>
      </p:pic>
      <p:sp>
        <p:nvSpPr>
          <p:cNvPr id="182" name="object 182"/>
          <p:cNvSpPr/>
          <p:nvPr/>
        </p:nvSpPr>
        <p:spPr>
          <a:xfrm>
            <a:off x="700902" y="4242970"/>
            <a:ext cx="30480" cy="30480"/>
          </a:xfrm>
          <a:custGeom>
            <a:avLst/>
            <a:gdLst/>
            <a:ahLst/>
            <a:cxnLst/>
            <a:rect l="l" t="t" r="r" b="b"/>
            <a:pathLst>
              <a:path w="60959" h="60959">
                <a:moveTo>
                  <a:pt x="34486" y="60562"/>
                </a:moveTo>
                <a:lnTo>
                  <a:pt x="26075" y="60562"/>
                </a:lnTo>
                <a:lnTo>
                  <a:pt x="22669" y="57157"/>
                </a:lnTo>
                <a:lnTo>
                  <a:pt x="22669" y="37892"/>
                </a:lnTo>
                <a:lnTo>
                  <a:pt x="3405" y="37892"/>
                </a:lnTo>
                <a:lnTo>
                  <a:pt x="0" y="34487"/>
                </a:lnTo>
                <a:lnTo>
                  <a:pt x="0" y="26075"/>
                </a:lnTo>
                <a:lnTo>
                  <a:pt x="3405" y="22670"/>
                </a:lnTo>
                <a:lnTo>
                  <a:pt x="22669" y="22670"/>
                </a:lnTo>
                <a:lnTo>
                  <a:pt x="22669" y="3405"/>
                </a:lnTo>
                <a:lnTo>
                  <a:pt x="26075" y="0"/>
                </a:lnTo>
                <a:lnTo>
                  <a:pt x="34486" y="0"/>
                </a:lnTo>
                <a:lnTo>
                  <a:pt x="37892" y="3405"/>
                </a:lnTo>
                <a:lnTo>
                  <a:pt x="37892" y="22670"/>
                </a:lnTo>
                <a:lnTo>
                  <a:pt x="52950" y="22670"/>
                </a:lnTo>
                <a:lnTo>
                  <a:pt x="57156" y="22670"/>
                </a:lnTo>
                <a:lnTo>
                  <a:pt x="60561" y="26075"/>
                </a:lnTo>
                <a:lnTo>
                  <a:pt x="60561" y="34487"/>
                </a:lnTo>
                <a:lnTo>
                  <a:pt x="57156" y="37892"/>
                </a:lnTo>
                <a:lnTo>
                  <a:pt x="37892" y="37892"/>
                </a:lnTo>
                <a:lnTo>
                  <a:pt x="37892" y="57157"/>
                </a:lnTo>
                <a:lnTo>
                  <a:pt x="34486" y="60562"/>
                </a:lnTo>
                <a:close/>
              </a:path>
            </a:pathLst>
          </a:custGeom>
          <a:solidFill>
            <a:srgbClr val="0070C8"/>
          </a:solidFill>
        </p:spPr>
        <p:txBody>
          <a:bodyPr wrap="square" lIns="0" tIns="0" rIns="0" bIns="0" rtlCol="0"/>
          <a:lstStyle/>
          <a:p>
            <a:endParaRPr sz="700"/>
          </a:p>
        </p:txBody>
      </p:sp>
      <p:sp>
        <p:nvSpPr>
          <p:cNvPr id="183" name="object 183"/>
          <p:cNvSpPr/>
          <p:nvPr/>
        </p:nvSpPr>
        <p:spPr>
          <a:xfrm>
            <a:off x="701829" y="4187000"/>
            <a:ext cx="28893" cy="28893"/>
          </a:xfrm>
          <a:custGeom>
            <a:avLst/>
            <a:gdLst/>
            <a:ahLst/>
            <a:cxnLst/>
            <a:rect l="l" t="t" r="r" b="b"/>
            <a:pathLst>
              <a:path w="57784" h="57784">
                <a:moveTo>
                  <a:pt x="32584" y="57229"/>
                </a:moveTo>
                <a:lnTo>
                  <a:pt x="24645" y="57229"/>
                </a:lnTo>
                <a:lnTo>
                  <a:pt x="21423" y="54007"/>
                </a:lnTo>
                <a:lnTo>
                  <a:pt x="21423" y="35806"/>
                </a:lnTo>
                <a:lnTo>
                  <a:pt x="3221" y="35806"/>
                </a:lnTo>
                <a:lnTo>
                  <a:pt x="0" y="32584"/>
                </a:lnTo>
                <a:lnTo>
                  <a:pt x="0" y="24645"/>
                </a:lnTo>
                <a:lnTo>
                  <a:pt x="3221" y="21423"/>
                </a:lnTo>
                <a:lnTo>
                  <a:pt x="21423" y="21423"/>
                </a:lnTo>
                <a:lnTo>
                  <a:pt x="21423" y="3221"/>
                </a:lnTo>
                <a:lnTo>
                  <a:pt x="24645" y="0"/>
                </a:lnTo>
                <a:lnTo>
                  <a:pt x="32584" y="0"/>
                </a:lnTo>
                <a:lnTo>
                  <a:pt x="35806" y="3221"/>
                </a:lnTo>
                <a:lnTo>
                  <a:pt x="35806" y="21423"/>
                </a:lnTo>
                <a:lnTo>
                  <a:pt x="50038" y="21423"/>
                </a:lnTo>
                <a:lnTo>
                  <a:pt x="54014" y="21423"/>
                </a:lnTo>
                <a:lnTo>
                  <a:pt x="57229" y="24645"/>
                </a:lnTo>
                <a:lnTo>
                  <a:pt x="57229" y="32584"/>
                </a:lnTo>
                <a:lnTo>
                  <a:pt x="54008" y="35806"/>
                </a:lnTo>
                <a:lnTo>
                  <a:pt x="35806" y="35806"/>
                </a:lnTo>
                <a:lnTo>
                  <a:pt x="35806" y="54007"/>
                </a:lnTo>
                <a:lnTo>
                  <a:pt x="32584" y="57229"/>
                </a:lnTo>
                <a:close/>
              </a:path>
            </a:pathLst>
          </a:custGeom>
          <a:solidFill>
            <a:srgbClr val="0070C8"/>
          </a:solidFill>
        </p:spPr>
        <p:txBody>
          <a:bodyPr wrap="square" lIns="0" tIns="0" rIns="0" bIns="0" rtlCol="0"/>
          <a:lstStyle/>
          <a:p>
            <a:endParaRPr sz="700"/>
          </a:p>
        </p:txBody>
      </p:sp>
      <p:sp>
        <p:nvSpPr>
          <p:cNvPr id="184" name="object 184"/>
          <p:cNvSpPr/>
          <p:nvPr/>
        </p:nvSpPr>
        <p:spPr>
          <a:xfrm>
            <a:off x="702761" y="4131033"/>
            <a:ext cx="26988" cy="26988"/>
          </a:xfrm>
          <a:custGeom>
            <a:avLst/>
            <a:gdLst/>
            <a:ahLst/>
            <a:cxnLst/>
            <a:rect l="l" t="t" r="r" b="b"/>
            <a:pathLst>
              <a:path w="53975" h="53975">
                <a:moveTo>
                  <a:pt x="30688" y="53896"/>
                </a:moveTo>
                <a:lnTo>
                  <a:pt x="23208" y="53896"/>
                </a:lnTo>
                <a:lnTo>
                  <a:pt x="20176" y="50864"/>
                </a:lnTo>
                <a:lnTo>
                  <a:pt x="20176" y="33719"/>
                </a:lnTo>
                <a:lnTo>
                  <a:pt x="3031" y="33719"/>
                </a:lnTo>
                <a:lnTo>
                  <a:pt x="0" y="30688"/>
                </a:lnTo>
                <a:lnTo>
                  <a:pt x="0" y="23208"/>
                </a:lnTo>
                <a:lnTo>
                  <a:pt x="3031" y="20176"/>
                </a:lnTo>
                <a:lnTo>
                  <a:pt x="20176" y="20176"/>
                </a:lnTo>
                <a:lnTo>
                  <a:pt x="20176" y="3031"/>
                </a:lnTo>
                <a:lnTo>
                  <a:pt x="23208" y="0"/>
                </a:lnTo>
                <a:lnTo>
                  <a:pt x="30688" y="0"/>
                </a:lnTo>
                <a:lnTo>
                  <a:pt x="33719" y="3031"/>
                </a:lnTo>
                <a:lnTo>
                  <a:pt x="33719" y="20176"/>
                </a:lnTo>
                <a:lnTo>
                  <a:pt x="47124" y="20176"/>
                </a:lnTo>
                <a:lnTo>
                  <a:pt x="50864" y="20176"/>
                </a:lnTo>
                <a:lnTo>
                  <a:pt x="53896" y="23208"/>
                </a:lnTo>
                <a:lnTo>
                  <a:pt x="53896" y="30688"/>
                </a:lnTo>
                <a:lnTo>
                  <a:pt x="50865" y="33719"/>
                </a:lnTo>
                <a:lnTo>
                  <a:pt x="33719" y="33719"/>
                </a:lnTo>
                <a:lnTo>
                  <a:pt x="33719" y="50864"/>
                </a:lnTo>
                <a:lnTo>
                  <a:pt x="30688" y="53896"/>
                </a:lnTo>
                <a:close/>
              </a:path>
            </a:pathLst>
          </a:custGeom>
          <a:solidFill>
            <a:srgbClr val="0070C8"/>
          </a:solidFill>
        </p:spPr>
        <p:txBody>
          <a:bodyPr wrap="square" lIns="0" tIns="0" rIns="0" bIns="0" rtlCol="0"/>
          <a:lstStyle/>
          <a:p>
            <a:endParaRPr sz="700"/>
          </a:p>
        </p:txBody>
      </p:sp>
      <p:sp>
        <p:nvSpPr>
          <p:cNvPr id="185" name="object 185"/>
          <p:cNvSpPr/>
          <p:nvPr/>
        </p:nvSpPr>
        <p:spPr>
          <a:xfrm>
            <a:off x="703680" y="4075060"/>
            <a:ext cx="25400" cy="25400"/>
          </a:xfrm>
          <a:custGeom>
            <a:avLst/>
            <a:gdLst/>
            <a:ahLst/>
            <a:cxnLst/>
            <a:rect l="l" t="t" r="r" b="b"/>
            <a:pathLst>
              <a:path w="50800" h="50800">
                <a:moveTo>
                  <a:pt x="28804" y="50589"/>
                </a:moveTo>
                <a:lnTo>
                  <a:pt x="21784" y="50589"/>
                </a:lnTo>
                <a:lnTo>
                  <a:pt x="18936" y="47741"/>
                </a:lnTo>
                <a:lnTo>
                  <a:pt x="18936" y="31652"/>
                </a:lnTo>
                <a:lnTo>
                  <a:pt x="2847" y="31652"/>
                </a:lnTo>
                <a:lnTo>
                  <a:pt x="0" y="28804"/>
                </a:lnTo>
                <a:lnTo>
                  <a:pt x="0" y="21784"/>
                </a:lnTo>
                <a:lnTo>
                  <a:pt x="2847" y="18936"/>
                </a:lnTo>
                <a:lnTo>
                  <a:pt x="18936" y="18936"/>
                </a:lnTo>
                <a:lnTo>
                  <a:pt x="18936" y="2847"/>
                </a:lnTo>
                <a:lnTo>
                  <a:pt x="21784" y="0"/>
                </a:lnTo>
                <a:lnTo>
                  <a:pt x="28804" y="0"/>
                </a:lnTo>
                <a:lnTo>
                  <a:pt x="31652" y="2847"/>
                </a:lnTo>
                <a:lnTo>
                  <a:pt x="31652" y="18936"/>
                </a:lnTo>
                <a:lnTo>
                  <a:pt x="44231" y="18936"/>
                </a:lnTo>
                <a:lnTo>
                  <a:pt x="47741" y="18936"/>
                </a:lnTo>
                <a:lnTo>
                  <a:pt x="50589" y="21784"/>
                </a:lnTo>
                <a:lnTo>
                  <a:pt x="50589" y="28804"/>
                </a:lnTo>
                <a:lnTo>
                  <a:pt x="47741" y="31652"/>
                </a:lnTo>
                <a:lnTo>
                  <a:pt x="31652" y="31652"/>
                </a:lnTo>
                <a:lnTo>
                  <a:pt x="31652" y="47741"/>
                </a:lnTo>
                <a:lnTo>
                  <a:pt x="28804" y="50589"/>
                </a:lnTo>
                <a:close/>
              </a:path>
            </a:pathLst>
          </a:custGeom>
          <a:solidFill>
            <a:srgbClr val="0070C8"/>
          </a:solidFill>
        </p:spPr>
        <p:txBody>
          <a:bodyPr wrap="square" lIns="0" tIns="0" rIns="0" bIns="0" rtlCol="0"/>
          <a:lstStyle/>
          <a:p>
            <a:endParaRPr sz="700"/>
          </a:p>
        </p:txBody>
      </p:sp>
      <p:sp>
        <p:nvSpPr>
          <p:cNvPr id="186" name="object 186"/>
          <p:cNvSpPr/>
          <p:nvPr/>
        </p:nvSpPr>
        <p:spPr>
          <a:xfrm>
            <a:off x="704608" y="4019090"/>
            <a:ext cx="23813" cy="23813"/>
          </a:xfrm>
          <a:custGeom>
            <a:avLst/>
            <a:gdLst/>
            <a:ahLst/>
            <a:cxnLst/>
            <a:rect l="l" t="t" r="r" b="b"/>
            <a:pathLst>
              <a:path w="47625" h="47625">
                <a:moveTo>
                  <a:pt x="26909" y="47256"/>
                </a:moveTo>
                <a:lnTo>
                  <a:pt x="20347" y="47256"/>
                </a:lnTo>
                <a:lnTo>
                  <a:pt x="17690" y="44598"/>
                </a:lnTo>
                <a:lnTo>
                  <a:pt x="17690" y="29566"/>
                </a:lnTo>
                <a:lnTo>
                  <a:pt x="2657" y="29566"/>
                </a:lnTo>
                <a:lnTo>
                  <a:pt x="0" y="26908"/>
                </a:lnTo>
                <a:lnTo>
                  <a:pt x="0" y="20347"/>
                </a:lnTo>
                <a:lnTo>
                  <a:pt x="2657" y="17689"/>
                </a:lnTo>
                <a:lnTo>
                  <a:pt x="17690" y="17689"/>
                </a:lnTo>
                <a:lnTo>
                  <a:pt x="17690" y="2657"/>
                </a:lnTo>
                <a:lnTo>
                  <a:pt x="20347" y="0"/>
                </a:lnTo>
                <a:lnTo>
                  <a:pt x="26909" y="0"/>
                </a:lnTo>
                <a:lnTo>
                  <a:pt x="29566" y="2657"/>
                </a:lnTo>
                <a:lnTo>
                  <a:pt x="29566" y="17689"/>
                </a:lnTo>
                <a:lnTo>
                  <a:pt x="41318" y="17689"/>
                </a:lnTo>
                <a:lnTo>
                  <a:pt x="44599" y="17689"/>
                </a:lnTo>
                <a:lnTo>
                  <a:pt x="47257" y="20347"/>
                </a:lnTo>
                <a:lnTo>
                  <a:pt x="47257" y="26908"/>
                </a:lnTo>
                <a:lnTo>
                  <a:pt x="44599" y="29566"/>
                </a:lnTo>
                <a:lnTo>
                  <a:pt x="29566" y="29566"/>
                </a:lnTo>
                <a:lnTo>
                  <a:pt x="29566" y="44598"/>
                </a:lnTo>
                <a:lnTo>
                  <a:pt x="26909" y="47256"/>
                </a:lnTo>
                <a:close/>
              </a:path>
            </a:pathLst>
          </a:custGeom>
          <a:solidFill>
            <a:srgbClr val="0070C8"/>
          </a:solidFill>
        </p:spPr>
        <p:txBody>
          <a:bodyPr wrap="square" lIns="0" tIns="0" rIns="0" bIns="0" rtlCol="0"/>
          <a:lstStyle/>
          <a:p>
            <a:endParaRPr sz="700"/>
          </a:p>
        </p:txBody>
      </p:sp>
      <p:sp>
        <p:nvSpPr>
          <p:cNvPr id="187" name="object 187"/>
          <p:cNvSpPr/>
          <p:nvPr/>
        </p:nvSpPr>
        <p:spPr>
          <a:xfrm>
            <a:off x="705537" y="3963124"/>
            <a:ext cx="22225" cy="22225"/>
          </a:xfrm>
          <a:custGeom>
            <a:avLst/>
            <a:gdLst/>
            <a:ahLst/>
            <a:cxnLst/>
            <a:rect l="l" t="t" r="r" b="b"/>
            <a:pathLst>
              <a:path w="44450" h="44450">
                <a:moveTo>
                  <a:pt x="25005" y="43922"/>
                </a:moveTo>
                <a:lnTo>
                  <a:pt x="18916" y="43922"/>
                </a:lnTo>
                <a:lnTo>
                  <a:pt x="16443" y="41455"/>
                </a:lnTo>
                <a:lnTo>
                  <a:pt x="16443" y="27479"/>
                </a:lnTo>
                <a:lnTo>
                  <a:pt x="2473" y="27479"/>
                </a:lnTo>
                <a:lnTo>
                  <a:pt x="0" y="25012"/>
                </a:lnTo>
                <a:lnTo>
                  <a:pt x="0" y="18916"/>
                </a:lnTo>
                <a:lnTo>
                  <a:pt x="2467" y="16443"/>
                </a:lnTo>
                <a:lnTo>
                  <a:pt x="16443" y="16443"/>
                </a:lnTo>
                <a:lnTo>
                  <a:pt x="16443" y="2473"/>
                </a:lnTo>
                <a:lnTo>
                  <a:pt x="18916" y="0"/>
                </a:lnTo>
                <a:lnTo>
                  <a:pt x="25005" y="0"/>
                </a:lnTo>
                <a:lnTo>
                  <a:pt x="27479" y="2467"/>
                </a:lnTo>
                <a:lnTo>
                  <a:pt x="27479" y="16443"/>
                </a:lnTo>
                <a:lnTo>
                  <a:pt x="38404" y="16443"/>
                </a:lnTo>
                <a:lnTo>
                  <a:pt x="41455" y="16443"/>
                </a:lnTo>
                <a:lnTo>
                  <a:pt x="43929" y="18910"/>
                </a:lnTo>
                <a:lnTo>
                  <a:pt x="43922" y="25006"/>
                </a:lnTo>
                <a:lnTo>
                  <a:pt x="41455" y="27479"/>
                </a:lnTo>
                <a:lnTo>
                  <a:pt x="27479" y="27479"/>
                </a:lnTo>
                <a:lnTo>
                  <a:pt x="27479" y="41449"/>
                </a:lnTo>
                <a:lnTo>
                  <a:pt x="25005" y="43922"/>
                </a:lnTo>
                <a:close/>
              </a:path>
            </a:pathLst>
          </a:custGeom>
          <a:solidFill>
            <a:srgbClr val="0070C8"/>
          </a:solidFill>
        </p:spPr>
        <p:txBody>
          <a:bodyPr wrap="square" lIns="0" tIns="0" rIns="0" bIns="0" rtlCol="0"/>
          <a:lstStyle/>
          <a:p>
            <a:endParaRPr sz="700"/>
          </a:p>
        </p:txBody>
      </p:sp>
      <p:sp>
        <p:nvSpPr>
          <p:cNvPr id="188" name="object 188"/>
          <p:cNvSpPr/>
          <p:nvPr/>
        </p:nvSpPr>
        <p:spPr>
          <a:xfrm>
            <a:off x="706469" y="3907154"/>
            <a:ext cx="20320" cy="20320"/>
          </a:xfrm>
          <a:custGeom>
            <a:avLst/>
            <a:gdLst/>
            <a:ahLst/>
            <a:cxnLst/>
            <a:rect l="l" t="t" r="r" b="b"/>
            <a:pathLst>
              <a:path w="40640" h="40640">
                <a:moveTo>
                  <a:pt x="23109" y="40589"/>
                </a:moveTo>
                <a:lnTo>
                  <a:pt x="17479" y="40589"/>
                </a:lnTo>
                <a:lnTo>
                  <a:pt x="15196" y="38306"/>
                </a:lnTo>
                <a:lnTo>
                  <a:pt x="15196" y="25393"/>
                </a:lnTo>
                <a:lnTo>
                  <a:pt x="2283" y="25393"/>
                </a:lnTo>
                <a:lnTo>
                  <a:pt x="0" y="23109"/>
                </a:lnTo>
                <a:lnTo>
                  <a:pt x="0" y="17479"/>
                </a:lnTo>
                <a:lnTo>
                  <a:pt x="2283" y="15196"/>
                </a:lnTo>
                <a:lnTo>
                  <a:pt x="15196" y="15196"/>
                </a:lnTo>
                <a:lnTo>
                  <a:pt x="15196" y="2283"/>
                </a:lnTo>
                <a:lnTo>
                  <a:pt x="17479" y="0"/>
                </a:lnTo>
                <a:lnTo>
                  <a:pt x="23109" y="0"/>
                </a:lnTo>
                <a:lnTo>
                  <a:pt x="25392" y="2283"/>
                </a:lnTo>
                <a:lnTo>
                  <a:pt x="25392" y="15196"/>
                </a:lnTo>
                <a:lnTo>
                  <a:pt x="35490" y="15196"/>
                </a:lnTo>
                <a:lnTo>
                  <a:pt x="38305" y="15196"/>
                </a:lnTo>
                <a:lnTo>
                  <a:pt x="40589" y="17480"/>
                </a:lnTo>
                <a:lnTo>
                  <a:pt x="40589" y="23109"/>
                </a:lnTo>
                <a:lnTo>
                  <a:pt x="38305" y="25393"/>
                </a:lnTo>
                <a:lnTo>
                  <a:pt x="25392" y="25393"/>
                </a:lnTo>
                <a:lnTo>
                  <a:pt x="25392" y="38306"/>
                </a:lnTo>
                <a:lnTo>
                  <a:pt x="23109" y="40589"/>
                </a:lnTo>
                <a:close/>
              </a:path>
            </a:pathLst>
          </a:custGeom>
          <a:solidFill>
            <a:srgbClr val="0070C8"/>
          </a:solidFill>
        </p:spPr>
        <p:txBody>
          <a:bodyPr wrap="square" lIns="0" tIns="0" rIns="0" bIns="0" rtlCol="0"/>
          <a:lstStyle/>
          <a:p>
            <a:endParaRPr sz="700"/>
          </a:p>
        </p:txBody>
      </p:sp>
      <p:sp>
        <p:nvSpPr>
          <p:cNvPr id="189" name="object 189"/>
          <p:cNvSpPr/>
          <p:nvPr/>
        </p:nvSpPr>
        <p:spPr>
          <a:xfrm>
            <a:off x="707387" y="3851184"/>
            <a:ext cx="18733" cy="18733"/>
          </a:xfrm>
          <a:custGeom>
            <a:avLst/>
            <a:gdLst/>
            <a:ahLst/>
            <a:cxnLst/>
            <a:rect l="l" t="t" r="r" b="b"/>
            <a:pathLst>
              <a:path w="37465" h="37465">
                <a:moveTo>
                  <a:pt x="21226" y="37282"/>
                </a:moveTo>
                <a:lnTo>
                  <a:pt x="16056" y="37282"/>
                </a:lnTo>
                <a:lnTo>
                  <a:pt x="13956" y="35182"/>
                </a:lnTo>
                <a:lnTo>
                  <a:pt x="13956" y="23326"/>
                </a:lnTo>
                <a:lnTo>
                  <a:pt x="2099" y="23326"/>
                </a:lnTo>
                <a:lnTo>
                  <a:pt x="0" y="21226"/>
                </a:lnTo>
                <a:lnTo>
                  <a:pt x="0" y="16056"/>
                </a:lnTo>
                <a:lnTo>
                  <a:pt x="2099" y="13956"/>
                </a:lnTo>
                <a:lnTo>
                  <a:pt x="13956" y="13956"/>
                </a:lnTo>
                <a:lnTo>
                  <a:pt x="13956" y="2099"/>
                </a:lnTo>
                <a:lnTo>
                  <a:pt x="16056" y="0"/>
                </a:lnTo>
                <a:lnTo>
                  <a:pt x="21226" y="0"/>
                </a:lnTo>
                <a:lnTo>
                  <a:pt x="23326" y="2099"/>
                </a:lnTo>
                <a:lnTo>
                  <a:pt x="23326" y="13956"/>
                </a:lnTo>
                <a:lnTo>
                  <a:pt x="32597" y="13956"/>
                </a:lnTo>
                <a:lnTo>
                  <a:pt x="35182" y="13956"/>
                </a:lnTo>
                <a:lnTo>
                  <a:pt x="37282" y="16056"/>
                </a:lnTo>
                <a:lnTo>
                  <a:pt x="37282" y="21226"/>
                </a:lnTo>
                <a:lnTo>
                  <a:pt x="35182" y="23326"/>
                </a:lnTo>
                <a:lnTo>
                  <a:pt x="23326" y="23326"/>
                </a:lnTo>
                <a:lnTo>
                  <a:pt x="23326" y="35182"/>
                </a:lnTo>
                <a:lnTo>
                  <a:pt x="21226" y="37282"/>
                </a:lnTo>
                <a:close/>
              </a:path>
            </a:pathLst>
          </a:custGeom>
          <a:solidFill>
            <a:srgbClr val="0070C8"/>
          </a:solidFill>
        </p:spPr>
        <p:txBody>
          <a:bodyPr wrap="square" lIns="0" tIns="0" rIns="0" bIns="0" rtlCol="0"/>
          <a:lstStyle/>
          <a:p>
            <a:endParaRPr sz="700"/>
          </a:p>
        </p:txBody>
      </p:sp>
      <p:grpSp>
        <p:nvGrpSpPr>
          <p:cNvPr id="190" name="object 190"/>
          <p:cNvGrpSpPr/>
          <p:nvPr/>
        </p:nvGrpSpPr>
        <p:grpSpPr>
          <a:xfrm>
            <a:off x="788809" y="4658219"/>
            <a:ext cx="55245" cy="485458"/>
            <a:chOff x="1577617" y="9316438"/>
            <a:chExt cx="110489" cy="970915"/>
          </a:xfrm>
        </p:grpSpPr>
        <p:sp>
          <p:nvSpPr>
            <p:cNvPr id="191" name="object 191"/>
            <p:cNvSpPr/>
            <p:nvPr/>
          </p:nvSpPr>
          <p:spPr>
            <a:xfrm>
              <a:off x="1577606" y="9531387"/>
              <a:ext cx="110489" cy="755650"/>
            </a:xfrm>
            <a:custGeom>
              <a:avLst/>
              <a:gdLst/>
              <a:ahLst/>
              <a:cxnLst/>
              <a:rect l="l" t="t" r="r" b="b"/>
              <a:pathLst>
                <a:path w="110489" h="755650">
                  <a:moveTo>
                    <a:pt x="101650" y="38963"/>
                  </a:moveTo>
                  <a:lnTo>
                    <a:pt x="96558" y="33870"/>
                  </a:lnTo>
                  <a:lnTo>
                    <a:pt x="90284" y="33870"/>
                  </a:lnTo>
                  <a:lnTo>
                    <a:pt x="67767" y="33870"/>
                  </a:lnTo>
                  <a:lnTo>
                    <a:pt x="67767" y="5092"/>
                  </a:lnTo>
                  <a:lnTo>
                    <a:pt x="62687" y="0"/>
                  </a:lnTo>
                  <a:lnTo>
                    <a:pt x="50126" y="0"/>
                  </a:lnTo>
                  <a:lnTo>
                    <a:pt x="45034" y="5092"/>
                  </a:lnTo>
                  <a:lnTo>
                    <a:pt x="45034" y="33870"/>
                  </a:lnTo>
                  <a:lnTo>
                    <a:pt x="16243" y="33870"/>
                  </a:lnTo>
                  <a:lnTo>
                    <a:pt x="11150" y="38963"/>
                  </a:lnTo>
                  <a:lnTo>
                    <a:pt x="11150" y="51523"/>
                  </a:lnTo>
                  <a:lnTo>
                    <a:pt x="16243" y="56616"/>
                  </a:lnTo>
                  <a:lnTo>
                    <a:pt x="45034" y="56616"/>
                  </a:lnTo>
                  <a:lnTo>
                    <a:pt x="45034" y="85407"/>
                  </a:lnTo>
                  <a:lnTo>
                    <a:pt x="50126" y="90500"/>
                  </a:lnTo>
                  <a:lnTo>
                    <a:pt x="62687" y="90500"/>
                  </a:lnTo>
                  <a:lnTo>
                    <a:pt x="67767" y="85407"/>
                  </a:lnTo>
                  <a:lnTo>
                    <a:pt x="67767" y="56616"/>
                  </a:lnTo>
                  <a:lnTo>
                    <a:pt x="96558" y="56616"/>
                  </a:lnTo>
                  <a:lnTo>
                    <a:pt x="101650" y="51523"/>
                  </a:lnTo>
                  <a:lnTo>
                    <a:pt x="101650" y="38963"/>
                  </a:lnTo>
                  <a:close/>
                </a:path>
                <a:path w="110489" h="755650">
                  <a:moveTo>
                    <a:pt x="103124" y="147866"/>
                  </a:moveTo>
                  <a:lnTo>
                    <a:pt x="97840" y="142582"/>
                  </a:lnTo>
                  <a:lnTo>
                    <a:pt x="91338" y="142582"/>
                  </a:lnTo>
                  <a:lnTo>
                    <a:pt x="67995" y="142582"/>
                  </a:lnTo>
                  <a:lnTo>
                    <a:pt x="67995" y="112737"/>
                  </a:lnTo>
                  <a:lnTo>
                    <a:pt x="62712" y="107454"/>
                  </a:lnTo>
                  <a:lnTo>
                    <a:pt x="49695" y="107454"/>
                  </a:lnTo>
                  <a:lnTo>
                    <a:pt x="44411" y="112737"/>
                  </a:lnTo>
                  <a:lnTo>
                    <a:pt x="44411" y="142582"/>
                  </a:lnTo>
                  <a:lnTo>
                    <a:pt x="14566" y="142582"/>
                  </a:lnTo>
                  <a:lnTo>
                    <a:pt x="9283" y="147866"/>
                  </a:lnTo>
                  <a:lnTo>
                    <a:pt x="9283" y="160883"/>
                  </a:lnTo>
                  <a:lnTo>
                    <a:pt x="14566" y="166166"/>
                  </a:lnTo>
                  <a:lnTo>
                    <a:pt x="44411" y="166166"/>
                  </a:lnTo>
                  <a:lnTo>
                    <a:pt x="44411" y="196024"/>
                  </a:lnTo>
                  <a:lnTo>
                    <a:pt x="49695" y="201295"/>
                  </a:lnTo>
                  <a:lnTo>
                    <a:pt x="62712" y="201295"/>
                  </a:lnTo>
                  <a:lnTo>
                    <a:pt x="67995" y="196024"/>
                  </a:lnTo>
                  <a:lnTo>
                    <a:pt x="67995" y="166166"/>
                  </a:lnTo>
                  <a:lnTo>
                    <a:pt x="97840" y="166166"/>
                  </a:lnTo>
                  <a:lnTo>
                    <a:pt x="103124" y="160883"/>
                  </a:lnTo>
                  <a:lnTo>
                    <a:pt x="103124" y="147866"/>
                  </a:lnTo>
                  <a:close/>
                </a:path>
                <a:path w="110489" h="755650">
                  <a:moveTo>
                    <a:pt x="104597" y="256768"/>
                  </a:moveTo>
                  <a:lnTo>
                    <a:pt x="99136" y="251307"/>
                  </a:lnTo>
                  <a:lnTo>
                    <a:pt x="92379" y="251307"/>
                  </a:lnTo>
                  <a:lnTo>
                    <a:pt x="68224" y="251307"/>
                  </a:lnTo>
                  <a:lnTo>
                    <a:pt x="68224" y="220395"/>
                  </a:lnTo>
                  <a:lnTo>
                    <a:pt x="62750" y="214934"/>
                  </a:lnTo>
                  <a:lnTo>
                    <a:pt x="49263" y="214934"/>
                  </a:lnTo>
                  <a:lnTo>
                    <a:pt x="43802" y="220395"/>
                  </a:lnTo>
                  <a:lnTo>
                    <a:pt x="43802" y="251307"/>
                  </a:lnTo>
                  <a:lnTo>
                    <a:pt x="12890" y="251307"/>
                  </a:lnTo>
                  <a:lnTo>
                    <a:pt x="7416" y="256768"/>
                  </a:lnTo>
                  <a:lnTo>
                    <a:pt x="7416" y="270268"/>
                  </a:lnTo>
                  <a:lnTo>
                    <a:pt x="12890" y="275729"/>
                  </a:lnTo>
                  <a:lnTo>
                    <a:pt x="43802" y="275729"/>
                  </a:lnTo>
                  <a:lnTo>
                    <a:pt x="43802" y="306641"/>
                  </a:lnTo>
                  <a:lnTo>
                    <a:pt x="49263" y="312102"/>
                  </a:lnTo>
                  <a:lnTo>
                    <a:pt x="62750" y="312102"/>
                  </a:lnTo>
                  <a:lnTo>
                    <a:pt x="68224" y="306641"/>
                  </a:lnTo>
                  <a:lnTo>
                    <a:pt x="68224" y="275729"/>
                  </a:lnTo>
                  <a:lnTo>
                    <a:pt x="99136" y="275729"/>
                  </a:lnTo>
                  <a:lnTo>
                    <a:pt x="104597" y="270268"/>
                  </a:lnTo>
                  <a:lnTo>
                    <a:pt x="104597" y="256768"/>
                  </a:lnTo>
                  <a:close/>
                </a:path>
                <a:path w="110489" h="755650">
                  <a:moveTo>
                    <a:pt x="106070" y="365671"/>
                  </a:moveTo>
                  <a:lnTo>
                    <a:pt x="100418" y="360019"/>
                  </a:lnTo>
                  <a:lnTo>
                    <a:pt x="93446" y="360019"/>
                  </a:lnTo>
                  <a:lnTo>
                    <a:pt x="68453" y="360019"/>
                  </a:lnTo>
                  <a:lnTo>
                    <a:pt x="68453" y="328053"/>
                  </a:lnTo>
                  <a:lnTo>
                    <a:pt x="62788" y="322402"/>
                  </a:lnTo>
                  <a:lnTo>
                    <a:pt x="48856" y="322402"/>
                  </a:lnTo>
                  <a:lnTo>
                    <a:pt x="43205" y="328053"/>
                  </a:lnTo>
                  <a:lnTo>
                    <a:pt x="43205" y="360019"/>
                  </a:lnTo>
                  <a:lnTo>
                    <a:pt x="11226" y="360019"/>
                  </a:lnTo>
                  <a:lnTo>
                    <a:pt x="5588" y="365671"/>
                  </a:lnTo>
                  <a:lnTo>
                    <a:pt x="5588" y="379615"/>
                  </a:lnTo>
                  <a:lnTo>
                    <a:pt x="11239" y="385267"/>
                  </a:lnTo>
                  <a:lnTo>
                    <a:pt x="43205" y="385267"/>
                  </a:lnTo>
                  <a:lnTo>
                    <a:pt x="43205" y="417233"/>
                  </a:lnTo>
                  <a:lnTo>
                    <a:pt x="48856" y="422884"/>
                  </a:lnTo>
                  <a:lnTo>
                    <a:pt x="62788" y="422884"/>
                  </a:lnTo>
                  <a:lnTo>
                    <a:pt x="68453" y="417233"/>
                  </a:lnTo>
                  <a:lnTo>
                    <a:pt x="68453" y="385267"/>
                  </a:lnTo>
                  <a:lnTo>
                    <a:pt x="100418" y="385267"/>
                  </a:lnTo>
                  <a:lnTo>
                    <a:pt x="106070" y="379615"/>
                  </a:lnTo>
                  <a:lnTo>
                    <a:pt x="106070" y="365671"/>
                  </a:lnTo>
                  <a:close/>
                </a:path>
                <a:path w="110489" h="755650">
                  <a:moveTo>
                    <a:pt x="107543" y="474573"/>
                  </a:moveTo>
                  <a:lnTo>
                    <a:pt x="101701" y="468731"/>
                  </a:lnTo>
                  <a:lnTo>
                    <a:pt x="94500" y="468731"/>
                  </a:lnTo>
                  <a:lnTo>
                    <a:pt x="68681" y="468731"/>
                  </a:lnTo>
                  <a:lnTo>
                    <a:pt x="68681" y="435698"/>
                  </a:lnTo>
                  <a:lnTo>
                    <a:pt x="62839" y="429869"/>
                  </a:lnTo>
                  <a:lnTo>
                    <a:pt x="48425" y="429869"/>
                  </a:lnTo>
                  <a:lnTo>
                    <a:pt x="42595" y="435698"/>
                  </a:lnTo>
                  <a:lnTo>
                    <a:pt x="42595" y="468731"/>
                  </a:lnTo>
                  <a:lnTo>
                    <a:pt x="9563" y="468731"/>
                  </a:lnTo>
                  <a:lnTo>
                    <a:pt x="3721" y="474573"/>
                  </a:lnTo>
                  <a:lnTo>
                    <a:pt x="3721" y="488975"/>
                  </a:lnTo>
                  <a:lnTo>
                    <a:pt x="9563" y="494817"/>
                  </a:lnTo>
                  <a:lnTo>
                    <a:pt x="42595" y="494817"/>
                  </a:lnTo>
                  <a:lnTo>
                    <a:pt x="42595" y="527837"/>
                  </a:lnTo>
                  <a:lnTo>
                    <a:pt x="48425" y="533679"/>
                  </a:lnTo>
                  <a:lnTo>
                    <a:pt x="62839" y="533679"/>
                  </a:lnTo>
                  <a:lnTo>
                    <a:pt x="68681" y="527837"/>
                  </a:lnTo>
                  <a:lnTo>
                    <a:pt x="68681" y="494817"/>
                  </a:lnTo>
                  <a:lnTo>
                    <a:pt x="101701" y="494817"/>
                  </a:lnTo>
                  <a:lnTo>
                    <a:pt x="107543" y="488975"/>
                  </a:lnTo>
                  <a:lnTo>
                    <a:pt x="107543" y="474573"/>
                  </a:lnTo>
                  <a:close/>
                </a:path>
                <a:path w="110489" h="755650">
                  <a:moveTo>
                    <a:pt x="109016" y="583476"/>
                  </a:moveTo>
                  <a:lnTo>
                    <a:pt x="102984" y="577443"/>
                  </a:lnTo>
                  <a:lnTo>
                    <a:pt x="95554" y="577443"/>
                  </a:lnTo>
                  <a:lnTo>
                    <a:pt x="68910" y="577443"/>
                  </a:lnTo>
                  <a:lnTo>
                    <a:pt x="68910" y="543369"/>
                  </a:lnTo>
                  <a:lnTo>
                    <a:pt x="62877" y="537337"/>
                  </a:lnTo>
                  <a:lnTo>
                    <a:pt x="48006" y="537337"/>
                  </a:lnTo>
                  <a:lnTo>
                    <a:pt x="41973" y="543369"/>
                  </a:lnTo>
                  <a:lnTo>
                    <a:pt x="41973" y="577443"/>
                  </a:lnTo>
                  <a:lnTo>
                    <a:pt x="7899" y="577443"/>
                  </a:lnTo>
                  <a:lnTo>
                    <a:pt x="1866" y="583476"/>
                  </a:lnTo>
                  <a:lnTo>
                    <a:pt x="1866" y="598347"/>
                  </a:lnTo>
                  <a:lnTo>
                    <a:pt x="7899" y="604380"/>
                  </a:lnTo>
                  <a:lnTo>
                    <a:pt x="41973" y="604380"/>
                  </a:lnTo>
                  <a:lnTo>
                    <a:pt x="41973" y="638454"/>
                  </a:lnTo>
                  <a:lnTo>
                    <a:pt x="48006" y="644486"/>
                  </a:lnTo>
                  <a:lnTo>
                    <a:pt x="62877" y="644486"/>
                  </a:lnTo>
                  <a:lnTo>
                    <a:pt x="68910" y="638454"/>
                  </a:lnTo>
                  <a:lnTo>
                    <a:pt x="68910" y="604380"/>
                  </a:lnTo>
                  <a:lnTo>
                    <a:pt x="102984" y="604380"/>
                  </a:lnTo>
                  <a:lnTo>
                    <a:pt x="109016" y="598347"/>
                  </a:lnTo>
                  <a:lnTo>
                    <a:pt x="109016" y="583476"/>
                  </a:lnTo>
                  <a:close/>
                </a:path>
                <a:path w="110489" h="755650">
                  <a:moveTo>
                    <a:pt x="110490" y="692378"/>
                  </a:moveTo>
                  <a:lnTo>
                    <a:pt x="104279" y="686155"/>
                  </a:lnTo>
                  <a:lnTo>
                    <a:pt x="96608" y="686155"/>
                  </a:lnTo>
                  <a:lnTo>
                    <a:pt x="69126" y="686155"/>
                  </a:lnTo>
                  <a:lnTo>
                    <a:pt x="69126" y="651027"/>
                  </a:lnTo>
                  <a:lnTo>
                    <a:pt x="62915" y="644804"/>
                  </a:lnTo>
                  <a:lnTo>
                    <a:pt x="47574" y="644804"/>
                  </a:lnTo>
                  <a:lnTo>
                    <a:pt x="41363" y="651014"/>
                  </a:lnTo>
                  <a:lnTo>
                    <a:pt x="41363" y="686155"/>
                  </a:lnTo>
                  <a:lnTo>
                    <a:pt x="6223" y="686155"/>
                  </a:lnTo>
                  <a:lnTo>
                    <a:pt x="0" y="692378"/>
                  </a:lnTo>
                  <a:lnTo>
                    <a:pt x="0" y="707707"/>
                  </a:lnTo>
                  <a:lnTo>
                    <a:pt x="6223" y="713930"/>
                  </a:lnTo>
                  <a:lnTo>
                    <a:pt x="41363" y="713930"/>
                  </a:lnTo>
                  <a:lnTo>
                    <a:pt x="41363" y="749058"/>
                  </a:lnTo>
                  <a:lnTo>
                    <a:pt x="45859" y="753579"/>
                  </a:lnTo>
                  <a:lnTo>
                    <a:pt x="43827" y="755611"/>
                  </a:lnTo>
                  <a:lnTo>
                    <a:pt x="66306" y="755611"/>
                  </a:lnTo>
                  <a:lnTo>
                    <a:pt x="64439" y="753757"/>
                  </a:lnTo>
                  <a:lnTo>
                    <a:pt x="69126" y="749071"/>
                  </a:lnTo>
                  <a:lnTo>
                    <a:pt x="69126" y="713930"/>
                  </a:lnTo>
                  <a:lnTo>
                    <a:pt x="104267" y="713930"/>
                  </a:lnTo>
                  <a:lnTo>
                    <a:pt x="110490" y="707707"/>
                  </a:lnTo>
                  <a:lnTo>
                    <a:pt x="110490" y="692378"/>
                  </a:lnTo>
                  <a:close/>
                </a:path>
              </a:pathLst>
            </a:custGeom>
            <a:solidFill>
              <a:srgbClr val="0070C8"/>
            </a:solidFill>
          </p:spPr>
          <p:txBody>
            <a:bodyPr wrap="square" lIns="0" tIns="0" rIns="0" bIns="0" rtlCol="0"/>
            <a:lstStyle/>
            <a:p>
              <a:endParaRPr sz="700"/>
            </a:p>
          </p:txBody>
        </p:sp>
        <p:pic>
          <p:nvPicPr>
            <p:cNvPr id="192" name="object 192"/>
            <p:cNvPicPr/>
            <p:nvPr/>
          </p:nvPicPr>
          <p:blipFill>
            <a:blip r:embed="rId13" cstate="print"/>
            <a:stretch>
              <a:fillRect/>
            </a:stretch>
          </p:blipFill>
          <p:spPr>
            <a:xfrm>
              <a:off x="1590603" y="9423903"/>
              <a:ext cx="87189" cy="87189"/>
            </a:xfrm>
            <a:prstGeom prst="rect">
              <a:avLst/>
            </a:prstGeom>
          </p:spPr>
        </p:pic>
        <p:pic>
          <p:nvPicPr>
            <p:cNvPr id="193" name="object 193"/>
            <p:cNvPicPr/>
            <p:nvPr/>
          </p:nvPicPr>
          <p:blipFill>
            <a:blip r:embed="rId52" cstate="print"/>
            <a:stretch>
              <a:fillRect/>
            </a:stretch>
          </p:blipFill>
          <p:spPr>
            <a:xfrm>
              <a:off x="1592466" y="9316438"/>
              <a:ext cx="83856" cy="83856"/>
            </a:xfrm>
            <a:prstGeom prst="rect">
              <a:avLst/>
            </a:prstGeom>
          </p:spPr>
        </p:pic>
      </p:grpSp>
      <p:grpSp>
        <p:nvGrpSpPr>
          <p:cNvPr id="194" name="object 194"/>
          <p:cNvGrpSpPr/>
          <p:nvPr/>
        </p:nvGrpSpPr>
        <p:grpSpPr>
          <a:xfrm>
            <a:off x="797162" y="4443283"/>
            <a:ext cx="40323" cy="201613"/>
            <a:chOff x="1594324" y="8886566"/>
            <a:chExt cx="80645" cy="403225"/>
          </a:xfrm>
        </p:grpSpPr>
        <p:pic>
          <p:nvPicPr>
            <p:cNvPr id="195" name="object 195"/>
            <p:cNvPicPr/>
            <p:nvPr/>
          </p:nvPicPr>
          <p:blipFill>
            <a:blip r:embed="rId15" cstate="print"/>
            <a:stretch>
              <a:fillRect/>
            </a:stretch>
          </p:blipFill>
          <p:spPr>
            <a:xfrm>
              <a:off x="1596179" y="9101502"/>
              <a:ext cx="77190" cy="77189"/>
            </a:xfrm>
            <a:prstGeom prst="rect">
              <a:avLst/>
            </a:prstGeom>
          </p:spPr>
        </p:pic>
        <p:pic>
          <p:nvPicPr>
            <p:cNvPr id="196" name="object 196"/>
            <p:cNvPicPr/>
            <p:nvPr/>
          </p:nvPicPr>
          <p:blipFill>
            <a:blip r:embed="rId53" cstate="print"/>
            <a:stretch>
              <a:fillRect/>
            </a:stretch>
          </p:blipFill>
          <p:spPr>
            <a:xfrm>
              <a:off x="1594324" y="9208973"/>
              <a:ext cx="80522" cy="80522"/>
            </a:xfrm>
            <a:prstGeom prst="rect">
              <a:avLst/>
            </a:prstGeom>
          </p:spPr>
        </p:pic>
        <p:pic>
          <p:nvPicPr>
            <p:cNvPr id="197" name="object 197"/>
            <p:cNvPicPr/>
            <p:nvPr/>
          </p:nvPicPr>
          <p:blipFill>
            <a:blip r:embed="rId25" cstate="print"/>
            <a:stretch>
              <a:fillRect/>
            </a:stretch>
          </p:blipFill>
          <p:spPr>
            <a:xfrm>
              <a:off x="1598018" y="8994030"/>
              <a:ext cx="73882" cy="73882"/>
            </a:xfrm>
            <a:prstGeom prst="rect">
              <a:avLst/>
            </a:prstGeom>
          </p:spPr>
        </p:pic>
        <p:pic>
          <p:nvPicPr>
            <p:cNvPr id="198" name="object 198"/>
            <p:cNvPicPr/>
            <p:nvPr/>
          </p:nvPicPr>
          <p:blipFill>
            <a:blip r:embed="rId26" cstate="print"/>
            <a:stretch>
              <a:fillRect/>
            </a:stretch>
          </p:blipFill>
          <p:spPr>
            <a:xfrm>
              <a:off x="1599881" y="8886566"/>
              <a:ext cx="70550" cy="70550"/>
            </a:xfrm>
            <a:prstGeom prst="rect">
              <a:avLst/>
            </a:prstGeom>
          </p:spPr>
        </p:pic>
      </p:grpSp>
      <p:grpSp>
        <p:nvGrpSpPr>
          <p:cNvPr id="199" name="object 199"/>
          <p:cNvGrpSpPr/>
          <p:nvPr/>
        </p:nvGrpSpPr>
        <p:grpSpPr>
          <a:xfrm>
            <a:off x="800869" y="4335812"/>
            <a:ext cx="33655" cy="87630"/>
            <a:chOff x="1601738" y="8671624"/>
            <a:chExt cx="67310" cy="175260"/>
          </a:xfrm>
        </p:grpSpPr>
        <p:pic>
          <p:nvPicPr>
            <p:cNvPr id="200" name="object 200"/>
            <p:cNvPicPr/>
            <p:nvPr/>
          </p:nvPicPr>
          <p:blipFill>
            <a:blip r:embed="rId54" cstate="print"/>
            <a:stretch>
              <a:fillRect/>
            </a:stretch>
          </p:blipFill>
          <p:spPr>
            <a:xfrm>
              <a:off x="1603581" y="8671624"/>
              <a:ext cx="63902" cy="63895"/>
            </a:xfrm>
            <a:prstGeom prst="rect">
              <a:avLst/>
            </a:prstGeom>
          </p:spPr>
        </p:pic>
        <p:pic>
          <p:nvPicPr>
            <p:cNvPr id="201" name="object 201"/>
            <p:cNvPicPr/>
            <p:nvPr/>
          </p:nvPicPr>
          <p:blipFill>
            <a:blip r:embed="rId18" cstate="print"/>
            <a:stretch>
              <a:fillRect/>
            </a:stretch>
          </p:blipFill>
          <p:spPr>
            <a:xfrm>
              <a:off x="1601738" y="8779095"/>
              <a:ext cx="67215" cy="67215"/>
            </a:xfrm>
            <a:prstGeom prst="rect">
              <a:avLst/>
            </a:prstGeom>
          </p:spPr>
        </p:pic>
      </p:grpSp>
      <p:sp>
        <p:nvSpPr>
          <p:cNvPr id="202" name="object 202"/>
          <p:cNvSpPr/>
          <p:nvPr/>
        </p:nvSpPr>
        <p:spPr>
          <a:xfrm>
            <a:off x="802726" y="4282083"/>
            <a:ext cx="30480" cy="30480"/>
          </a:xfrm>
          <a:custGeom>
            <a:avLst/>
            <a:gdLst/>
            <a:ahLst/>
            <a:cxnLst/>
            <a:rect l="l" t="t" r="r" b="b"/>
            <a:pathLst>
              <a:path w="60960" h="60959">
                <a:moveTo>
                  <a:pt x="34486" y="60562"/>
                </a:moveTo>
                <a:lnTo>
                  <a:pt x="26075" y="60562"/>
                </a:lnTo>
                <a:lnTo>
                  <a:pt x="22669" y="57157"/>
                </a:lnTo>
                <a:lnTo>
                  <a:pt x="22669" y="37892"/>
                </a:lnTo>
                <a:lnTo>
                  <a:pt x="3405" y="37892"/>
                </a:lnTo>
                <a:lnTo>
                  <a:pt x="0" y="34487"/>
                </a:lnTo>
                <a:lnTo>
                  <a:pt x="0" y="26075"/>
                </a:lnTo>
                <a:lnTo>
                  <a:pt x="3405" y="22670"/>
                </a:lnTo>
                <a:lnTo>
                  <a:pt x="22669" y="22670"/>
                </a:lnTo>
                <a:lnTo>
                  <a:pt x="22669" y="3405"/>
                </a:lnTo>
                <a:lnTo>
                  <a:pt x="26075" y="0"/>
                </a:lnTo>
                <a:lnTo>
                  <a:pt x="34486" y="0"/>
                </a:lnTo>
                <a:lnTo>
                  <a:pt x="37892" y="3405"/>
                </a:lnTo>
                <a:lnTo>
                  <a:pt x="37892" y="22670"/>
                </a:lnTo>
                <a:lnTo>
                  <a:pt x="52950" y="22670"/>
                </a:lnTo>
                <a:lnTo>
                  <a:pt x="57150" y="22670"/>
                </a:lnTo>
                <a:lnTo>
                  <a:pt x="60561" y="26075"/>
                </a:lnTo>
                <a:lnTo>
                  <a:pt x="60561" y="34487"/>
                </a:lnTo>
                <a:lnTo>
                  <a:pt x="57156" y="37892"/>
                </a:lnTo>
                <a:lnTo>
                  <a:pt x="37892" y="37892"/>
                </a:lnTo>
                <a:lnTo>
                  <a:pt x="37892" y="57157"/>
                </a:lnTo>
                <a:lnTo>
                  <a:pt x="34486" y="60562"/>
                </a:lnTo>
                <a:close/>
              </a:path>
            </a:pathLst>
          </a:custGeom>
          <a:solidFill>
            <a:srgbClr val="0070C8"/>
          </a:solidFill>
        </p:spPr>
        <p:txBody>
          <a:bodyPr wrap="square" lIns="0" tIns="0" rIns="0" bIns="0" rtlCol="0"/>
          <a:lstStyle/>
          <a:p>
            <a:endParaRPr sz="700"/>
          </a:p>
        </p:txBody>
      </p:sp>
      <p:sp>
        <p:nvSpPr>
          <p:cNvPr id="203" name="object 203"/>
          <p:cNvSpPr/>
          <p:nvPr/>
        </p:nvSpPr>
        <p:spPr>
          <a:xfrm>
            <a:off x="803654" y="4228347"/>
            <a:ext cx="28893" cy="28893"/>
          </a:xfrm>
          <a:custGeom>
            <a:avLst/>
            <a:gdLst/>
            <a:ahLst/>
            <a:cxnLst/>
            <a:rect l="l" t="t" r="r" b="b"/>
            <a:pathLst>
              <a:path w="57785" h="57784">
                <a:moveTo>
                  <a:pt x="32584" y="57229"/>
                </a:moveTo>
                <a:lnTo>
                  <a:pt x="24645" y="57229"/>
                </a:lnTo>
                <a:lnTo>
                  <a:pt x="21423" y="54007"/>
                </a:lnTo>
                <a:lnTo>
                  <a:pt x="21423" y="35806"/>
                </a:lnTo>
                <a:lnTo>
                  <a:pt x="3221" y="35806"/>
                </a:lnTo>
                <a:lnTo>
                  <a:pt x="0" y="32584"/>
                </a:lnTo>
                <a:lnTo>
                  <a:pt x="0" y="24645"/>
                </a:lnTo>
                <a:lnTo>
                  <a:pt x="3221" y="21423"/>
                </a:lnTo>
                <a:lnTo>
                  <a:pt x="21423" y="21423"/>
                </a:lnTo>
                <a:lnTo>
                  <a:pt x="21423" y="3221"/>
                </a:lnTo>
                <a:lnTo>
                  <a:pt x="24645" y="0"/>
                </a:lnTo>
                <a:lnTo>
                  <a:pt x="32584" y="0"/>
                </a:lnTo>
                <a:lnTo>
                  <a:pt x="35806" y="3221"/>
                </a:lnTo>
                <a:lnTo>
                  <a:pt x="35806" y="21423"/>
                </a:lnTo>
                <a:lnTo>
                  <a:pt x="50038" y="21423"/>
                </a:lnTo>
                <a:lnTo>
                  <a:pt x="54008" y="21423"/>
                </a:lnTo>
                <a:lnTo>
                  <a:pt x="57229" y="24645"/>
                </a:lnTo>
                <a:lnTo>
                  <a:pt x="57229" y="32584"/>
                </a:lnTo>
                <a:lnTo>
                  <a:pt x="54008" y="35806"/>
                </a:lnTo>
                <a:lnTo>
                  <a:pt x="35806" y="35806"/>
                </a:lnTo>
                <a:lnTo>
                  <a:pt x="35806" y="54007"/>
                </a:lnTo>
                <a:lnTo>
                  <a:pt x="32584" y="57229"/>
                </a:lnTo>
                <a:close/>
              </a:path>
            </a:pathLst>
          </a:custGeom>
          <a:solidFill>
            <a:srgbClr val="0070C8"/>
          </a:solidFill>
        </p:spPr>
        <p:txBody>
          <a:bodyPr wrap="square" lIns="0" tIns="0" rIns="0" bIns="0" rtlCol="0"/>
          <a:lstStyle/>
          <a:p>
            <a:endParaRPr sz="700"/>
          </a:p>
        </p:txBody>
      </p:sp>
      <p:sp>
        <p:nvSpPr>
          <p:cNvPr id="204" name="object 204"/>
          <p:cNvSpPr/>
          <p:nvPr/>
        </p:nvSpPr>
        <p:spPr>
          <a:xfrm>
            <a:off x="804583" y="4174615"/>
            <a:ext cx="26988" cy="26988"/>
          </a:xfrm>
          <a:custGeom>
            <a:avLst/>
            <a:gdLst/>
            <a:ahLst/>
            <a:cxnLst/>
            <a:rect l="l" t="t" r="r" b="b"/>
            <a:pathLst>
              <a:path w="53975" h="53975">
                <a:moveTo>
                  <a:pt x="30688" y="53896"/>
                </a:moveTo>
                <a:lnTo>
                  <a:pt x="23208" y="53896"/>
                </a:lnTo>
                <a:lnTo>
                  <a:pt x="20176" y="50864"/>
                </a:lnTo>
                <a:lnTo>
                  <a:pt x="20176" y="33719"/>
                </a:lnTo>
                <a:lnTo>
                  <a:pt x="3031" y="33719"/>
                </a:lnTo>
                <a:lnTo>
                  <a:pt x="0" y="30688"/>
                </a:lnTo>
                <a:lnTo>
                  <a:pt x="0" y="23208"/>
                </a:lnTo>
                <a:lnTo>
                  <a:pt x="3031" y="20176"/>
                </a:lnTo>
                <a:lnTo>
                  <a:pt x="20176" y="20176"/>
                </a:lnTo>
                <a:lnTo>
                  <a:pt x="20176" y="3031"/>
                </a:lnTo>
                <a:lnTo>
                  <a:pt x="23208" y="0"/>
                </a:lnTo>
                <a:lnTo>
                  <a:pt x="30688" y="0"/>
                </a:lnTo>
                <a:lnTo>
                  <a:pt x="33719" y="3031"/>
                </a:lnTo>
                <a:lnTo>
                  <a:pt x="33719" y="20176"/>
                </a:lnTo>
                <a:lnTo>
                  <a:pt x="47124" y="20176"/>
                </a:lnTo>
                <a:lnTo>
                  <a:pt x="50865" y="20176"/>
                </a:lnTo>
                <a:lnTo>
                  <a:pt x="53896" y="23208"/>
                </a:lnTo>
                <a:lnTo>
                  <a:pt x="53896" y="30688"/>
                </a:lnTo>
                <a:lnTo>
                  <a:pt x="50865" y="33719"/>
                </a:lnTo>
                <a:lnTo>
                  <a:pt x="33719" y="33719"/>
                </a:lnTo>
                <a:lnTo>
                  <a:pt x="33719" y="50864"/>
                </a:lnTo>
                <a:lnTo>
                  <a:pt x="30688" y="53896"/>
                </a:lnTo>
                <a:close/>
              </a:path>
            </a:pathLst>
          </a:custGeom>
          <a:solidFill>
            <a:srgbClr val="0070C8"/>
          </a:solidFill>
        </p:spPr>
        <p:txBody>
          <a:bodyPr wrap="square" lIns="0" tIns="0" rIns="0" bIns="0" rtlCol="0"/>
          <a:lstStyle/>
          <a:p>
            <a:endParaRPr sz="700"/>
          </a:p>
        </p:txBody>
      </p:sp>
      <p:sp>
        <p:nvSpPr>
          <p:cNvPr id="205" name="object 205"/>
          <p:cNvSpPr/>
          <p:nvPr/>
        </p:nvSpPr>
        <p:spPr>
          <a:xfrm>
            <a:off x="805505" y="4120879"/>
            <a:ext cx="25400" cy="25400"/>
          </a:xfrm>
          <a:custGeom>
            <a:avLst/>
            <a:gdLst/>
            <a:ahLst/>
            <a:cxnLst/>
            <a:rect l="l" t="t" r="r" b="b"/>
            <a:pathLst>
              <a:path w="50800" h="50800">
                <a:moveTo>
                  <a:pt x="28804" y="50589"/>
                </a:moveTo>
                <a:lnTo>
                  <a:pt x="21784" y="50589"/>
                </a:lnTo>
                <a:lnTo>
                  <a:pt x="18936" y="47741"/>
                </a:lnTo>
                <a:lnTo>
                  <a:pt x="18936" y="31652"/>
                </a:lnTo>
                <a:lnTo>
                  <a:pt x="2847" y="31652"/>
                </a:lnTo>
                <a:lnTo>
                  <a:pt x="0" y="28805"/>
                </a:lnTo>
                <a:lnTo>
                  <a:pt x="0" y="21784"/>
                </a:lnTo>
                <a:lnTo>
                  <a:pt x="2847" y="18936"/>
                </a:lnTo>
                <a:lnTo>
                  <a:pt x="18936" y="18936"/>
                </a:lnTo>
                <a:lnTo>
                  <a:pt x="18936" y="2847"/>
                </a:lnTo>
                <a:lnTo>
                  <a:pt x="21784" y="0"/>
                </a:lnTo>
                <a:lnTo>
                  <a:pt x="28804" y="0"/>
                </a:lnTo>
                <a:lnTo>
                  <a:pt x="31652" y="2847"/>
                </a:lnTo>
                <a:lnTo>
                  <a:pt x="31652" y="18936"/>
                </a:lnTo>
                <a:lnTo>
                  <a:pt x="44231" y="18936"/>
                </a:lnTo>
                <a:lnTo>
                  <a:pt x="47734" y="18936"/>
                </a:lnTo>
                <a:lnTo>
                  <a:pt x="50582" y="21777"/>
                </a:lnTo>
                <a:lnTo>
                  <a:pt x="50589" y="28805"/>
                </a:lnTo>
                <a:lnTo>
                  <a:pt x="47741" y="31652"/>
                </a:lnTo>
                <a:lnTo>
                  <a:pt x="31652" y="31652"/>
                </a:lnTo>
                <a:lnTo>
                  <a:pt x="31652" y="47741"/>
                </a:lnTo>
                <a:lnTo>
                  <a:pt x="28804" y="50589"/>
                </a:lnTo>
                <a:close/>
              </a:path>
            </a:pathLst>
          </a:custGeom>
          <a:solidFill>
            <a:srgbClr val="0070C8"/>
          </a:solidFill>
        </p:spPr>
        <p:txBody>
          <a:bodyPr wrap="square" lIns="0" tIns="0" rIns="0" bIns="0" rtlCol="0"/>
          <a:lstStyle/>
          <a:p>
            <a:endParaRPr sz="700"/>
          </a:p>
        </p:txBody>
      </p:sp>
      <p:sp>
        <p:nvSpPr>
          <p:cNvPr id="206" name="object 206"/>
          <p:cNvSpPr/>
          <p:nvPr/>
        </p:nvSpPr>
        <p:spPr>
          <a:xfrm>
            <a:off x="806433" y="4067144"/>
            <a:ext cx="23813" cy="23813"/>
          </a:xfrm>
          <a:custGeom>
            <a:avLst/>
            <a:gdLst/>
            <a:ahLst/>
            <a:cxnLst/>
            <a:rect l="l" t="t" r="r" b="b"/>
            <a:pathLst>
              <a:path w="47625" h="47625">
                <a:moveTo>
                  <a:pt x="26909" y="47256"/>
                </a:moveTo>
                <a:lnTo>
                  <a:pt x="20347" y="47256"/>
                </a:lnTo>
                <a:lnTo>
                  <a:pt x="17690" y="44598"/>
                </a:lnTo>
                <a:lnTo>
                  <a:pt x="17690" y="29566"/>
                </a:lnTo>
                <a:lnTo>
                  <a:pt x="2657" y="29566"/>
                </a:lnTo>
                <a:lnTo>
                  <a:pt x="0" y="26908"/>
                </a:lnTo>
                <a:lnTo>
                  <a:pt x="0" y="20347"/>
                </a:lnTo>
                <a:lnTo>
                  <a:pt x="2657" y="17689"/>
                </a:lnTo>
                <a:lnTo>
                  <a:pt x="17690" y="17689"/>
                </a:lnTo>
                <a:lnTo>
                  <a:pt x="17690" y="2657"/>
                </a:lnTo>
                <a:lnTo>
                  <a:pt x="20347" y="0"/>
                </a:lnTo>
                <a:lnTo>
                  <a:pt x="26909" y="0"/>
                </a:lnTo>
                <a:lnTo>
                  <a:pt x="29566" y="2657"/>
                </a:lnTo>
                <a:lnTo>
                  <a:pt x="29566" y="17689"/>
                </a:lnTo>
                <a:lnTo>
                  <a:pt x="41318" y="17689"/>
                </a:lnTo>
                <a:lnTo>
                  <a:pt x="44599" y="17689"/>
                </a:lnTo>
                <a:lnTo>
                  <a:pt x="47257" y="20347"/>
                </a:lnTo>
                <a:lnTo>
                  <a:pt x="47257" y="26908"/>
                </a:lnTo>
                <a:lnTo>
                  <a:pt x="44599" y="29566"/>
                </a:lnTo>
                <a:lnTo>
                  <a:pt x="29566" y="29566"/>
                </a:lnTo>
                <a:lnTo>
                  <a:pt x="29566" y="44598"/>
                </a:lnTo>
                <a:lnTo>
                  <a:pt x="26909" y="47256"/>
                </a:lnTo>
                <a:close/>
              </a:path>
            </a:pathLst>
          </a:custGeom>
          <a:solidFill>
            <a:srgbClr val="0070C8"/>
          </a:solidFill>
        </p:spPr>
        <p:txBody>
          <a:bodyPr wrap="square" lIns="0" tIns="0" rIns="0" bIns="0" rtlCol="0"/>
          <a:lstStyle/>
          <a:p>
            <a:endParaRPr sz="700"/>
          </a:p>
        </p:txBody>
      </p:sp>
      <p:sp>
        <p:nvSpPr>
          <p:cNvPr id="207" name="object 207"/>
          <p:cNvSpPr/>
          <p:nvPr/>
        </p:nvSpPr>
        <p:spPr>
          <a:xfrm>
            <a:off x="807362" y="4013411"/>
            <a:ext cx="22225" cy="22225"/>
          </a:xfrm>
          <a:custGeom>
            <a:avLst/>
            <a:gdLst/>
            <a:ahLst/>
            <a:cxnLst/>
            <a:rect l="l" t="t" r="r" b="b"/>
            <a:pathLst>
              <a:path w="44450" h="44450">
                <a:moveTo>
                  <a:pt x="25005" y="43922"/>
                </a:moveTo>
                <a:lnTo>
                  <a:pt x="18916" y="43922"/>
                </a:lnTo>
                <a:lnTo>
                  <a:pt x="16443" y="41455"/>
                </a:lnTo>
                <a:lnTo>
                  <a:pt x="16443" y="27479"/>
                </a:lnTo>
                <a:lnTo>
                  <a:pt x="2473" y="27479"/>
                </a:lnTo>
                <a:lnTo>
                  <a:pt x="0" y="25012"/>
                </a:lnTo>
                <a:lnTo>
                  <a:pt x="0" y="18916"/>
                </a:lnTo>
                <a:lnTo>
                  <a:pt x="2466" y="16443"/>
                </a:lnTo>
                <a:lnTo>
                  <a:pt x="16443" y="16443"/>
                </a:lnTo>
                <a:lnTo>
                  <a:pt x="16443" y="2473"/>
                </a:lnTo>
                <a:lnTo>
                  <a:pt x="18916" y="0"/>
                </a:lnTo>
                <a:lnTo>
                  <a:pt x="25005" y="0"/>
                </a:lnTo>
                <a:lnTo>
                  <a:pt x="27479" y="2467"/>
                </a:lnTo>
                <a:lnTo>
                  <a:pt x="27479" y="16443"/>
                </a:lnTo>
                <a:lnTo>
                  <a:pt x="38404" y="16443"/>
                </a:lnTo>
                <a:lnTo>
                  <a:pt x="41455" y="16443"/>
                </a:lnTo>
                <a:lnTo>
                  <a:pt x="43922" y="18916"/>
                </a:lnTo>
                <a:lnTo>
                  <a:pt x="43922" y="25006"/>
                </a:lnTo>
                <a:lnTo>
                  <a:pt x="41455" y="27479"/>
                </a:lnTo>
                <a:lnTo>
                  <a:pt x="27479" y="27479"/>
                </a:lnTo>
                <a:lnTo>
                  <a:pt x="27479" y="41449"/>
                </a:lnTo>
                <a:lnTo>
                  <a:pt x="25005" y="43922"/>
                </a:lnTo>
                <a:close/>
              </a:path>
            </a:pathLst>
          </a:custGeom>
          <a:solidFill>
            <a:srgbClr val="0070C8"/>
          </a:solidFill>
        </p:spPr>
        <p:txBody>
          <a:bodyPr wrap="square" lIns="0" tIns="0" rIns="0" bIns="0" rtlCol="0"/>
          <a:lstStyle/>
          <a:p>
            <a:endParaRPr sz="700"/>
          </a:p>
        </p:txBody>
      </p:sp>
      <p:sp>
        <p:nvSpPr>
          <p:cNvPr id="208" name="object 208"/>
          <p:cNvSpPr/>
          <p:nvPr/>
        </p:nvSpPr>
        <p:spPr>
          <a:xfrm>
            <a:off x="808290" y="3959679"/>
            <a:ext cx="20320" cy="20320"/>
          </a:xfrm>
          <a:custGeom>
            <a:avLst/>
            <a:gdLst/>
            <a:ahLst/>
            <a:cxnLst/>
            <a:rect l="l" t="t" r="r" b="b"/>
            <a:pathLst>
              <a:path w="40639" h="40640">
                <a:moveTo>
                  <a:pt x="23109" y="40589"/>
                </a:moveTo>
                <a:lnTo>
                  <a:pt x="17479" y="40589"/>
                </a:lnTo>
                <a:lnTo>
                  <a:pt x="15196" y="38306"/>
                </a:lnTo>
                <a:lnTo>
                  <a:pt x="15196" y="25392"/>
                </a:lnTo>
                <a:lnTo>
                  <a:pt x="2283" y="25392"/>
                </a:lnTo>
                <a:lnTo>
                  <a:pt x="0" y="23109"/>
                </a:lnTo>
                <a:lnTo>
                  <a:pt x="0" y="17479"/>
                </a:lnTo>
                <a:lnTo>
                  <a:pt x="2283" y="15196"/>
                </a:lnTo>
                <a:lnTo>
                  <a:pt x="15196" y="15196"/>
                </a:lnTo>
                <a:lnTo>
                  <a:pt x="15196" y="2283"/>
                </a:lnTo>
                <a:lnTo>
                  <a:pt x="17479" y="0"/>
                </a:lnTo>
                <a:lnTo>
                  <a:pt x="23109" y="0"/>
                </a:lnTo>
                <a:lnTo>
                  <a:pt x="25392" y="2283"/>
                </a:lnTo>
                <a:lnTo>
                  <a:pt x="25392" y="15196"/>
                </a:lnTo>
                <a:lnTo>
                  <a:pt x="35490" y="15196"/>
                </a:lnTo>
                <a:lnTo>
                  <a:pt x="38312" y="15196"/>
                </a:lnTo>
                <a:lnTo>
                  <a:pt x="40595" y="17479"/>
                </a:lnTo>
                <a:lnTo>
                  <a:pt x="40589" y="23109"/>
                </a:lnTo>
                <a:lnTo>
                  <a:pt x="38305" y="25392"/>
                </a:lnTo>
                <a:lnTo>
                  <a:pt x="25392" y="25392"/>
                </a:lnTo>
                <a:lnTo>
                  <a:pt x="25392" y="38305"/>
                </a:lnTo>
                <a:lnTo>
                  <a:pt x="23109" y="40589"/>
                </a:lnTo>
                <a:close/>
              </a:path>
            </a:pathLst>
          </a:custGeom>
          <a:solidFill>
            <a:srgbClr val="0070C8"/>
          </a:solidFill>
        </p:spPr>
        <p:txBody>
          <a:bodyPr wrap="square" lIns="0" tIns="0" rIns="0" bIns="0" rtlCol="0"/>
          <a:lstStyle/>
          <a:p>
            <a:endParaRPr sz="700"/>
          </a:p>
        </p:txBody>
      </p:sp>
      <p:sp>
        <p:nvSpPr>
          <p:cNvPr id="209" name="object 209"/>
          <p:cNvSpPr/>
          <p:nvPr/>
        </p:nvSpPr>
        <p:spPr>
          <a:xfrm>
            <a:off x="809212" y="3905940"/>
            <a:ext cx="18733" cy="18733"/>
          </a:xfrm>
          <a:custGeom>
            <a:avLst/>
            <a:gdLst/>
            <a:ahLst/>
            <a:cxnLst/>
            <a:rect l="l" t="t" r="r" b="b"/>
            <a:pathLst>
              <a:path w="37464" h="37465">
                <a:moveTo>
                  <a:pt x="21226" y="37282"/>
                </a:moveTo>
                <a:lnTo>
                  <a:pt x="16056" y="37282"/>
                </a:lnTo>
                <a:lnTo>
                  <a:pt x="13956" y="35182"/>
                </a:lnTo>
                <a:lnTo>
                  <a:pt x="13956" y="23326"/>
                </a:lnTo>
                <a:lnTo>
                  <a:pt x="2099" y="23326"/>
                </a:lnTo>
                <a:lnTo>
                  <a:pt x="0" y="21226"/>
                </a:lnTo>
                <a:lnTo>
                  <a:pt x="0" y="16056"/>
                </a:lnTo>
                <a:lnTo>
                  <a:pt x="2099" y="13956"/>
                </a:lnTo>
                <a:lnTo>
                  <a:pt x="13956" y="13956"/>
                </a:lnTo>
                <a:lnTo>
                  <a:pt x="13956" y="2099"/>
                </a:lnTo>
                <a:lnTo>
                  <a:pt x="16056" y="0"/>
                </a:lnTo>
                <a:lnTo>
                  <a:pt x="21226" y="0"/>
                </a:lnTo>
                <a:lnTo>
                  <a:pt x="23326" y="2099"/>
                </a:lnTo>
                <a:lnTo>
                  <a:pt x="23326" y="13956"/>
                </a:lnTo>
                <a:lnTo>
                  <a:pt x="32597" y="13956"/>
                </a:lnTo>
                <a:lnTo>
                  <a:pt x="35182" y="13956"/>
                </a:lnTo>
                <a:lnTo>
                  <a:pt x="37276" y="16056"/>
                </a:lnTo>
                <a:lnTo>
                  <a:pt x="37282" y="21226"/>
                </a:lnTo>
                <a:lnTo>
                  <a:pt x="35182" y="23326"/>
                </a:lnTo>
                <a:lnTo>
                  <a:pt x="23326" y="23326"/>
                </a:lnTo>
                <a:lnTo>
                  <a:pt x="23326" y="35182"/>
                </a:lnTo>
                <a:lnTo>
                  <a:pt x="21226" y="37282"/>
                </a:lnTo>
                <a:close/>
              </a:path>
            </a:pathLst>
          </a:custGeom>
          <a:solidFill>
            <a:srgbClr val="0070C8"/>
          </a:solidFill>
        </p:spPr>
        <p:txBody>
          <a:bodyPr wrap="square" lIns="0" tIns="0" rIns="0" bIns="0" rtlCol="0"/>
          <a:lstStyle/>
          <a:p>
            <a:endParaRPr sz="700"/>
          </a:p>
        </p:txBody>
      </p:sp>
      <p:grpSp>
        <p:nvGrpSpPr>
          <p:cNvPr id="210" name="object 210"/>
          <p:cNvGrpSpPr/>
          <p:nvPr/>
        </p:nvGrpSpPr>
        <p:grpSpPr>
          <a:xfrm>
            <a:off x="890634" y="4326455"/>
            <a:ext cx="55245" cy="817245"/>
            <a:chOff x="1781267" y="8652910"/>
            <a:chExt cx="110489" cy="1634489"/>
          </a:xfrm>
        </p:grpSpPr>
        <p:sp>
          <p:nvSpPr>
            <p:cNvPr id="211" name="object 211"/>
            <p:cNvSpPr/>
            <p:nvPr/>
          </p:nvSpPr>
          <p:spPr>
            <a:xfrm>
              <a:off x="1781263" y="9369894"/>
              <a:ext cx="110489" cy="917575"/>
            </a:xfrm>
            <a:custGeom>
              <a:avLst/>
              <a:gdLst/>
              <a:ahLst/>
              <a:cxnLst/>
              <a:rect l="l" t="t" r="r" b="b"/>
              <a:pathLst>
                <a:path w="110489" h="917575">
                  <a:moveTo>
                    <a:pt x="98691" y="36106"/>
                  </a:moveTo>
                  <a:lnTo>
                    <a:pt x="93980" y="31381"/>
                  </a:lnTo>
                  <a:lnTo>
                    <a:pt x="88163" y="31381"/>
                  </a:lnTo>
                  <a:lnTo>
                    <a:pt x="67310" y="31381"/>
                  </a:lnTo>
                  <a:lnTo>
                    <a:pt x="67310" y="4711"/>
                  </a:lnTo>
                  <a:lnTo>
                    <a:pt x="62585" y="0"/>
                  </a:lnTo>
                  <a:lnTo>
                    <a:pt x="50952" y="0"/>
                  </a:lnTo>
                  <a:lnTo>
                    <a:pt x="46228" y="4711"/>
                  </a:lnTo>
                  <a:lnTo>
                    <a:pt x="46228" y="31381"/>
                  </a:lnTo>
                  <a:lnTo>
                    <a:pt x="19558" y="31381"/>
                  </a:lnTo>
                  <a:lnTo>
                    <a:pt x="14846" y="36106"/>
                  </a:lnTo>
                  <a:lnTo>
                    <a:pt x="14846" y="47739"/>
                  </a:lnTo>
                  <a:lnTo>
                    <a:pt x="19558" y="52463"/>
                  </a:lnTo>
                  <a:lnTo>
                    <a:pt x="46228" y="52463"/>
                  </a:lnTo>
                  <a:lnTo>
                    <a:pt x="46228" y="79133"/>
                  </a:lnTo>
                  <a:lnTo>
                    <a:pt x="50952" y="83845"/>
                  </a:lnTo>
                  <a:lnTo>
                    <a:pt x="62585" y="83845"/>
                  </a:lnTo>
                  <a:lnTo>
                    <a:pt x="67310" y="79133"/>
                  </a:lnTo>
                  <a:lnTo>
                    <a:pt x="67310" y="52463"/>
                  </a:lnTo>
                  <a:lnTo>
                    <a:pt x="93980" y="52463"/>
                  </a:lnTo>
                  <a:lnTo>
                    <a:pt x="98691" y="47739"/>
                  </a:lnTo>
                  <a:lnTo>
                    <a:pt x="98691" y="36106"/>
                  </a:lnTo>
                  <a:close/>
                </a:path>
                <a:path w="110489" h="917575">
                  <a:moveTo>
                    <a:pt x="100177" y="139954"/>
                  </a:moveTo>
                  <a:lnTo>
                    <a:pt x="95262" y="135051"/>
                  </a:lnTo>
                  <a:lnTo>
                    <a:pt x="89217" y="135051"/>
                  </a:lnTo>
                  <a:lnTo>
                    <a:pt x="67538" y="135051"/>
                  </a:lnTo>
                  <a:lnTo>
                    <a:pt x="67538" y="107327"/>
                  </a:lnTo>
                  <a:lnTo>
                    <a:pt x="62636" y="102425"/>
                  </a:lnTo>
                  <a:lnTo>
                    <a:pt x="50533" y="102425"/>
                  </a:lnTo>
                  <a:lnTo>
                    <a:pt x="45618" y="107315"/>
                  </a:lnTo>
                  <a:lnTo>
                    <a:pt x="45618" y="135051"/>
                  </a:lnTo>
                  <a:lnTo>
                    <a:pt x="17894" y="135051"/>
                  </a:lnTo>
                  <a:lnTo>
                    <a:pt x="12979" y="139954"/>
                  </a:lnTo>
                  <a:lnTo>
                    <a:pt x="12979" y="152069"/>
                  </a:lnTo>
                  <a:lnTo>
                    <a:pt x="17881" y="156972"/>
                  </a:lnTo>
                  <a:lnTo>
                    <a:pt x="45618" y="156972"/>
                  </a:lnTo>
                  <a:lnTo>
                    <a:pt x="45618" y="184696"/>
                  </a:lnTo>
                  <a:lnTo>
                    <a:pt x="50520" y="189611"/>
                  </a:lnTo>
                  <a:lnTo>
                    <a:pt x="62623" y="189611"/>
                  </a:lnTo>
                  <a:lnTo>
                    <a:pt x="67538" y="184708"/>
                  </a:lnTo>
                  <a:lnTo>
                    <a:pt x="67538" y="156972"/>
                  </a:lnTo>
                  <a:lnTo>
                    <a:pt x="95262" y="156972"/>
                  </a:lnTo>
                  <a:lnTo>
                    <a:pt x="100177" y="152069"/>
                  </a:lnTo>
                  <a:lnTo>
                    <a:pt x="100177" y="139954"/>
                  </a:lnTo>
                  <a:close/>
                </a:path>
                <a:path w="110489" h="917575">
                  <a:moveTo>
                    <a:pt x="101638" y="243814"/>
                  </a:moveTo>
                  <a:lnTo>
                    <a:pt x="96545" y="238734"/>
                  </a:lnTo>
                  <a:lnTo>
                    <a:pt x="90271" y="238734"/>
                  </a:lnTo>
                  <a:lnTo>
                    <a:pt x="67767" y="238734"/>
                  </a:lnTo>
                  <a:lnTo>
                    <a:pt x="67767" y="209943"/>
                  </a:lnTo>
                  <a:lnTo>
                    <a:pt x="62674" y="204851"/>
                  </a:lnTo>
                  <a:lnTo>
                    <a:pt x="50114" y="204851"/>
                  </a:lnTo>
                  <a:lnTo>
                    <a:pt x="45021" y="209943"/>
                  </a:lnTo>
                  <a:lnTo>
                    <a:pt x="45021" y="238734"/>
                  </a:lnTo>
                  <a:lnTo>
                    <a:pt x="16243" y="238734"/>
                  </a:lnTo>
                  <a:lnTo>
                    <a:pt x="11150" y="243814"/>
                  </a:lnTo>
                  <a:lnTo>
                    <a:pt x="11150" y="256374"/>
                  </a:lnTo>
                  <a:lnTo>
                    <a:pt x="16243" y="261467"/>
                  </a:lnTo>
                  <a:lnTo>
                    <a:pt x="45021" y="261467"/>
                  </a:lnTo>
                  <a:lnTo>
                    <a:pt x="45021" y="290258"/>
                  </a:lnTo>
                  <a:lnTo>
                    <a:pt x="50114" y="295351"/>
                  </a:lnTo>
                  <a:lnTo>
                    <a:pt x="62674" y="295351"/>
                  </a:lnTo>
                  <a:lnTo>
                    <a:pt x="67767" y="290258"/>
                  </a:lnTo>
                  <a:lnTo>
                    <a:pt x="67767" y="261467"/>
                  </a:lnTo>
                  <a:lnTo>
                    <a:pt x="96545" y="261467"/>
                  </a:lnTo>
                  <a:lnTo>
                    <a:pt x="101638" y="256374"/>
                  </a:lnTo>
                  <a:lnTo>
                    <a:pt x="101638" y="243814"/>
                  </a:lnTo>
                  <a:close/>
                </a:path>
                <a:path w="110489" h="917575">
                  <a:moveTo>
                    <a:pt x="103111" y="347687"/>
                  </a:moveTo>
                  <a:lnTo>
                    <a:pt x="97840" y="342404"/>
                  </a:lnTo>
                  <a:lnTo>
                    <a:pt x="91325" y="342404"/>
                  </a:lnTo>
                  <a:lnTo>
                    <a:pt x="67983" y="342404"/>
                  </a:lnTo>
                  <a:lnTo>
                    <a:pt x="67983" y="312547"/>
                  </a:lnTo>
                  <a:lnTo>
                    <a:pt x="62699" y="307276"/>
                  </a:lnTo>
                  <a:lnTo>
                    <a:pt x="49682" y="307276"/>
                  </a:lnTo>
                  <a:lnTo>
                    <a:pt x="44399" y="312547"/>
                  </a:lnTo>
                  <a:lnTo>
                    <a:pt x="44399" y="342404"/>
                  </a:lnTo>
                  <a:lnTo>
                    <a:pt x="14554" y="342404"/>
                  </a:lnTo>
                  <a:lnTo>
                    <a:pt x="9271" y="347687"/>
                  </a:lnTo>
                  <a:lnTo>
                    <a:pt x="9271" y="360705"/>
                  </a:lnTo>
                  <a:lnTo>
                    <a:pt x="14554" y="365988"/>
                  </a:lnTo>
                  <a:lnTo>
                    <a:pt x="44399" y="365988"/>
                  </a:lnTo>
                  <a:lnTo>
                    <a:pt x="44399" y="395833"/>
                  </a:lnTo>
                  <a:lnTo>
                    <a:pt x="49682" y="401116"/>
                  </a:lnTo>
                  <a:lnTo>
                    <a:pt x="62699" y="401116"/>
                  </a:lnTo>
                  <a:lnTo>
                    <a:pt x="67983" y="395833"/>
                  </a:lnTo>
                  <a:lnTo>
                    <a:pt x="67983" y="365988"/>
                  </a:lnTo>
                  <a:lnTo>
                    <a:pt x="97828" y="365988"/>
                  </a:lnTo>
                  <a:lnTo>
                    <a:pt x="103111" y="360705"/>
                  </a:lnTo>
                  <a:lnTo>
                    <a:pt x="103111" y="347687"/>
                  </a:lnTo>
                  <a:close/>
                </a:path>
                <a:path w="110489" h="917575">
                  <a:moveTo>
                    <a:pt x="104584" y="451535"/>
                  </a:moveTo>
                  <a:lnTo>
                    <a:pt x="99123" y="446074"/>
                  </a:lnTo>
                  <a:lnTo>
                    <a:pt x="92379" y="446074"/>
                  </a:lnTo>
                  <a:lnTo>
                    <a:pt x="68211" y="446074"/>
                  </a:lnTo>
                  <a:lnTo>
                    <a:pt x="68211" y="415163"/>
                  </a:lnTo>
                  <a:lnTo>
                    <a:pt x="62750" y="409702"/>
                  </a:lnTo>
                  <a:lnTo>
                    <a:pt x="49250" y="409702"/>
                  </a:lnTo>
                  <a:lnTo>
                    <a:pt x="43789" y="415163"/>
                  </a:lnTo>
                  <a:lnTo>
                    <a:pt x="43789" y="446074"/>
                  </a:lnTo>
                  <a:lnTo>
                    <a:pt x="12877" y="446074"/>
                  </a:lnTo>
                  <a:lnTo>
                    <a:pt x="7416" y="451535"/>
                  </a:lnTo>
                  <a:lnTo>
                    <a:pt x="7416" y="465023"/>
                  </a:lnTo>
                  <a:lnTo>
                    <a:pt x="12877" y="470496"/>
                  </a:lnTo>
                  <a:lnTo>
                    <a:pt x="43789" y="470496"/>
                  </a:lnTo>
                  <a:lnTo>
                    <a:pt x="43789" y="501408"/>
                  </a:lnTo>
                  <a:lnTo>
                    <a:pt x="49250" y="506869"/>
                  </a:lnTo>
                  <a:lnTo>
                    <a:pt x="62750" y="506869"/>
                  </a:lnTo>
                  <a:lnTo>
                    <a:pt x="68211" y="501408"/>
                  </a:lnTo>
                  <a:lnTo>
                    <a:pt x="68211" y="470496"/>
                  </a:lnTo>
                  <a:lnTo>
                    <a:pt x="99123" y="470496"/>
                  </a:lnTo>
                  <a:lnTo>
                    <a:pt x="104584" y="465023"/>
                  </a:lnTo>
                  <a:lnTo>
                    <a:pt x="104584" y="451535"/>
                  </a:lnTo>
                  <a:close/>
                </a:path>
                <a:path w="110489" h="917575">
                  <a:moveTo>
                    <a:pt x="106057" y="555396"/>
                  </a:moveTo>
                  <a:lnTo>
                    <a:pt x="100406" y="549744"/>
                  </a:lnTo>
                  <a:lnTo>
                    <a:pt x="93433" y="549744"/>
                  </a:lnTo>
                  <a:lnTo>
                    <a:pt x="68440" y="549744"/>
                  </a:lnTo>
                  <a:lnTo>
                    <a:pt x="68440" y="517766"/>
                  </a:lnTo>
                  <a:lnTo>
                    <a:pt x="62788" y="512127"/>
                  </a:lnTo>
                  <a:lnTo>
                    <a:pt x="48844" y="512127"/>
                  </a:lnTo>
                  <a:lnTo>
                    <a:pt x="43192" y="517779"/>
                  </a:lnTo>
                  <a:lnTo>
                    <a:pt x="43192" y="549744"/>
                  </a:lnTo>
                  <a:lnTo>
                    <a:pt x="11226" y="549744"/>
                  </a:lnTo>
                  <a:lnTo>
                    <a:pt x="5575" y="555396"/>
                  </a:lnTo>
                  <a:lnTo>
                    <a:pt x="5575" y="569328"/>
                  </a:lnTo>
                  <a:lnTo>
                    <a:pt x="11226" y="574992"/>
                  </a:lnTo>
                  <a:lnTo>
                    <a:pt x="43192" y="574992"/>
                  </a:lnTo>
                  <a:lnTo>
                    <a:pt x="43192" y="606958"/>
                  </a:lnTo>
                  <a:lnTo>
                    <a:pt x="48844" y="612609"/>
                  </a:lnTo>
                  <a:lnTo>
                    <a:pt x="62788" y="612609"/>
                  </a:lnTo>
                  <a:lnTo>
                    <a:pt x="68440" y="606945"/>
                  </a:lnTo>
                  <a:lnTo>
                    <a:pt x="68440" y="574992"/>
                  </a:lnTo>
                  <a:lnTo>
                    <a:pt x="100406" y="574992"/>
                  </a:lnTo>
                  <a:lnTo>
                    <a:pt x="106057" y="569328"/>
                  </a:lnTo>
                  <a:lnTo>
                    <a:pt x="106057" y="555396"/>
                  </a:lnTo>
                  <a:close/>
                </a:path>
                <a:path w="110489" h="917575">
                  <a:moveTo>
                    <a:pt x="110477" y="866965"/>
                  </a:moveTo>
                  <a:lnTo>
                    <a:pt x="104267" y="860755"/>
                  </a:lnTo>
                  <a:lnTo>
                    <a:pt x="69126" y="860755"/>
                  </a:lnTo>
                  <a:lnTo>
                    <a:pt x="69113" y="825614"/>
                  </a:lnTo>
                  <a:lnTo>
                    <a:pt x="65252" y="821740"/>
                  </a:lnTo>
                  <a:lnTo>
                    <a:pt x="68897" y="818095"/>
                  </a:lnTo>
                  <a:lnTo>
                    <a:pt x="68897" y="784009"/>
                  </a:lnTo>
                  <a:lnTo>
                    <a:pt x="102971" y="784009"/>
                  </a:lnTo>
                  <a:lnTo>
                    <a:pt x="109004" y="777976"/>
                  </a:lnTo>
                  <a:lnTo>
                    <a:pt x="109004" y="763104"/>
                  </a:lnTo>
                  <a:lnTo>
                    <a:pt x="102971" y="757085"/>
                  </a:lnTo>
                  <a:lnTo>
                    <a:pt x="95542" y="757085"/>
                  </a:lnTo>
                  <a:lnTo>
                    <a:pt x="68897" y="757085"/>
                  </a:lnTo>
                  <a:lnTo>
                    <a:pt x="68897" y="722998"/>
                  </a:lnTo>
                  <a:lnTo>
                    <a:pt x="63538" y="717651"/>
                  </a:lnTo>
                  <a:lnTo>
                    <a:pt x="68668" y="712520"/>
                  </a:lnTo>
                  <a:lnTo>
                    <a:pt x="68668" y="679500"/>
                  </a:lnTo>
                  <a:lnTo>
                    <a:pt x="101688" y="679500"/>
                  </a:lnTo>
                  <a:lnTo>
                    <a:pt x="107530" y="673658"/>
                  </a:lnTo>
                  <a:lnTo>
                    <a:pt x="107530" y="659244"/>
                  </a:lnTo>
                  <a:lnTo>
                    <a:pt x="101701" y="653415"/>
                  </a:lnTo>
                  <a:lnTo>
                    <a:pt x="94488" y="653415"/>
                  </a:lnTo>
                  <a:lnTo>
                    <a:pt x="68668" y="653415"/>
                  </a:lnTo>
                  <a:lnTo>
                    <a:pt x="68668" y="620382"/>
                  </a:lnTo>
                  <a:lnTo>
                    <a:pt x="62826" y="614553"/>
                  </a:lnTo>
                  <a:lnTo>
                    <a:pt x="48412" y="614553"/>
                  </a:lnTo>
                  <a:lnTo>
                    <a:pt x="42570" y="620382"/>
                  </a:lnTo>
                  <a:lnTo>
                    <a:pt x="42570" y="653415"/>
                  </a:lnTo>
                  <a:lnTo>
                    <a:pt x="9550" y="653415"/>
                  </a:lnTo>
                  <a:lnTo>
                    <a:pt x="3708" y="659244"/>
                  </a:lnTo>
                  <a:lnTo>
                    <a:pt x="3708" y="673658"/>
                  </a:lnTo>
                  <a:lnTo>
                    <a:pt x="9550" y="679500"/>
                  </a:lnTo>
                  <a:lnTo>
                    <a:pt x="42570" y="679500"/>
                  </a:lnTo>
                  <a:lnTo>
                    <a:pt x="42570" y="712520"/>
                  </a:lnTo>
                  <a:lnTo>
                    <a:pt x="47498" y="717461"/>
                  </a:lnTo>
                  <a:lnTo>
                    <a:pt x="41960" y="722998"/>
                  </a:lnTo>
                  <a:lnTo>
                    <a:pt x="41960" y="757085"/>
                  </a:lnTo>
                  <a:lnTo>
                    <a:pt x="7886" y="757085"/>
                  </a:lnTo>
                  <a:lnTo>
                    <a:pt x="1854" y="763117"/>
                  </a:lnTo>
                  <a:lnTo>
                    <a:pt x="1854" y="777976"/>
                  </a:lnTo>
                  <a:lnTo>
                    <a:pt x="7886" y="784009"/>
                  </a:lnTo>
                  <a:lnTo>
                    <a:pt x="41960" y="784009"/>
                  </a:lnTo>
                  <a:lnTo>
                    <a:pt x="41960" y="818095"/>
                  </a:lnTo>
                  <a:lnTo>
                    <a:pt x="45415" y="821550"/>
                  </a:lnTo>
                  <a:lnTo>
                    <a:pt x="41351" y="825614"/>
                  </a:lnTo>
                  <a:lnTo>
                    <a:pt x="41351" y="860755"/>
                  </a:lnTo>
                  <a:lnTo>
                    <a:pt x="6223" y="860755"/>
                  </a:lnTo>
                  <a:lnTo>
                    <a:pt x="0" y="866965"/>
                  </a:lnTo>
                  <a:lnTo>
                    <a:pt x="0" y="882307"/>
                  </a:lnTo>
                  <a:lnTo>
                    <a:pt x="6210" y="888517"/>
                  </a:lnTo>
                  <a:lnTo>
                    <a:pt x="41351" y="888517"/>
                  </a:lnTo>
                  <a:lnTo>
                    <a:pt x="41351" y="917105"/>
                  </a:lnTo>
                  <a:lnTo>
                    <a:pt x="69126" y="917105"/>
                  </a:lnTo>
                  <a:lnTo>
                    <a:pt x="69126" y="888517"/>
                  </a:lnTo>
                  <a:lnTo>
                    <a:pt x="104267" y="888517"/>
                  </a:lnTo>
                  <a:lnTo>
                    <a:pt x="110477" y="882307"/>
                  </a:lnTo>
                  <a:lnTo>
                    <a:pt x="110477" y="866965"/>
                  </a:lnTo>
                  <a:close/>
                </a:path>
              </a:pathLst>
            </a:custGeom>
            <a:solidFill>
              <a:srgbClr val="0070C8"/>
            </a:solidFill>
          </p:spPr>
          <p:txBody>
            <a:bodyPr wrap="square" lIns="0" tIns="0" rIns="0" bIns="0" rtlCol="0"/>
            <a:lstStyle/>
            <a:p>
              <a:endParaRPr sz="700"/>
            </a:p>
          </p:txBody>
        </p:sp>
        <p:pic>
          <p:nvPicPr>
            <p:cNvPr id="212" name="object 212"/>
            <p:cNvPicPr/>
            <p:nvPr/>
          </p:nvPicPr>
          <p:blipFill>
            <a:blip r:embed="rId55" cstate="print"/>
            <a:stretch>
              <a:fillRect/>
            </a:stretch>
          </p:blipFill>
          <p:spPr>
            <a:xfrm>
              <a:off x="1797974" y="9267463"/>
              <a:ext cx="80523" cy="80522"/>
            </a:xfrm>
            <a:prstGeom prst="rect">
              <a:avLst/>
            </a:prstGeom>
          </p:spPr>
        </p:pic>
        <p:pic>
          <p:nvPicPr>
            <p:cNvPr id="213" name="object 213"/>
            <p:cNvPicPr/>
            <p:nvPr/>
          </p:nvPicPr>
          <p:blipFill>
            <a:blip r:embed="rId55" cstate="print"/>
            <a:stretch>
              <a:fillRect/>
            </a:stretch>
          </p:blipFill>
          <p:spPr>
            <a:xfrm>
              <a:off x="1799830" y="9165037"/>
              <a:ext cx="77190" cy="77189"/>
            </a:xfrm>
            <a:prstGeom prst="rect">
              <a:avLst/>
            </a:prstGeom>
          </p:spPr>
        </p:pic>
        <p:pic>
          <p:nvPicPr>
            <p:cNvPr id="214" name="object 214"/>
            <p:cNvPicPr/>
            <p:nvPr/>
          </p:nvPicPr>
          <p:blipFill>
            <a:blip r:embed="rId16" cstate="print"/>
            <a:stretch>
              <a:fillRect/>
            </a:stretch>
          </p:blipFill>
          <p:spPr>
            <a:xfrm>
              <a:off x="1801668" y="9062605"/>
              <a:ext cx="73882" cy="73882"/>
            </a:xfrm>
            <a:prstGeom prst="rect">
              <a:avLst/>
            </a:prstGeom>
          </p:spPr>
        </p:pic>
        <p:pic>
          <p:nvPicPr>
            <p:cNvPr id="215" name="object 215"/>
            <p:cNvPicPr/>
            <p:nvPr/>
          </p:nvPicPr>
          <p:blipFill>
            <a:blip r:embed="rId26" cstate="print"/>
            <a:stretch>
              <a:fillRect/>
            </a:stretch>
          </p:blipFill>
          <p:spPr>
            <a:xfrm>
              <a:off x="1803524" y="8960180"/>
              <a:ext cx="70550" cy="70550"/>
            </a:xfrm>
            <a:prstGeom prst="rect">
              <a:avLst/>
            </a:prstGeom>
          </p:spPr>
        </p:pic>
        <p:pic>
          <p:nvPicPr>
            <p:cNvPr id="216" name="object 216"/>
            <p:cNvPicPr/>
            <p:nvPr/>
          </p:nvPicPr>
          <p:blipFill>
            <a:blip r:embed="rId18" cstate="print"/>
            <a:stretch>
              <a:fillRect/>
            </a:stretch>
          </p:blipFill>
          <p:spPr>
            <a:xfrm>
              <a:off x="1805388" y="8857755"/>
              <a:ext cx="67216" cy="67216"/>
            </a:xfrm>
            <a:prstGeom prst="rect">
              <a:avLst/>
            </a:prstGeom>
          </p:spPr>
        </p:pic>
        <p:pic>
          <p:nvPicPr>
            <p:cNvPr id="217" name="object 217"/>
            <p:cNvPicPr/>
            <p:nvPr/>
          </p:nvPicPr>
          <p:blipFill>
            <a:blip r:embed="rId56" cstate="print"/>
            <a:stretch>
              <a:fillRect/>
            </a:stretch>
          </p:blipFill>
          <p:spPr>
            <a:xfrm>
              <a:off x="1807232" y="8755336"/>
              <a:ext cx="63902" cy="63896"/>
            </a:xfrm>
            <a:prstGeom prst="rect">
              <a:avLst/>
            </a:prstGeom>
          </p:spPr>
        </p:pic>
        <p:sp>
          <p:nvSpPr>
            <p:cNvPr id="218" name="object 218"/>
            <p:cNvSpPr/>
            <p:nvPr/>
          </p:nvSpPr>
          <p:spPr>
            <a:xfrm>
              <a:off x="1809096" y="8652910"/>
              <a:ext cx="60960" cy="60960"/>
            </a:xfrm>
            <a:custGeom>
              <a:avLst/>
              <a:gdLst/>
              <a:ahLst/>
              <a:cxnLst/>
              <a:rect l="l" t="t" r="r" b="b"/>
              <a:pathLst>
                <a:path w="60960" h="60959">
                  <a:moveTo>
                    <a:pt x="34486" y="60563"/>
                  </a:moveTo>
                  <a:lnTo>
                    <a:pt x="26075" y="60563"/>
                  </a:lnTo>
                  <a:lnTo>
                    <a:pt x="22669" y="57157"/>
                  </a:lnTo>
                  <a:lnTo>
                    <a:pt x="22669" y="37892"/>
                  </a:lnTo>
                  <a:lnTo>
                    <a:pt x="3405" y="37892"/>
                  </a:lnTo>
                  <a:lnTo>
                    <a:pt x="0" y="34487"/>
                  </a:lnTo>
                  <a:lnTo>
                    <a:pt x="0" y="26075"/>
                  </a:lnTo>
                  <a:lnTo>
                    <a:pt x="3405" y="22670"/>
                  </a:lnTo>
                  <a:lnTo>
                    <a:pt x="22669" y="22670"/>
                  </a:lnTo>
                  <a:lnTo>
                    <a:pt x="22669" y="3405"/>
                  </a:lnTo>
                  <a:lnTo>
                    <a:pt x="26075" y="0"/>
                  </a:lnTo>
                  <a:lnTo>
                    <a:pt x="34486" y="0"/>
                  </a:lnTo>
                  <a:lnTo>
                    <a:pt x="37892" y="3405"/>
                  </a:lnTo>
                  <a:lnTo>
                    <a:pt x="37892" y="22670"/>
                  </a:lnTo>
                  <a:lnTo>
                    <a:pt x="52950" y="22670"/>
                  </a:lnTo>
                  <a:lnTo>
                    <a:pt x="57156" y="22670"/>
                  </a:lnTo>
                  <a:lnTo>
                    <a:pt x="60561" y="26075"/>
                  </a:lnTo>
                  <a:lnTo>
                    <a:pt x="60561" y="34487"/>
                  </a:lnTo>
                  <a:lnTo>
                    <a:pt x="57156" y="37892"/>
                  </a:lnTo>
                  <a:lnTo>
                    <a:pt x="37892" y="37892"/>
                  </a:lnTo>
                  <a:lnTo>
                    <a:pt x="37892" y="57157"/>
                  </a:lnTo>
                  <a:lnTo>
                    <a:pt x="34486" y="60563"/>
                  </a:lnTo>
                  <a:close/>
                </a:path>
              </a:pathLst>
            </a:custGeom>
            <a:solidFill>
              <a:srgbClr val="0070C8"/>
            </a:solidFill>
          </p:spPr>
          <p:txBody>
            <a:bodyPr wrap="square" lIns="0" tIns="0" rIns="0" bIns="0" rtlCol="0"/>
            <a:lstStyle/>
            <a:p>
              <a:endParaRPr sz="700"/>
            </a:p>
          </p:txBody>
        </p:sp>
      </p:grpSp>
      <p:sp>
        <p:nvSpPr>
          <p:cNvPr id="219" name="object 219"/>
          <p:cNvSpPr/>
          <p:nvPr/>
        </p:nvSpPr>
        <p:spPr>
          <a:xfrm>
            <a:off x="905480" y="4275243"/>
            <a:ext cx="28893" cy="28893"/>
          </a:xfrm>
          <a:custGeom>
            <a:avLst/>
            <a:gdLst/>
            <a:ahLst/>
            <a:cxnLst/>
            <a:rect l="l" t="t" r="r" b="b"/>
            <a:pathLst>
              <a:path w="57785" h="57784">
                <a:moveTo>
                  <a:pt x="32584" y="57229"/>
                </a:moveTo>
                <a:lnTo>
                  <a:pt x="24645" y="57229"/>
                </a:lnTo>
                <a:lnTo>
                  <a:pt x="21423" y="54007"/>
                </a:lnTo>
                <a:lnTo>
                  <a:pt x="21423" y="35806"/>
                </a:lnTo>
                <a:lnTo>
                  <a:pt x="3221" y="35806"/>
                </a:lnTo>
                <a:lnTo>
                  <a:pt x="0" y="32584"/>
                </a:lnTo>
                <a:lnTo>
                  <a:pt x="0" y="24645"/>
                </a:lnTo>
                <a:lnTo>
                  <a:pt x="3221" y="21423"/>
                </a:lnTo>
                <a:lnTo>
                  <a:pt x="21423" y="21423"/>
                </a:lnTo>
                <a:lnTo>
                  <a:pt x="21423" y="3221"/>
                </a:lnTo>
                <a:lnTo>
                  <a:pt x="24645" y="0"/>
                </a:lnTo>
                <a:lnTo>
                  <a:pt x="32584" y="0"/>
                </a:lnTo>
                <a:lnTo>
                  <a:pt x="35806" y="3221"/>
                </a:lnTo>
                <a:lnTo>
                  <a:pt x="35806" y="21423"/>
                </a:lnTo>
                <a:lnTo>
                  <a:pt x="50038" y="21423"/>
                </a:lnTo>
                <a:lnTo>
                  <a:pt x="54008" y="21423"/>
                </a:lnTo>
                <a:lnTo>
                  <a:pt x="57229" y="24645"/>
                </a:lnTo>
                <a:lnTo>
                  <a:pt x="57229" y="32584"/>
                </a:lnTo>
                <a:lnTo>
                  <a:pt x="54008" y="35806"/>
                </a:lnTo>
                <a:lnTo>
                  <a:pt x="35806" y="35806"/>
                </a:lnTo>
                <a:lnTo>
                  <a:pt x="35806" y="54007"/>
                </a:lnTo>
                <a:lnTo>
                  <a:pt x="32584" y="57229"/>
                </a:lnTo>
                <a:close/>
              </a:path>
            </a:pathLst>
          </a:custGeom>
          <a:solidFill>
            <a:srgbClr val="0070C8"/>
          </a:solidFill>
        </p:spPr>
        <p:txBody>
          <a:bodyPr wrap="square" lIns="0" tIns="0" rIns="0" bIns="0" rtlCol="0"/>
          <a:lstStyle/>
          <a:p>
            <a:endParaRPr sz="700"/>
          </a:p>
        </p:txBody>
      </p:sp>
      <p:sp>
        <p:nvSpPr>
          <p:cNvPr id="220" name="object 220"/>
          <p:cNvSpPr/>
          <p:nvPr/>
        </p:nvSpPr>
        <p:spPr>
          <a:xfrm>
            <a:off x="906408" y="4224030"/>
            <a:ext cx="26988" cy="26988"/>
          </a:xfrm>
          <a:custGeom>
            <a:avLst/>
            <a:gdLst/>
            <a:ahLst/>
            <a:cxnLst/>
            <a:rect l="l" t="t" r="r" b="b"/>
            <a:pathLst>
              <a:path w="53975" h="53975">
                <a:moveTo>
                  <a:pt x="30688" y="53896"/>
                </a:moveTo>
                <a:lnTo>
                  <a:pt x="23208" y="53896"/>
                </a:lnTo>
                <a:lnTo>
                  <a:pt x="20176" y="50864"/>
                </a:lnTo>
                <a:lnTo>
                  <a:pt x="20176" y="33719"/>
                </a:lnTo>
                <a:lnTo>
                  <a:pt x="3031" y="33719"/>
                </a:lnTo>
                <a:lnTo>
                  <a:pt x="0" y="30688"/>
                </a:lnTo>
                <a:lnTo>
                  <a:pt x="0" y="23208"/>
                </a:lnTo>
                <a:lnTo>
                  <a:pt x="3031" y="20176"/>
                </a:lnTo>
                <a:lnTo>
                  <a:pt x="20176" y="20176"/>
                </a:lnTo>
                <a:lnTo>
                  <a:pt x="20176" y="3031"/>
                </a:lnTo>
                <a:lnTo>
                  <a:pt x="23208" y="0"/>
                </a:lnTo>
                <a:lnTo>
                  <a:pt x="30688" y="0"/>
                </a:lnTo>
                <a:lnTo>
                  <a:pt x="33719" y="3031"/>
                </a:lnTo>
                <a:lnTo>
                  <a:pt x="33719" y="20176"/>
                </a:lnTo>
                <a:lnTo>
                  <a:pt x="47124" y="20176"/>
                </a:lnTo>
                <a:lnTo>
                  <a:pt x="50864" y="20176"/>
                </a:lnTo>
                <a:lnTo>
                  <a:pt x="53896" y="23208"/>
                </a:lnTo>
                <a:lnTo>
                  <a:pt x="53896" y="30688"/>
                </a:lnTo>
                <a:lnTo>
                  <a:pt x="50865" y="33719"/>
                </a:lnTo>
                <a:lnTo>
                  <a:pt x="33719" y="33719"/>
                </a:lnTo>
                <a:lnTo>
                  <a:pt x="33719" y="50864"/>
                </a:lnTo>
                <a:lnTo>
                  <a:pt x="30688" y="53896"/>
                </a:lnTo>
                <a:close/>
              </a:path>
            </a:pathLst>
          </a:custGeom>
          <a:solidFill>
            <a:srgbClr val="0070C8"/>
          </a:solidFill>
        </p:spPr>
        <p:txBody>
          <a:bodyPr wrap="square" lIns="0" tIns="0" rIns="0" bIns="0" rtlCol="0"/>
          <a:lstStyle/>
          <a:p>
            <a:endParaRPr sz="700"/>
          </a:p>
        </p:txBody>
      </p:sp>
      <p:sp>
        <p:nvSpPr>
          <p:cNvPr id="221" name="object 221"/>
          <p:cNvSpPr/>
          <p:nvPr/>
        </p:nvSpPr>
        <p:spPr>
          <a:xfrm>
            <a:off x="907327" y="4172817"/>
            <a:ext cx="25400" cy="25400"/>
          </a:xfrm>
          <a:custGeom>
            <a:avLst/>
            <a:gdLst/>
            <a:ahLst/>
            <a:cxnLst/>
            <a:rect l="l" t="t" r="r" b="b"/>
            <a:pathLst>
              <a:path w="50800" h="50800">
                <a:moveTo>
                  <a:pt x="28804" y="50589"/>
                </a:moveTo>
                <a:lnTo>
                  <a:pt x="21784" y="50589"/>
                </a:lnTo>
                <a:lnTo>
                  <a:pt x="18936" y="47741"/>
                </a:lnTo>
                <a:lnTo>
                  <a:pt x="18936" y="31652"/>
                </a:lnTo>
                <a:lnTo>
                  <a:pt x="2847" y="31652"/>
                </a:lnTo>
                <a:lnTo>
                  <a:pt x="0" y="28805"/>
                </a:lnTo>
                <a:lnTo>
                  <a:pt x="0" y="21784"/>
                </a:lnTo>
                <a:lnTo>
                  <a:pt x="2847" y="18936"/>
                </a:lnTo>
                <a:lnTo>
                  <a:pt x="18936" y="18936"/>
                </a:lnTo>
                <a:lnTo>
                  <a:pt x="18936" y="2847"/>
                </a:lnTo>
                <a:lnTo>
                  <a:pt x="21784" y="0"/>
                </a:lnTo>
                <a:lnTo>
                  <a:pt x="28804" y="0"/>
                </a:lnTo>
                <a:lnTo>
                  <a:pt x="31652" y="2847"/>
                </a:lnTo>
                <a:lnTo>
                  <a:pt x="31652" y="18936"/>
                </a:lnTo>
                <a:lnTo>
                  <a:pt x="44231" y="18936"/>
                </a:lnTo>
                <a:lnTo>
                  <a:pt x="47741" y="18936"/>
                </a:lnTo>
                <a:lnTo>
                  <a:pt x="50589" y="21777"/>
                </a:lnTo>
                <a:lnTo>
                  <a:pt x="50589" y="28804"/>
                </a:lnTo>
                <a:lnTo>
                  <a:pt x="47741" y="31652"/>
                </a:lnTo>
                <a:lnTo>
                  <a:pt x="31652" y="31652"/>
                </a:lnTo>
                <a:lnTo>
                  <a:pt x="31652" y="47741"/>
                </a:lnTo>
                <a:lnTo>
                  <a:pt x="28804" y="50589"/>
                </a:lnTo>
                <a:close/>
              </a:path>
            </a:pathLst>
          </a:custGeom>
          <a:solidFill>
            <a:srgbClr val="0070C8"/>
          </a:solidFill>
        </p:spPr>
        <p:txBody>
          <a:bodyPr wrap="square" lIns="0" tIns="0" rIns="0" bIns="0" rtlCol="0"/>
          <a:lstStyle/>
          <a:p>
            <a:endParaRPr sz="700"/>
          </a:p>
        </p:txBody>
      </p:sp>
      <p:sp>
        <p:nvSpPr>
          <p:cNvPr id="222" name="object 222"/>
          <p:cNvSpPr/>
          <p:nvPr/>
        </p:nvSpPr>
        <p:spPr>
          <a:xfrm>
            <a:off x="908255" y="4121604"/>
            <a:ext cx="23813" cy="23813"/>
          </a:xfrm>
          <a:custGeom>
            <a:avLst/>
            <a:gdLst/>
            <a:ahLst/>
            <a:cxnLst/>
            <a:rect l="l" t="t" r="r" b="b"/>
            <a:pathLst>
              <a:path w="47625" h="47625">
                <a:moveTo>
                  <a:pt x="26909" y="47256"/>
                </a:moveTo>
                <a:lnTo>
                  <a:pt x="20347" y="47256"/>
                </a:lnTo>
                <a:lnTo>
                  <a:pt x="17690" y="44598"/>
                </a:lnTo>
                <a:lnTo>
                  <a:pt x="17690" y="29566"/>
                </a:lnTo>
                <a:lnTo>
                  <a:pt x="2657" y="29566"/>
                </a:lnTo>
                <a:lnTo>
                  <a:pt x="0" y="26908"/>
                </a:lnTo>
                <a:lnTo>
                  <a:pt x="0" y="20347"/>
                </a:lnTo>
                <a:lnTo>
                  <a:pt x="2657" y="17689"/>
                </a:lnTo>
                <a:lnTo>
                  <a:pt x="17690" y="17689"/>
                </a:lnTo>
                <a:lnTo>
                  <a:pt x="17690" y="2657"/>
                </a:lnTo>
                <a:lnTo>
                  <a:pt x="20347" y="0"/>
                </a:lnTo>
                <a:lnTo>
                  <a:pt x="26909" y="0"/>
                </a:lnTo>
                <a:lnTo>
                  <a:pt x="29566" y="2657"/>
                </a:lnTo>
                <a:lnTo>
                  <a:pt x="29566" y="17689"/>
                </a:lnTo>
                <a:lnTo>
                  <a:pt x="41318" y="17689"/>
                </a:lnTo>
                <a:lnTo>
                  <a:pt x="44599" y="17689"/>
                </a:lnTo>
                <a:lnTo>
                  <a:pt x="47257" y="20347"/>
                </a:lnTo>
                <a:lnTo>
                  <a:pt x="47257" y="26908"/>
                </a:lnTo>
                <a:lnTo>
                  <a:pt x="44599" y="29566"/>
                </a:lnTo>
                <a:lnTo>
                  <a:pt x="29566" y="29566"/>
                </a:lnTo>
                <a:lnTo>
                  <a:pt x="29566" y="44598"/>
                </a:lnTo>
                <a:lnTo>
                  <a:pt x="26909" y="47256"/>
                </a:lnTo>
                <a:close/>
              </a:path>
            </a:pathLst>
          </a:custGeom>
          <a:solidFill>
            <a:srgbClr val="0070C8"/>
          </a:solidFill>
        </p:spPr>
        <p:txBody>
          <a:bodyPr wrap="square" lIns="0" tIns="0" rIns="0" bIns="0" rtlCol="0"/>
          <a:lstStyle/>
          <a:p>
            <a:endParaRPr sz="700"/>
          </a:p>
        </p:txBody>
      </p:sp>
      <p:sp>
        <p:nvSpPr>
          <p:cNvPr id="223" name="object 223"/>
          <p:cNvSpPr/>
          <p:nvPr/>
        </p:nvSpPr>
        <p:spPr>
          <a:xfrm>
            <a:off x="909187" y="4070391"/>
            <a:ext cx="22225" cy="22225"/>
          </a:xfrm>
          <a:custGeom>
            <a:avLst/>
            <a:gdLst/>
            <a:ahLst/>
            <a:cxnLst/>
            <a:rect l="l" t="t" r="r" b="b"/>
            <a:pathLst>
              <a:path w="44450" h="44450">
                <a:moveTo>
                  <a:pt x="25012" y="43922"/>
                </a:moveTo>
                <a:lnTo>
                  <a:pt x="18916" y="43922"/>
                </a:lnTo>
                <a:lnTo>
                  <a:pt x="16443" y="41455"/>
                </a:lnTo>
                <a:lnTo>
                  <a:pt x="16443" y="27479"/>
                </a:lnTo>
                <a:lnTo>
                  <a:pt x="2473" y="27479"/>
                </a:lnTo>
                <a:lnTo>
                  <a:pt x="0" y="25012"/>
                </a:lnTo>
                <a:lnTo>
                  <a:pt x="0" y="18916"/>
                </a:lnTo>
                <a:lnTo>
                  <a:pt x="2467" y="16443"/>
                </a:lnTo>
                <a:lnTo>
                  <a:pt x="16443" y="16443"/>
                </a:lnTo>
                <a:lnTo>
                  <a:pt x="16443" y="2473"/>
                </a:lnTo>
                <a:lnTo>
                  <a:pt x="18910" y="0"/>
                </a:lnTo>
                <a:lnTo>
                  <a:pt x="25005" y="0"/>
                </a:lnTo>
                <a:lnTo>
                  <a:pt x="27479" y="2467"/>
                </a:lnTo>
                <a:lnTo>
                  <a:pt x="27479" y="16443"/>
                </a:lnTo>
                <a:lnTo>
                  <a:pt x="38404" y="16443"/>
                </a:lnTo>
                <a:lnTo>
                  <a:pt x="41449" y="16443"/>
                </a:lnTo>
                <a:lnTo>
                  <a:pt x="43922" y="18916"/>
                </a:lnTo>
                <a:lnTo>
                  <a:pt x="43922" y="25005"/>
                </a:lnTo>
                <a:lnTo>
                  <a:pt x="41455" y="27479"/>
                </a:lnTo>
                <a:lnTo>
                  <a:pt x="27479" y="27479"/>
                </a:lnTo>
                <a:lnTo>
                  <a:pt x="27479" y="41449"/>
                </a:lnTo>
                <a:lnTo>
                  <a:pt x="25012" y="43922"/>
                </a:lnTo>
                <a:close/>
              </a:path>
            </a:pathLst>
          </a:custGeom>
          <a:solidFill>
            <a:srgbClr val="0070C8"/>
          </a:solidFill>
        </p:spPr>
        <p:txBody>
          <a:bodyPr wrap="square" lIns="0" tIns="0" rIns="0" bIns="0" rtlCol="0"/>
          <a:lstStyle/>
          <a:p>
            <a:endParaRPr sz="700"/>
          </a:p>
        </p:txBody>
      </p:sp>
      <p:sp>
        <p:nvSpPr>
          <p:cNvPr id="224" name="object 224"/>
          <p:cNvSpPr/>
          <p:nvPr/>
        </p:nvSpPr>
        <p:spPr>
          <a:xfrm>
            <a:off x="910116" y="4019179"/>
            <a:ext cx="20320" cy="20320"/>
          </a:xfrm>
          <a:custGeom>
            <a:avLst/>
            <a:gdLst/>
            <a:ahLst/>
            <a:cxnLst/>
            <a:rect l="l" t="t" r="r" b="b"/>
            <a:pathLst>
              <a:path w="40639" h="40640">
                <a:moveTo>
                  <a:pt x="23109" y="40589"/>
                </a:moveTo>
                <a:lnTo>
                  <a:pt x="17479" y="40589"/>
                </a:lnTo>
                <a:lnTo>
                  <a:pt x="15196" y="38306"/>
                </a:lnTo>
                <a:lnTo>
                  <a:pt x="15196" y="25392"/>
                </a:lnTo>
                <a:lnTo>
                  <a:pt x="2283" y="25392"/>
                </a:lnTo>
                <a:lnTo>
                  <a:pt x="0" y="23109"/>
                </a:lnTo>
                <a:lnTo>
                  <a:pt x="0" y="17479"/>
                </a:lnTo>
                <a:lnTo>
                  <a:pt x="2283" y="15196"/>
                </a:lnTo>
                <a:lnTo>
                  <a:pt x="15196" y="15196"/>
                </a:lnTo>
                <a:lnTo>
                  <a:pt x="15196" y="2283"/>
                </a:lnTo>
                <a:lnTo>
                  <a:pt x="17479" y="0"/>
                </a:lnTo>
                <a:lnTo>
                  <a:pt x="23109" y="0"/>
                </a:lnTo>
                <a:lnTo>
                  <a:pt x="25392" y="2283"/>
                </a:lnTo>
                <a:lnTo>
                  <a:pt x="25392" y="15196"/>
                </a:lnTo>
                <a:lnTo>
                  <a:pt x="35490" y="15196"/>
                </a:lnTo>
                <a:lnTo>
                  <a:pt x="38305" y="15196"/>
                </a:lnTo>
                <a:lnTo>
                  <a:pt x="40589" y="17479"/>
                </a:lnTo>
                <a:lnTo>
                  <a:pt x="40589" y="23109"/>
                </a:lnTo>
                <a:lnTo>
                  <a:pt x="38305" y="25392"/>
                </a:lnTo>
                <a:lnTo>
                  <a:pt x="25392" y="25392"/>
                </a:lnTo>
                <a:lnTo>
                  <a:pt x="25392" y="38305"/>
                </a:lnTo>
                <a:lnTo>
                  <a:pt x="23109" y="40589"/>
                </a:lnTo>
                <a:close/>
              </a:path>
            </a:pathLst>
          </a:custGeom>
          <a:solidFill>
            <a:srgbClr val="0070C8"/>
          </a:solidFill>
        </p:spPr>
        <p:txBody>
          <a:bodyPr wrap="square" lIns="0" tIns="0" rIns="0" bIns="0" rtlCol="0"/>
          <a:lstStyle/>
          <a:p>
            <a:endParaRPr sz="700"/>
          </a:p>
        </p:txBody>
      </p:sp>
      <p:grpSp>
        <p:nvGrpSpPr>
          <p:cNvPr id="225" name="object 225"/>
          <p:cNvGrpSpPr/>
          <p:nvPr/>
        </p:nvGrpSpPr>
        <p:grpSpPr>
          <a:xfrm>
            <a:off x="992459" y="4275479"/>
            <a:ext cx="55245" cy="868045"/>
            <a:chOff x="1984917" y="8550957"/>
            <a:chExt cx="110489" cy="1736089"/>
          </a:xfrm>
        </p:grpSpPr>
        <p:sp>
          <p:nvSpPr>
            <p:cNvPr id="226" name="object 226"/>
            <p:cNvSpPr/>
            <p:nvPr/>
          </p:nvSpPr>
          <p:spPr>
            <a:xfrm>
              <a:off x="1984908" y="9328150"/>
              <a:ext cx="110489" cy="958850"/>
            </a:xfrm>
            <a:custGeom>
              <a:avLst/>
              <a:gdLst/>
              <a:ahLst/>
              <a:cxnLst/>
              <a:rect l="l" t="t" r="r" b="b"/>
              <a:pathLst>
                <a:path w="110489" h="958850">
                  <a:moveTo>
                    <a:pt x="97231" y="34671"/>
                  </a:moveTo>
                  <a:lnTo>
                    <a:pt x="92697" y="30137"/>
                  </a:lnTo>
                  <a:lnTo>
                    <a:pt x="87109" y="30137"/>
                  </a:lnTo>
                  <a:lnTo>
                    <a:pt x="67081" y="30137"/>
                  </a:lnTo>
                  <a:lnTo>
                    <a:pt x="67081" y="4521"/>
                  </a:lnTo>
                  <a:lnTo>
                    <a:pt x="62560" y="0"/>
                  </a:lnTo>
                  <a:lnTo>
                    <a:pt x="51371" y="0"/>
                  </a:lnTo>
                  <a:lnTo>
                    <a:pt x="46850" y="4521"/>
                  </a:lnTo>
                  <a:lnTo>
                    <a:pt x="46850" y="30137"/>
                  </a:lnTo>
                  <a:lnTo>
                    <a:pt x="21234" y="30137"/>
                  </a:lnTo>
                  <a:lnTo>
                    <a:pt x="16700" y="34671"/>
                  </a:lnTo>
                  <a:lnTo>
                    <a:pt x="16700" y="45847"/>
                  </a:lnTo>
                  <a:lnTo>
                    <a:pt x="21234" y="50368"/>
                  </a:lnTo>
                  <a:lnTo>
                    <a:pt x="46850" y="50368"/>
                  </a:lnTo>
                  <a:lnTo>
                    <a:pt x="46850" y="75984"/>
                  </a:lnTo>
                  <a:lnTo>
                    <a:pt x="51371" y="80518"/>
                  </a:lnTo>
                  <a:lnTo>
                    <a:pt x="62560" y="80518"/>
                  </a:lnTo>
                  <a:lnTo>
                    <a:pt x="67081" y="75984"/>
                  </a:lnTo>
                  <a:lnTo>
                    <a:pt x="67081" y="50368"/>
                  </a:lnTo>
                  <a:lnTo>
                    <a:pt x="92697" y="50368"/>
                  </a:lnTo>
                  <a:lnTo>
                    <a:pt x="97231" y="45847"/>
                  </a:lnTo>
                  <a:lnTo>
                    <a:pt x="97231" y="34671"/>
                  </a:lnTo>
                  <a:close/>
                </a:path>
                <a:path w="110489" h="958850">
                  <a:moveTo>
                    <a:pt x="98704" y="133248"/>
                  </a:moveTo>
                  <a:lnTo>
                    <a:pt x="93980" y="128536"/>
                  </a:lnTo>
                  <a:lnTo>
                    <a:pt x="88163" y="128536"/>
                  </a:lnTo>
                  <a:lnTo>
                    <a:pt x="67310" y="128536"/>
                  </a:lnTo>
                  <a:lnTo>
                    <a:pt x="67310" y="101866"/>
                  </a:lnTo>
                  <a:lnTo>
                    <a:pt x="62598" y="97142"/>
                  </a:lnTo>
                  <a:lnTo>
                    <a:pt x="50952" y="97142"/>
                  </a:lnTo>
                  <a:lnTo>
                    <a:pt x="46240" y="101866"/>
                  </a:lnTo>
                  <a:lnTo>
                    <a:pt x="46240" y="128536"/>
                  </a:lnTo>
                  <a:lnTo>
                    <a:pt x="19558" y="128536"/>
                  </a:lnTo>
                  <a:lnTo>
                    <a:pt x="14846" y="133248"/>
                  </a:lnTo>
                  <a:lnTo>
                    <a:pt x="14846" y="144894"/>
                  </a:lnTo>
                  <a:lnTo>
                    <a:pt x="19558" y="149606"/>
                  </a:lnTo>
                  <a:lnTo>
                    <a:pt x="46240" y="149606"/>
                  </a:lnTo>
                  <a:lnTo>
                    <a:pt x="46240" y="176288"/>
                  </a:lnTo>
                  <a:lnTo>
                    <a:pt x="50952" y="181000"/>
                  </a:lnTo>
                  <a:lnTo>
                    <a:pt x="62598" y="181000"/>
                  </a:lnTo>
                  <a:lnTo>
                    <a:pt x="67310" y="176288"/>
                  </a:lnTo>
                  <a:lnTo>
                    <a:pt x="67310" y="149606"/>
                  </a:lnTo>
                  <a:lnTo>
                    <a:pt x="93980" y="149606"/>
                  </a:lnTo>
                  <a:lnTo>
                    <a:pt x="98704" y="144894"/>
                  </a:lnTo>
                  <a:lnTo>
                    <a:pt x="98704" y="133248"/>
                  </a:lnTo>
                  <a:close/>
                </a:path>
                <a:path w="110489" h="958850">
                  <a:moveTo>
                    <a:pt x="100177" y="231838"/>
                  </a:moveTo>
                  <a:lnTo>
                    <a:pt x="95275" y="226936"/>
                  </a:lnTo>
                  <a:lnTo>
                    <a:pt x="89217" y="226936"/>
                  </a:lnTo>
                  <a:lnTo>
                    <a:pt x="67538" y="226936"/>
                  </a:lnTo>
                  <a:lnTo>
                    <a:pt x="67538" y="199199"/>
                  </a:lnTo>
                  <a:lnTo>
                    <a:pt x="62636" y="194297"/>
                  </a:lnTo>
                  <a:lnTo>
                    <a:pt x="50533" y="194297"/>
                  </a:lnTo>
                  <a:lnTo>
                    <a:pt x="45631" y="199199"/>
                  </a:lnTo>
                  <a:lnTo>
                    <a:pt x="45631" y="226936"/>
                  </a:lnTo>
                  <a:lnTo>
                    <a:pt x="17894" y="226936"/>
                  </a:lnTo>
                  <a:lnTo>
                    <a:pt x="12992" y="231838"/>
                  </a:lnTo>
                  <a:lnTo>
                    <a:pt x="12992" y="243941"/>
                  </a:lnTo>
                  <a:lnTo>
                    <a:pt x="17894" y="248843"/>
                  </a:lnTo>
                  <a:lnTo>
                    <a:pt x="45631" y="248843"/>
                  </a:lnTo>
                  <a:lnTo>
                    <a:pt x="45631" y="276580"/>
                  </a:lnTo>
                  <a:lnTo>
                    <a:pt x="50533" y="281482"/>
                  </a:lnTo>
                  <a:lnTo>
                    <a:pt x="62636" y="281482"/>
                  </a:lnTo>
                  <a:lnTo>
                    <a:pt x="67538" y="276580"/>
                  </a:lnTo>
                  <a:lnTo>
                    <a:pt x="67538" y="248843"/>
                  </a:lnTo>
                  <a:lnTo>
                    <a:pt x="95275" y="248843"/>
                  </a:lnTo>
                  <a:lnTo>
                    <a:pt x="100177" y="243941"/>
                  </a:lnTo>
                  <a:lnTo>
                    <a:pt x="100177" y="231838"/>
                  </a:lnTo>
                  <a:close/>
                </a:path>
                <a:path w="110489" h="958850">
                  <a:moveTo>
                    <a:pt x="101650" y="330415"/>
                  </a:moveTo>
                  <a:lnTo>
                    <a:pt x="96558" y="325323"/>
                  </a:lnTo>
                  <a:lnTo>
                    <a:pt x="90271" y="325323"/>
                  </a:lnTo>
                  <a:lnTo>
                    <a:pt x="67767" y="325323"/>
                  </a:lnTo>
                  <a:lnTo>
                    <a:pt x="67767" y="296532"/>
                  </a:lnTo>
                  <a:lnTo>
                    <a:pt x="62674" y="291439"/>
                  </a:lnTo>
                  <a:lnTo>
                    <a:pt x="50114" y="291439"/>
                  </a:lnTo>
                  <a:lnTo>
                    <a:pt x="45021" y="296532"/>
                  </a:lnTo>
                  <a:lnTo>
                    <a:pt x="45021" y="325323"/>
                  </a:lnTo>
                  <a:lnTo>
                    <a:pt x="16243" y="325323"/>
                  </a:lnTo>
                  <a:lnTo>
                    <a:pt x="11150" y="330415"/>
                  </a:lnTo>
                  <a:lnTo>
                    <a:pt x="11150" y="342976"/>
                  </a:lnTo>
                  <a:lnTo>
                    <a:pt x="16243" y="348068"/>
                  </a:lnTo>
                  <a:lnTo>
                    <a:pt x="45021" y="348068"/>
                  </a:lnTo>
                  <a:lnTo>
                    <a:pt x="45021" y="376847"/>
                  </a:lnTo>
                  <a:lnTo>
                    <a:pt x="50114" y="381939"/>
                  </a:lnTo>
                  <a:lnTo>
                    <a:pt x="62674" y="381939"/>
                  </a:lnTo>
                  <a:lnTo>
                    <a:pt x="67767" y="376847"/>
                  </a:lnTo>
                  <a:lnTo>
                    <a:pt x="67767" y="348068"/>
                  </a:lnTo>
                  <a:lnTo>
                    <a:pt x="96545" y="348068"/>
                  </a:lnTo>
                  <a:lnTo>
                    <a:pt x="101638" y="342976"/>
                  </a:lnTo>
                  <a:lnTo>
                    <a:pt x="101650" y="330415"/>
                  </a:lnTo>
                  <a:close/>
                </a:path>
                <a:path w="110489" h="958850">
                  <a:moveTo>
                    <a:pt x="103124" y="428993"/>
                  </a:moveTo>
                  <a:lnTo>
                    <a:pt x="97840" y="423722"/>
                  </a:lnTo>
                  <a:lnTo>
                    <a:pt x="91325" y="423722"/>
                  </a:lnTo>
                  <a:lnTo>
                    <a:pt x="67983" y="423722"/>
                  </a:lnTo>
                  <a:lnTo>
                    <a:pt x="67983" y="393865"/>
                  </a:lnTo>
                  <a:lnTo>
                    <a:pt x="62699" y="388581"/>
                  </a:lnTo>
                  <a:lnTo>
                    <a:pt x="49682" y="388581"/>
                  </a:lnTo>
                  <a:lnTo>
                    <a:pt x="44411" y="393865"/>
                  </a:lnTo>
                  <a:lnTo>
                    <a:pt x="44411" y="423722"/>
                  </a:lnTo>
                  <a:lnTo>
                    <a:pt x="14554" y="423722"/>
                  </a:lnTo>
                  <a:lnTo>
                    <a:pt x="9271" y="429006"/>
                  </a:lnTo>
                  <a:lnTo>
                    <a:pt x="9271" y="442023"/>
                  </a:lnTo>
                  <a:lnTo>
                    <a:pt x="14554" y="447306"/>
                  </a:lnTo>
                  <a:lnTo>
                    <a:pt x="44411" y="447306"/>
                  </a:lnTo>
                  <a:lnTo>
                    <a:pt x="44411" y="477151"/>
                  </a:lnTo>
                  <a:lnTo>
                    <a:pt x="49682" y="482434"/>
                  </a:lnTo>
                  <a:lnTo>
                    <a:pt x="62699" y="482434"/>
                  </a:lnTo>
                  <a:lnTo>
                    <a:pt x="67983" y="477151"/>
                  </a:lnTo>
                  <a:lnTo>
                    <a:pt x="67983" y="447306"/>
                  </a:lnTo>
                  <a:lnTo>
                    <a:pt x="97840" y="447306"/>
                  </a:lnTo>
                  <a:lnTo>
                    <a:pt x="103124" y="442023"/>
                  </a:lnTo>
                  <a:lnTo>
                    <a:pt x="103124" y="428993"/>
                  </a:lnTo>
                  <a:close/>
                </a:path>
                <a:path w="110489" h="958850">
                  <a:moveTo>
                    <a:pt x="110490" y="921905"/>
                  </a:moveTo>
                  <a:lnTo>
                    <a:pt x="104267" y="915682"/>
                  </a:lnTo>
                  <a:lnTo>
                    <a:pt x="69126" y="915682"/>
                  </a:lnTo>
                  <a:lnTo>
                    <a:pt x="69126" y="880541"/>
                  </a:lnTo>
                  <a:lnTo>
                    <a:pt x="67881" y="879309"/>
                  </a:lnTo>
                  <a:lnTo>
                    <a:pt x="68897" y="878306"/>
                  </a:lnTo>
                  <a:lnTo>
                    <a:pt x="68897" y="844219"/>
                  </a:lnTo>
                  <a:lnTo>
                    <a:pt x="102984" y="844219"/>
                  </a:lnTo>
                  <a:lnTo>
                    <a:pt x="109016" y="838187"/>
                  </a:lnTo>
                  <a:lnTo>
                    <a:pt x="109016" y="823328"/>
                  </a:lnTo>
                  <a:lnTo>
                    <a:pt x="102984" y="817295"/>
                  </a:lnTo>
                  <a:lnTo>
                    <a:pt x="95542" y="817295"/>
                  </a:lnTo>
                  <a:lnTo>
                    <a:pt x="68897" y="817295"/>
                  </a:lnTo>
                  <a:lnTo>
                    <a:pt x="68897" y="783209"/>
                  </a:lnTo>
                  <a:lnTo>
                    <a:pt x="66179" y="780503"/>
                  </a:lnTo>
                  <a:lnTo>
                    <a:pt x="68668" y="778014"/>
                  </a:lnTo>
                  <a:lnTo>
                    <a:pt x="68668" y="744994"/>
                  </a:lnTo>
                  <a:lnTo>
                    <a:pt x="101688" y="744994"/>
                  </a:lnTo>
                  <a:lnTo>
                    <a:pt x="107530" y="739152"/>
                  </a:lnTo>
                  <a:lnTo>
                    <a:pt x="107530" y="724738"/>
                  </a:lnTo>
                  <a:lnTo>
                    <a:pt x="101688" y="718896"/>
                  </a:lnTo>
                  <a:lnTo>
                    <a:pt x="94488" y="718896"/>
                  </a:lnTo>
                  <a:lnTo>
                    <a:pt x="68668" y="718896"/>
                  </a:lnTo>
                  <a:lnTo>
                    <a:pt x="68668" y="685876"/>
                  </a:lnTo>
                  <a:lnTo>
                    <a:pt x="64477" y="681685"/>
                  </a:lnTo>
                  <a:lnTo>
                    <a:pt x="68453" y="677710"/>
                  </a:lnTo>
                  <a:lnTo>
                    <a:pt x="68453" y="645756"/>
                  </a:lnTo>
                  <a:lnTo>
                    <a:pt x="100418" y="645756"/>
                  </a:lnTo>
                  <a:lnTo>
                    <a:pt x="106070" y="640092"/>
                  </a:lnTo>
                  <a:lnTo>
                    <a:pt x="106070" y="626160"/>
                  </a:lnTo>
                  <a:lnTo>
                    <a:pt x="100406" y="620509"/>
                  </a:lnTo>
                  <a:lnTo>
                    <a:pt x="93446" y="620509"/>
                  </a:lnTo>
                  <a:lnTo>
                    <a:pt x="68453" y="620509"/>
                  </a:lnTo>
                  <a:lnTo>
                    <a:pt x="68453" y="588543"/>
                  </a:lnTo>
                  <a:lnTo>
                    <a:pt x="62788" y="582891"/>
                  </a:lnTo>
                  <a:lnTo>
                    <a:pt x="68211" y="577443"/>
                  </a:lnTo>
                  <a:lnTo>
                    <a:pt x="68211" y="546531"/>
                  </a:lnTo>
                  <a:lnTo>
                    <a:pt x="99123" y="546531"/>
                  </a:lnTo>
                  <a:lnTo>
                    <a:pt x="104597" y="541070"/>
                  </a:lnTo>
                  <a:lnTo>
                    <a:pt x="104597" y="527583"/>
                  </a:lnTo>
                  <a:lnTo>
                    <a:pt x="99123" y="522109"/>
                  </a:lnTo>
                  <a:lnTo>
                    <a:pt x="92379" y="522109"/>
                  </a:lnTo>
                  <a:lnTo>
                    <a:pt x="68211" y="522109"/>
                  </a:lnTo>
                  <a:lnTo>
                    <a:pt x="68211" y="491197"/>
                  </a:lnTo>
                  <a:lnTo>
                    <a:pt x="62750" y="485736"/>
                  </a:lnTo>
                  <a:lnTo>
                    <a:pt x="49263" y="485736"/>
                  </a:lnTo>
                  <a:lnTo>
                    <a:pt x="43789" y="491197"/>
                  </a:lnTo>
                  <a:lnTo>
                    <a:pt x="43789" y="522109"/>
                  </a:lnTo>
                  <a:lnTo>
                    <a:pt x="12890" y="522109"/>
                  </a:lnTo>
                  <a:lnTo>
                    <a:pt x="7416" y="527583"/>
                  </a:lnTo>
                  <a:lnTo>
                    <a:pt x="7416" y="541070"/>
                  </a:lnTo>
                  <a:lnTo>
                    <a:pt x="12890" y="546531"/>
                  </a:lnTo>
                  <a:lnTo>
                    <a:pt x="43789" y="546531"/>
                  </a:lnTo>
                  <a:lnTo>
                    <a:pt x="43789" y="577443"/>
                  </a:lnTo>
                  <a:lnTo>
                    <a:pt x="49237" y="582891"/>
                  </a:lnTo>
                  <a:lnTo>
                    <a:pt x="48856" y="582891"/>
                  </a:lnTo>
                  <a:lnTo>
                    <a:pt x="43192" y="588543"/>
                  </a:lnTo>
                  <a:lnTo>
                    <a:pt x="43192" y="620509"/>
                  </a:lnTo>
                  <a:lnTo>
                    <a:pt x="11226" y="620509"/>
                  </a:lnTo>
                  <a:lnTo>
                    <a:pt x="5575" y="626160"/>
                  </a:lnTo>
                  <a:lnTo>
                    <a:pt x="5575" y="640092"/>
                  </a:lnTo>
                  <a:lnTo>
                    <a:pt x="11239" y="645756"/>
                  </a:lnTo>
                  <a:lnTo>
                    <a:pt x="43192" y="645756"/>
                  </a:lnTo>
                  <a:lnTo>
                    <a:pt x="43192" y="677722"/>
                  </a:lnTo>
                  <a:lnTo>
                    <a:pt x="46964" y="681494"/>
                  </a:lnTo>
                  <a:lnTo>
                    <a:pt x="42583" y="685876"/>
                  </a:lnTo>
                  <a:lnTo>
                    <a:pt x="42583" y="718896"/>
                  </a:lnTo>
                  <a:lnTo>
                    <a:pt x="9563" y="718896"/>
                  </a:lnTo>
                  <a:lnTo>
                    <a:pt x="3721" y="724738"/>
                  </a:lnTo>
                  <a:lnTo>
                    <a:pt x="3721" y="739152"/>
                  </a:lnTo>
                  <a:lnTo>
                    <a:pt x="9563" y="744994"/>
                  </a:lnTo>
                  <a:lnTo>
                    <a:pt x="42583" y="744994"/>
                  </a:lnTo>
                  <a:lnTo>
                    <a:pt x="42583" y="778014"/>
                  </a:lnTo>
                  <a:lnTo>
                    <a:pt x="44869" y="780313"/>
                  </a:lnTo>
                  <a:lnTo>
                    <a:pt x="41973" y="783209"/>
                  </a:lnTo>
                  <a:lnTo>
                    <a:pt x="41973" y="817295"/>
                  </a:lnTo>
                  <a:lnTo>
                    <a:pt x="7886" y="817295"/>
                  </a:lnTo>
                  <a:lnTo>
                    <a:pt x="1866" y="823328"/>
                  </a:lnTo>
                  <a:lnTo>
                    <a:pt x="1866" y="838187"/>
                  </a:lnTo>
                  <a:lnTo>
                    <a:pt x="7886" y="844219"/>
                  </a:lnTo>
                  <a:lnTo>
                    <a:pt x="41973" y="844219"/>
                  </a:lnTo>
                  <a:lnTo>
                    <a:pt x="41973" y="878306"/>
                  </a:lnTo>
                  <a:lnTo>
                    <a:pt x="42786" y="879119"/>
                  </a:lnTo>
                  <a:lnTo>
                    <a:pt x="41363" y="880541"/>
                  </a:lnTo>
                  <a:lnTo>
                    <a:pt x="41363" y="915682"/>
                  </a:lnTo>
                  <a:lnTo>
                    <a:pt x="6223" y="915682"/>
                  </a:lnTo>
                  <a:lnTo>
                    <a:pt x="0" y="921905"/>
                  </a:lnTo>
                  <a:lnTo>
                    <a:pt x="0" y="937247"/>
                  </a:lnTo>
                  <a:lnTo>
                    <a:pt x="6223" y="943457"/>
                  </a:lnTo>
                  <a:lnTo>
                    <a:pt x="41363" y="943457"/>
                  </a:lnTo>
                  <a:lnTo>
                    <a:pt x="41363" y="958850"/>
                  </a:lnTo>
                  <a:lnTo>
                    <a:pt x="69126" y="958850"/>
                  </a:lnTo>
                  <a:lnTo>
                    <a:pt x="69126" y="943457"/>
                  </a:lnTo>
                  <a:lnTo>
                    <a:pt x="104267" y="943457"/>
                  </a:lnTo>
                  <a:lnTo>
                    <a:pt x="110490" y="937247"/>
                  </a:lnTo>
                  <a:lnTo>
                    <a:pt x="110490" y="921905"/>
                  </a:lnTo>
                  <a:close/>
                </a:path>
              </a:pathLst>
            </a:custGeom>
            <a:solidFill>
              <a:srgbClr val="0070C8"/>
            </a:solidFill>
          </p:spPr>
          <p:txBody>
            <a:bodyPr wrap="square" lIns="0" tIns="0" rIns="0" bIns="0" rtlCol="0"/>
            <a:lstStyle/>
            <a:p>
              <a:endParaRPr sz="700"/>
            </a:p>
          </p:txBody>
        </p:sp>
        <p:pic>
          <p:nvPicPr>
            <p:cNvPr id="227" name="object 227"/>
            <p:cNvPicPr/>
            <p:nvPr/>
          </p:nvPicPr>
          <p:blipFill>
            <a:blip r:embed="rId15" cstate="print"/>
            <a:stretch>
              <a:fillRect/>
            </a:stretch>
          </p:blipFill>
          <p:spPr>
            <a:xfrm>
              <a:off x="2003480" y="9230994"/>
              <a:ext cx="77190" cy="77189"/>
            </a:xfrm>
            <a:prstGeom prst="rect">
              <a:avLst/>
            </a:prstGeom>
          </p:spPr>
        </p:pic>
        <p:pic>
          <p:nvPicPr>
            <p:cNvPr id="228" name="object 228"/>
            <p:cNvPicPr/>
            <p:nvPr/>
          </p:nvPicPr>
          <p:blipFill>
            <a:blip r:embed="rId16" cstate="print"/>
            <a:stretch>
              <a:fillRect/>
            </a:stretch>
          </p:blipFill>
          <p:spPr>
            <a:xfrm>
              <a:off x="2005318" y="9133838"/>
              <a:ext cx="73882" cy="73882"/>
            </a:xfrm>
            <a:prstGeom prst="rect">
              <a:avLst/>
            </a:prstGeom>
          </p:spPr>
        </p:pic>
        <p:pic>
          <p:nvPicPr>
            <p:cNvPr id="229" name="object 229"/>
            <p:cNvPicPr/>
            <p:nvPr/>
          </p:nvPicPr>
          <p:blipFill>
            <a:blip r:embed="rId57" cstate="print"/>
            <a:stretch>
              <a:fillRect/>
            </a:stretch>
          </p:blipFill>
          <p:spPr>
            <a:xfrm>
              <a:off x="2007174" y="9036694"/>
              <a:ext cx="70550" cy="70550"/>
            </a:xfrm>
            <a:prstGeom prst="rect">
              <a:avLst/>
            </a:prstGeom>
          </p:spPr>
        </p:pic>
        <p:pic>
          <p:nvPicPr>
            <p:cNvPr id="230" name="object 230"/>
            <p:cNvPicPr/>
            <p:nvPr/>
          </p:nvPicPr>
          <p:blipFill>
            <a:blip r:embed="rId50" cstate="print"/>
            <a:stretch>
              <a:fillRect/>
            </a:stretch>
          </p:blipFill>
          <p:spPr>
            <a:xfrm>
              <a:off x="2009032" y="8939544"/>
              <a:ext cx="67222" cy="67216"/>
            </a:xfrm>
            <a:prstGeom prst="rect">
              <a:avLst/>
            </a:prstGeom>
          </p:spPr>
        </p:pic>
        <p:pic>
          <p:nvPicPr>
            <p:cNvPr id="231" name="object 231"/>
            <p:cNvPicPr/>
            <p:nvPr/>
          </p:nvPicPr>
          <p:blipFill>
            <a:blip r:embed="rId58" cstate="print"/>
            <a:stretch>
              <a:fillRect/>
            </a:stretch>
          </p:blipFill>
          <p:spPr>
            <a:xfrm>
              <a:off x="2010876" y="8842394"/>
              <a:ext cx="63902" cy="63895"/>
            </a:xfrm>
            <a:prstGeom prst="rect">
              <a:avLst/>
            </a:prstGeom>
          </p:spPr>
        </p:pic>
        <p:sp>
          <p:nvSpPr>
            <p:cNvPr id="232" name="object 232"/>
            <p:cNvSpPr/>
            <p:nvPr/>
          </p:nvSpPr>
          <p:spPr>
            <a:xfrm>
              <a:off x="2012746" y="8550960"/>
              <a:ext cx="60960" cy="255270"/>
            </a:xfrm>
            <a:custGeom>
              <a:avLst/>
              <a:gdLst/>
              <a:ahLst/>
              <a:cxnLst/>
              <a:rect l="l" t="t" r="r" b="b"/>
              <a:pathLst>
                <a:path w="60960" h="255270">
                  <a:moveTo>
                    <a:pt x="57607" y="23215"/>
                  </a:moveTo>
                  <a:lnTo>
                    <a:pt x="54584" y="20180"/>
                  </a:lnTo>
                  <a:lnTo>
                    <a:pt x="50838" y="20180"/>
                  </a:lnTo>
                  <a:lnTo>
                    <a:pt x="37426" y="20180"/>
                  </a:lnTo>
                  <a:lnTo>
                    <a:pt x="37426" y="3035"/>
                  </a:lnTo>
                  <a:lnTo>
                    <a:pt x="34404" y="0"/>
                  </a:lnTo>
                  <a:lnTo>
                    <a:pt x="26924" y="0"/>
                  </a:lnTo>
                  <a:lnTo>
                    <a:pt x="23888" y="3035"/>
                  </a:lnTo>
                  <a:lnTo>
                    <a:pt x="23888" y="20180"/>
                  </a:lnTo>
                  <a:lnTo>
                    <a:pt x="6743" y="20180"/>
                  </a:lnTo>
                  <a:lnTo>
                    <a:pt x="3708" y="23215"/>
                  </a:lnTo>
                  <a:lnTo>
                    <a:pt x="3708" y="30695"/>
                  </a:lnTo>
                  <a:lnTo>
                    <a:pt x="6743" y="33718"/>
                  </a:lnTo>
                  <a:lnTo>
                    <a:pt x="23888" y="33718"/>
                  </a:lnTo>
                  <a:lnTo>
                    <a:pt x="23888" y="50863"/>
                  </a:lnTo>
                  <a:lnTo>
                    <a:pt x="26924" y="53898"/>
                  </a:lnTo>
                  <a:lnTo>
                    <a:pt x="34404" y="53898"/>
                  </a:lnTo>
                  <a:lnTo>
                    <a:pt x="37426" y="50863"/>
                  </a:lnTo>
                  <a:lnTo>
                    <a:pt x="37426" y="33718"/>
                  </a:lnTo>
                  <a:lnTo>
                    <a:pt x="54584" y="33718"/>
                  </a:lnTo>
                  <a:lnTo>
                    <a:pt x="57607" y="30695"/>
                  </a:lnTo>
                  <a:lnTo>
                    <a:pt x="57607" y="23215"/>
                  </a:lnTo>
                  <a:close/>
                </a:path>
                <a:path w="60960" h="255270">
                  <a:moveTo>
                    <a:pt x="59080" y="121793"/>
                  </a:moveTo>
                  <a:lnTo>
                    <a:pt x="55867" y="118567"/>
                  </a:lnTo>
                  <a:lnTo>
                    <a:pt x="51892" y="118567"/>
                  </a:lnTo>
                  <a:lnTo>
                    <a:pt x="37655" y="118567"/>
                  </a:lnTo>
                  <a:lnTo>
                    <a:pt x="37655" y="100368"/>
                  </a:lnTo>
                  <a:lnTo>
                    <a:pt x="34429" y="97142"/>
                  </a:lnTo>
                  <a:lnTo>
                    <a:pt x="26492" y="97142"/>
                  </a:lnTo>
                  <a:lnTo>
                    <a:pt x="23279" y="100368"/>
                  </a:lnTo>
                  <a:lnTo>
                    <a:pt x="23279" y="118567"/>
                  </a:lnTo>
                  <a:lnTo>
                    <a:pt x="5067" y="118567"/>
                  </a:lnTo>
                  <a:lnTo>
                    <a:pt x="1854" y="121793"/>
                  </a:lnTo>
                  <a:lnTo>
                    <a:pt x="1854" y="129730"/>
                  </a:lnTo>
                  <a:lnTo>
                    <a:pt x="5067" y="132956"/>
                  </a:lnTo>
                  <a:lnTo>
                    <a:pt x="23279" y="132956"/>
                  </a:lnTo>
                  <a:lnTo>
                    <a:pt x="23279" y="151155"/>
                  </a:lnTo>
                  <a:lnTo>
                    <a:pt x="26492" y="154381"/>
                  </a:lnTo>
                  <a:lnTo>
                    <a:pt x="34429" y="154381"/>
                  </a:lnTo>
                  <a:lnTo>
                    <a:pt x="37655" y="151155"/>
                  </a:lnTo>
                  <a:lnTo>
                    <a:pt x="37655" y="132956"/>
                  </a:lnTo>
                  <a:lnTo>
                    <a:pt x="55854" y="132956"/>
                  </a:lnTo>
                  <a:lnTo>
                    <a:pt x="59080" y="129730"/>
                  </a:lnTo>
                  <a:lnTo>
                    <a:pt x="59080" y="121793"/>
                  </a:lnTo>
                  <a:close/>
                </a:path>
                <a:path w="60960" h="255270">
                  <a:moveTo>
                    <a:pt x="60553" y="220370"/>
                  </a:moveTo>
                  <a:lnTo>
                    <a:pt x="57150" y="216966"/>
                  </a:lnTo>
                  <a:lnTo>
                    <a:pt x="52946" y="216966"/>
                  </a:lnTo>
                  <a:lnTo>
                    <a:pt x="37884" y="216966"/>
                  </a:lnTo>
                  <a:lnTo>
                    <a:pt x="37884" y="197700"/>
                  </a:lnTo>
                  <a:lnTo>
                    <a:pt x="34480" y="194297"/>
                  </a:lnTo>
                  <a:lnTo>
                    <a:pt x="26073" y="194297"/>
                  </a:lnTo>
                  <a:lnTo>
                    <a:pt x="22669" y="197700"/>
                  </a:lnTo>
                  <a:lnTo>
                    <a:pt x="22669" y="216966"/>
                  </a:lnTo>
                  <a:lnTo>
                    <a:pt x="3403" y="216966"/>
                  </a:lnTo>
                  <a:lnTo>
                    <a:pt x="0" y="220370"/>
                  </a:lnTo>
                  <a:lnTo>
                    <a:pt x="0" y="228790"/>
                  </a:lnTo>
                  <a:lnTo>
                    <a:pt x="3403" y="232194"/>
                  </a:lnTo>
                  <a:lnTo>
                    <a:pt x="22669" y="232194"/>
                  </a:lnTo>
                  <a:lnTo>
                    <a:pt x="22669" y="251460"/>
                  </a:lnTo>
                  <a:lnTo>
                    <a:pt x="26073" y="254863"/>
                  </a:lnTo>
                  <a:lnTo>
                    <a:pt x="34480" y="254863"/>
                  </a:lnTo>
                  <a:lnTo>
                    <a:pt x="37884" y="251460"/>
                  </a:lnTo>
                  <a:lnTo>
                    <a:pt x="37884" y="232194"/>
                  </a:lnTo>
                  <a:lnTo>
                    <a:pt x="57150" y="232194"/>
                  </a:lnTo>
                  <a:lnTo>
                    <a:pt x="60553" y="228790"/>
                  </a:lnTo>
                  <a:lnTo>
                    <a:pt x="60553" y="220370"/>
                  </a:lnTo>
                  <a:close/>
                </a:path>
              </a:pathLst>
            </a:custGeom>
            <a:solidFill>
              <a:srgbClr val="0070C8"/>
            </a:solidFill>
          </p:spPr>
          <p:txBody>
            <a:bodyPr wrap="square" lIns="0" tIns="0" rIns="0" bIns="0" rtlCol="0"/>
            <a:lstStyle/>
            <a:p>
              <a:endParaRPr sz="700"/>
            </a:p>
          </p:txBody>
        </p:sp>
      </p:grpSp>
      <p:sp>
        <p:nvSpPr>
          <p:cNvPr id="233" name="object 233"/>
          <p:cNvSpPr/>
          <p:nvPr/>
        </p:nvSpPr>
        <p:spPr>
          <a:xfrm>
            <a:off x="1009152" y="4226901"/>
            <a:ext cx="25400" cy="25400"/>
          </a:xfrm>
          <a:custGeom>
            <a:avLst/>
            <a:gdLst/>
            <a:ahLst/>
            <a:cxnLst/>
            <a:rect l="l" t="t" r="r" b="b"/>
            <a:pathLst>
              <a:path w="50800" h="50800">
                <a:moveTo>
                  <a:pt x="28804" y="50589"/>
                </a:moveTo>
                <a:lnTo>
                  <a:pt x="21784" y="50589"/>
                </a:lnTo>
                <a:lnTo>
                  <a:pt x="18936" y="47741"/>
                </a:lnTo>
                <a:lnTo>
                  <a:pt x="18936" y="31652"/>
                </a:lnTo>
                <a:lnTo>
                  <a:pt x="2847" y="31652"/>
                </a:lnTo>
                <a:lnTo>
                  <a:pt x="0" y="28805"/>
                </a:lnTo>
                <a:lnTo>
                  <a:pt x="0" y="21784"/>
                </a:lnTo>
                <a:lnTo>
                  <a:pt x="2847" y="18936"/>
                </a:lnTo>
                <a:lnTo>
                  <a:pt x="18936" y="18936"/>
                </a:lnTo>
                <a:lnTo>
                  <a:pt x="18936" y="2847"/>
                </a:lnTo>
                <a:lnTo>
                  <a:pt x="21784" y="0"/>
                </a:lnTo>
                <a:lnTo>
                  <a:pt x="28804" y="0"/>
                </a:lnTo>
                <a:lnTo>
                  <a:pt x="31652" y="2847"/>
                </a:lnTo>
                <a:lnTo>
                  <a:pt x="31652" y="18936"/>
                </a:lnTo>
                <a:lnTo>
                  <a:pt x="44231" y="18936"/>
                </a:lnTo>
                <a:lnTo>
                  <a:pt x="47741" y="18936"/>
                </a:lnTo>
                <a:lnTo>
                  <a:pt x="50589" y="21784"/>
                </a:lnTo>
                <a:lnTo>
                  <a:pt x="50589" y="28804"/>
                </a:lnTo>
                <a:lnTo>
                  <a:pt x="47741" y="31652"/>
                </a:lnTo>
                <a:lnTo>
                  <a:pt x="31652" y="31652"/>
                </a:lnTo>
                <a:lnTo>
                  <a:pt x="31652" y="47741"/>
                </a:lnTo>
                <a:lnTo>
                  <a:pt x="28804" y="50589"/>
                </a:lnTo>
                <a:close/>
              </a:path>
            </a:pathLst>
          </a:custGeom>
          <a:solidFill>
            <a:srgbClr val="0070C8"/>
          </a:solidFill>
        </p:spPr>
        <p:txBody>
          <a:bodyPr wrap="square" lIns="0" tIns="0" rIns="0" bIns="0" rtlCol="0"/>
          <a:lstStyle/>
          <a:p>
            <a:endParaRPr sz="700"/>
          </a:p>
        </p:txBody>
      </p:sp>
      <p:sp>
        <p:nvSpPr>
          <p:cNvPr id="234" name="object 234"/>
          <p:cNvSpPr/>
          <p:nvPr/>
        </p:nvSpPr>
        <p:spPr>
          <a:xfrm>
            <a:off x="1010080" y="4178326"/>
            <a:ext cx="23813" cy="23813"/>
          </a:xfrm>
          <a:custGeom>
            <a:avLst/>
            <a:gdLst/>
            <a:ahLst/>
            <a:cxnLst/>
            <a:rect l="l" t="t" r="r" b="b"/>
            <a:pathLst>
              <a:path w="47625" h="47625">
                <a:moveTo>
                  <a:pt x="26909" y="47256"/>
                </a:moveTo>
                <a:lnTo>
                  <a:pt x="20347" y="47256"/>
                </a:lnTo>
                <a:lnTo>
                  <a:pt x="17690" y="44598"/>
                </a:lnTo>
                <a:lnTo>
                  <a:pt x="17690" y="29566"/>
                </a:lnTo>
                <a:lnTo>
                  <a:pt x="2657" y="29566"/>
                </a:lnTo>
                <a:lnTo>
                  <a:pt x="0" y="26908"/>
                </a:lnTo>
                <a:lnTo>
                  <a:pt x="0" y="20347"/>
                </a:lnTo>
                <a:lnTo>
                  <a:pt x="2657" y="17689"/>
                </a:lnTo>
                <a:lnTo>
                  <a:pt x="17690" y="17689"/>
                </a:lnTo>
                <a:lnTo>
                  <a:pt x="17690" y="2657"/>
                </a:lnTo>
                <a:lnTo>
                  <a:pt x="20347" y="0"/>
                </a:lnTo>
                <a:lnTo>
                  <a:pt x="26909" y="0"/>
                </a:lnTo>
                <a:lnTo>
                  <a:pt x="29566" y="2657"/>
                </a:lnTo>
                <a:lnTo>
                  <a:pt x="29566" y="17689"/>
                </a:lnTo>
                <a:lnTo>
                  <a:pt x="41318" y="17689"/>
                </a:lnTo>
                <a:lnTo>
                  <a:pt x="44599" y="17689"/>
                </a:lnTo>
                <a:lnTo>
                  <a:pt x="47257" y="20347"/>
                </a:lnTo>
                <a:lnTo>
                  <a:pt x="47257" y="26908"/>
                </a:lnTo>
                <a:lnTo>
                  <a:pt x="44599" y="29566"/>
                </a:lnTo>
                <a:lnTo>
                  <a:pt x="29566" y="29566"/>
                </a:lnTo>
                <a:lnTo>
                  <a:pt x="29566" y="44598"/>
                </a:lnTo>
                <a:lnTo>
                  <a:pt x="26909" y="47256"/>
                </a:lnTo>
                <a:close/>
              </a:path>
            </a:pathLst>
          </a:custGeom>
          <a:solidFill>
            <a:srgbClr val="0070C8"/>
          </a:solidFill>
        </p:spPr>
        <p:txBody>
          <a:bodyPr wrap="square" lIns="0" tIns="0" rIns="0" bIns="0" rtlCol="0"/>
          <a:lstStyle/>
          <a:p>
            <a:endParaRPr sz="700"/>
          </a:p>
        </p:txBody>
      </p:sp>
      <p:sp>
        <p:nvSpPr>
          <p:cNvPr id="235" name="object 235"/>
          <p:cNvSpPr/>
          <p:nvPr/>
        </p:nvSpPr>
        <p:spPr>
          <a:xfrm>
            <a:off x="1011012" y="4129754"/>
            <a:ext cx="22225" cy="22225"/>
          </a:xfrm>
          <a:custGeom>
            <a:avLst/>
            <a:gdLst/>
            <a:ahLst/>
            <a:cxnLst/>
            <a:rect l="l" t="t" r="r" b="b"/>
            <a:pathLst>
              <a:path w="44450" h="44450">
                <a:moveTo>
                  <a:pt x="25012" y="43922"/>
                </a:moveTo>
                <a:lnTo>
                  <a:pt x="18916" y="43922"/>
                </a:lnTo>
                <a:lnTo>
                  <a:pt x="16443" y="41455"/>
                </a:lnTo>
                <a:lnTo>
                  <a:pt x="16443" y="27479"/>
                </a:lnTo>
                <a:lnTo>
                  <a:pt x="2473" y="27479"/>
                </a:lnTo>
                <a:lnTo>
                  <a:pt x="0" y="25012"/>
                </a:lnTo>
                <a:lnTo>
                  <a:pt x="0" y="18916"/>
                </a:lnTo>
                <a:lnTo>
                  <a:pt x="2467" y="16443"/>
                </a:lnTo>
                <a:lnTo>
                  <a:pt x="16443" y="16443"/>
                </a:lnTo>
                <a:lnTo>
                  <a:pt x="16443" y="2473"/>
                </a:lnTo>
                <a:lnTo>
                  <a:pt x="18910" y="0"/>
                </a:lnTo>
                <a:lnTo>
                  <a:pt x="25005" y="0"/>
                </a:lnTo>
                <a:lnTo>
                  <a:pt x="27479" y="2467"/>
                </a:lnTo>
                <a:lnTo>
                  <a:pt x="27479" y="16443"/>
                </a:lnTo>
                <a:lnTo>
                  <a:pt x="38404" y="16443"/>
                </a:lnTo>
                <a:lnTo>
                  <a:pt x="41448" y="16443"/>
                </a:lnTo>
                <a:lnTo>
                  <a:pt x="43922" y="18910"/>
                </a:lnTo>
                <a:lnTo>
                  <a:pt x="43922" y="25006"/>
                </a:lnTo>
                <a:lnTo>
                  <a:pt x="41455" y="27479"/>
                </a:lnTo>
                <a:lnTo>
                  <a:pt x="27479" y="27479"/>
                </a:lnTo>
                <a:lnTo>
                  <a:pt x="27479" y="41449"/>
                </a:lnTo>
                <a:lnTo>
                  <a:pt x="25012" y="43922"/>
                </a:lnTo>
                <a:close/>
              </a:path>
            </a:pathLst>
          </a:custGeom>
          <a:solidFill>
            <a:srgbClr val="0070C8"/>
          </a:solidFill>
        </p:spPr>
        <p:txBody>
          <a:bodyPr wrap="square" lIns="0" tIns="0" rIns="0" bIns="0" rtlCol="0"/>
          <a:lstStyle/>
          <a:p>
            <a:endParaRPr sz="700"/>
          </a:p>
        </p:txBody>
      </p:sp>
      <p:sp>
        <p:nvSpPr>
          <p:cNvPr id="236" name="object 236"/>
          <p:cNvSpPr/>
          <p:nvPr/>
        </p:nvSpPr>
        <p:spPr>
          <a:xfrm>
            <a:off x="1011941" y="4081179"/>
            <a:ext cx="20320" cy="20320"/>
          </a:xfrm>
          <a:custGeom>
            <a:avLst/>
            <a:gdLst/>
            <a:ahLst/>
            <a:cxnLst/>
            <a:rect l="l" t="t" r="r" b="b"/>
            <a:pathLst>
              <a:path w="40639" h="40640">
                <a:moveTo>
                  <a:pt x="23109" y="40589"/>
                </a:moveTo>
                <a:lnTo>
                  <a:pt x="17479" y="40589"/>
                </a:lnTo>
                <a:lnTo>
                  <a:pt x="15196" y="38306"/>
                </a:lnTo>
                <a:lnTo>
                  <a:pt x="15196" y="25392"/>
                </a:lnTo>
                <a:lnTo>
                  <a:pt x="2283" y="25392"/>
                </a:lnTo>
                <a:lnTo>
                  <a:pt x="0" y="23109"/>
                </a:lnTo>
                <a:lnTo>
                  <a:pt x="0" y="17479"/>
                </a:lnTo>
                <a:lnTo>
                  <a:pt x="2283" y="15196"/>
                </a:lnTo>
                <a:lnTo>
                  <a:pt x="15196" y="15196"/>
                </a:lnTo>
                <a:lnTo>
                  <a:pt x="15196" y="2283"/>
                </a:lnTo>
                <a:lnTo>
                  <a:pt x="17479" y="0"/>
                </a:lnTo>
                <a:lnTo>
                  <a:pt x="23109" y="0"/>
                </a:lnTo>
                <a:lnTo>
                  <a:pt x="25392" y="2283"/>
                </a:lnTo>
                <a:lnTo>
                  <a:pt x="25392" y="15196"/>
                </a:lnTo>
                <a:lnTo>
                  <a:pt x="35490" y="15196"/>
                </a:lnTo>
                <a:lnTo>
                  <a:pt x="38305" y="15196"/>
                </a:lnTo>
                <a:lnTo>
                  <a:pt x="40589" y="17479"/>
                </a:lnTo>
                <a:lnTo>
                  <a:pt x="40589" y="23109"/>
                </a:lnTo>
                <a:lnTo>
                  <a:pt x="38305" y="25392"/>
                </a:lnTo>
                <a:lnTo>
                  <a:pt x="25392" y="25392"/>
                </a:lnTo>
                <a:lnTo>
                  <a:pt x="25392" y="38306"/>
                </a:lnTo>
                <a:lnTo>
                  <a:pt x="23109" y="40589"/>
                </a:lnTo>
                <a:close/>
              </a:path>
            </a:pathLst>
          </a:custGeom>
          <a:solidFill>
            <a:srgbClr val="0070C8"/>
          </a:solidFill>
        </p:spPr>
        <p:txBody>
          <a:bodyPr wrap="square" lIns="0" tIns="0" rIns="0" bIns="0" rtlCol="0"/>
          <a:lstStyle/>
          <a:p>
            <a:endParaRPr sz="700"/>
          </a:p>
        </p:txBody>
      </p:sp>
      <p:grpSp>
        <p:nvGrpSpPr>
          <p:cNvPr id="237" name="object 237"/>
          <p:cNvGrpSpPr/>
          <p:nvPr/>
        </p:nvGrpSpPr>
        <p:grpSpPr>
          <a:xfrm>
            <a:off x="1094281" y="4239223"/>
            <a:ext cx="55245" cy="904557"/>
            <a:chOff x="2188561" y="8478446"/>
            <a:chExt cx="110489" cy="1809114"/>
          </a:xfrm>
        </p:grpSpPr>
        <p:sp>
          <p:nvSpPr>
            <p:cNvPr id="238" name="object 238"/>
            <p:cNvSpPr/>
            <p:nvPr/>
          </p:nvSpPr>
          <p:spPr>
            <a:xfrm>
              <a:off x="2188552" y="9210484"/>
              <a:ext cx="110489" cy="1076960"/>
            </a:xfrm>
            <a:custGeom>
              <a:avLst/>
              <a:gdLst/>
              <a:ahLst/>
              <a:cxnLst/>
              <a:rect l="l" t="t" r="r" b="b"/>
              <a:pathLst>
                <a:path w="110489" h="1076959">
                  <a:moveTo>
                    <a:pt x="94297" y="42075"/>
                  </a:moveTo>
                  <a:lnTo>
                    <a:pt x="94284" y="31813"/>
                  </a:lnTo>
                  <a:lnTo>
                    <a:pt x="90131" y="27660"/>
                  </a:lnTo>
                  <a:lnTo>
                    <a:pt x="85013" y="27660"/>
                  </a:lnTo>
                  <a:lnTo>
                    <a:pt x="66636" y="27660"/>
                  </a:lnTo>
                  <a:lnTo>
                    <a:pt x="66636" y="4152"/>
                  </a:lnTo>
                  <a:lnTo>
                    <a:pt x="62484" y="0"/>
                  </a:lnTo>
                  <a:lnTo>
                    <a:pt x="52222" y="0"/>
                  </a:lnTo>
                  <a:lnTo>
                    <a:pt x="48069" y="4152"/>
                  </a:lnTo>
                  <a:lnTo>
                    <a:pt x="48069" y="27660"/>
                  </a:lnTo>
                  <a:lnTo>
                    <a:pt x="24574" y="27660"/>
                  </a:lnTo>
                  <a:lnTo>
                    <a:pt x="20408" y="31813"/>
                  </a:lnTo>
                  <a:lnTo>
                    <a:pt x="20408" y="42062"/>
                  </a:lnTo>
                  <a:lnTo>
                    <a:pt x="24561" y="46228"/>
                  </a:lnTo>
                  <a:lnTo>
                    <a:pt x="48069" y="46228"/>
                  </a:lnTo>
                  <a:lnTo>
                    <a:pt x="48069" y="69723"/>
                  </a:lnTo>
                  <a:lnTo>
                    <a:pt x="52222" y="73875"/>
                  </a:lnTo>
                  <a:lnTo>
                    <a:pt x="62484" y="73875"/>
                  </a:lnTo>
                  <a:lnTo>
                    <a:pt x="66636" y="69723"/>
                  </a:lnTo>
                  <a:lnTo>
                    <a:pt x="66636" y="46228"/>
                  </a:lnTo>
                  <a:lnTo>
                    <a:pt x="90131" y="46228"/>
                  </a:lnTo>
                  <a:lnTo>
                    <a:pt x="94297" y="42075"/>
                  </a:lnTo>
                  <a:close/>
                </a:path>
                <a:path w="110489" h="1076959">
                  <a:moveTo>
                    <a:pt x="95758" y="124752"/>
                  </a:moveTo>
                  <a:lnTo>
                    <a:pt x="91414" y="120408"/>
                  </a:lnTo>
                  <a:lnTo>
                    <a:pt x="86055" y="120408"/>
                  </a:lnTo>
                  <a:lnTo>
                    <a:pt x="66852" y="120408"/>
                  </a:lnTo>
                  <a:lnTo>
                    <a:pt x="66852" y="95846"/>
                  </a:lnTo>
                  <a:lnTo>
                    <a:pt x="62509" y="91503"/>
                  </a:lnTo>
                  <a:lnTo>
                    <a:pt x="51803" y="91503"/>
                  </a:lnTo>
                  <a:lnTo>
                    <a:pt x="47459" y="95846"/>
                  </a:lnTo>
                  <a:lnTo>
                    <a:pt x="47459" y="120408"/>
                  </a:lnTo>
                  <a:lnTo>
                    <a:pt x="22898" y="120408"/>
                  </a:lnTo>
                  <a:lnTo>
                    <a:pt x="18567" y="124752"/>
                  </a:lnTo>
                  <a:lnTo>
                    <a:pt x="18567" y="135458"/>
                  </a:lnTo>
                  <a:lnTo>
                    <a:pt x="22910" y="139801"/>
                  </a:lnTo>
                  <a:lnTo>
                    <a:pt x="47459" y="139801"/>
                  </a:lnTo>
                  <a:lnTo>
                    <a:pt x="47459" y="164350"/>
                  </a:lnTo>
                  <a:lnTo>
                    <a:pt x="51803" y="168694"/>
                  </a:lnTo>
                  <a:lnTo>
                    <a:pt x="62522" y="168694"/>
                  </a:lnTo>
                  <a:lnTo>
                    <a:pt x="66852" y="164350"/>
                  </a:lnTo>
                  <a:lnTo>
                    <a:pt x="66852" y="139801"/>
                  </a:lnTo>
                  <a:lnTo>
                    <a:pt x="91414" y="139801"/>
                  </a:lnTo>
                  <a:lnTo>
                    <a:pt x="95758" y="135458"/>
                  </a:lnTo>
                  <a:lnTo>
                    <a:pt x="95758" y="124752"/>
                  </a:lnTo>
                  <a:close/>
                </a:path>
                <a:path w="110489" h="1076959">
                  <a:moveTo>
                    <a:pt x="97231" y="217678"/>
                  </a:moveTo>
                  <a:lnTo>
                    <a:pt x="92710" y="213156"/>
                  </a:lnTo>
                  <a:lnTo>
                    <a:pt x="87109" y="213156"/>
                  </a:lnTo>
                  <a:lnTo>
                    <a:pt x="67094" y="213156"/>
                  </a:lnTo>
                  <a:lnTo>
                    <a:pt x="67094" y="187540"/>
                  </a:lnTo>
                  <a:lnTo>
                    <a:pt x="62560" y="183007"/>
                  </a:lnTo>
                  <a:lnTo>
                    <a:pt x="51384" y="183007"/>
                  </a:lnTo>
                  <a:lnTo>
                    <a:pt x="46850" y="187540"/>
                  </a:lnTo>
                  <a:lnTo>
                    <a:pt x="46850" y="213156"/>
                  </a:lnTo>
                  <a:lnTo>
                    <a:pt x="21234" y="213156"/>
                  </a:lnTo>
                  <a:lnTo>
                    <a:pt x="16713" y="217678"/>
                  </a:lnTo>
                  <a:lnTo>
                    <a:pt x="16713" y="228866"/>
                  </a:lnTo>
                  <a:lnTo>
                    <a:pt x="21234" y="233387"/>
                  </a:lnTo>
                  <a:lnTo>
                    <a:pt x="46850" y="233387"/>
                  </a:lnTo>
                  <a:lnTo>
                    <a:pt x="46850" y="259003"/>
                  </a:lnTo>
                  <a:lnTo>
                    <a:pt x="51384" y="263537"/>
                  </a:lnTo>
                  <a:lnTo>
                    <a:pt x="62560" y="263537"/>
                  </a:lnTo>
                  <a:lnTo>
                    <a:pt x="67094" y="259003"/>
                  </a:lnTo>
                  <a:lnTo>
                    <a:pt x="67094" y="233387"/>
                  </a:lnTo>
                  <a:lnTo>
                    <a:pt x="92710" y="233387"/>
                  </a:lnTo>
                  <a:lnTo>
                    <a:pt x="97231" y="228866"/>
                  </a:lnTo>
                  <a:lnTo>
                    <a:pt x="97231" y="217678"/>
                  </a:lnTo>
                  <a:close/>
                </a:path>
                <a:path w="110489" h="1076959">
                  <a:moveTo>
                    <a:pt x="98704" y="310616"/>
                  </a:moveTo>
                  <a:lnTo>
                    <a:pt x="93992" y="305904"/>
                  </a:lnTo>
                  <a:lnTo>
                    <a:pt x="88176" y="305904"/>
                  </a:lnTo>
                  <a:lnTo>
                    <a:pt x="67322" y="305904"/>
                  </a:lnTo>
                  <a:lnTo>
                    <a:pt x="67322" y="279234"/>
                  </a:lnTo>
                  <a:lnTo>
                    <a:pt x="62598" y="274510"/>
                  </a:lnTo>
                  <a:lnTo>
                    <a:pt x="50965" y="274510"/>
                  </a:lnTo>
                  <a:lnTo>
                    <a:pt x="46240" y="279234"/>
                  </a:lnTo>
                  <a:lnTo>
                    <a:pt x="46240" y="305904"/>
                  </a:lnTo>
                  <a:lnTo>
                    <a:pt x="19570" y="305904"/>
                  </a:lnTo>
                  <a:lnTo>
                    <a:pt x="14846" y="310616"/>
                  </a:lnTo>
                  <a:lnTo>
                    <a:pt x="14846" y="322262"/>
                  </a:lnTo>
                  <a:lnTo>
                    <a:pt x="19570" y="326974"/>
                  </a:lnTo>
                  <a:lnTo>
                    <a:pt x="46240" y="326974"/>
                  </a:lnTo>
                  <a:lnTo>
                    <a:pt x="46240" y="353656"/>
                  </a:lnTo>
                  <a:lnTo>
                    <a:pt x="50965" y="358368"/>
                  </a:lnTo>
                  <a:lnTo>
                    <a:pt x="62598" y="358368"/>
                  </a:lnTo>
                  <a:lnTo>
                    <a:pt x="67322" y="353656"/>
                  </a:lnTo>
                  <a:lnTo>
                    <a:pt x="67322" y="326974"/>
                  </a:lnTo>
                  <a:lnTo>
                    <a:pt x="93992" y="326974"/>
                  </a:lnTo>
                  <a:lnTo>
                    <a:pt x="98704" y="322262"/>
                  </a:lnTo>
                  <a:lnTo>
                    <a:pt x="98704" y="310616"/>
                  </a:lnTo>
                  <a:close/>
                </a:path>
                <a:path w="110489" h="1076959">
                  <a:moveTo>
                    <a:pt x="100177" y="403555"/>
                  </a:moveTo>
                  <a:lnTo>
                    <a:pt x="95275" y="398653"/>
                  </a:lnTo>
                  <a:lnTo>
                    <a:pt x="89217" y="398653"/>
                  </a:lnTo>
                  <a:lnTo>
                    <a:pt x="67538" y="398653"/>
                  </a:lnTo>
                  <a:lnTo>
                    <a:pt x="67538" y="370928"/>
                  </a:lnTo>
                  <a:lnTo>
                    <a:pt x="62636" y="366014"/>
                  </a:lnTo>
                  <a:lnTo>
                    <a:pt x="50533" y="366014"/>
                  </a:lnTo>
                  <a:lnTo>
                    <a:pt x="45631" y="370916"/>
                  </a:lnTo>
                  <a:lnTo>
                    <a:pt x="45631" y="398653"/>
                  </a:lnTo>
                  <a:lnTo>
                    <a:pt x="17894" y="398653"/>
                  </a:lnTo>
                  <a:lnTo>
                    <a:pt x="12992" y="403555"/>
                  </a:lnTo>
                  <a:lnTo>
                    <a:pt x="12992" y="415671"/>
                  </a:lnTo>
                  <a:lnTo>
                    <a:pt x="17894" y="420573"/>
                  </a:lnTo>
                  <a:lnTo>
                    <a:pt x="45631" y="420573"/>
                  </a:lnTo>
                  <a:lnTo>
                    <a:pt x="45631" y="448297"/>
                  </a:lnTo>
                  <a:lnTo>
                    <a:pt x="50533" y="453212"/>
                  </a:lnTo>
                  <a:lnTo>
                    <a:pt x="62636" y="453212"/>
                  </a:lnTo>
                  <a:lnTo>
                    <a:pt x="67538" y="448310"/>
                  </a:lnTo>
                  <a:lnTo>
                    <a:pt x="67538" y="420573"/>
                  </a:lnTo>
                  <a:lnTo>
                    <a:pt x="95275" y="420573"/>
                  </a:lnTo>
                  <a:lnTo>
                    <a:pt x="100177" y="415671"/>
                  </a:lnTo>
                  <a:lnTo>
                    <a:pt x="100177" y="403555"/>
                  </a:lnTo>
                  <a:close/>
                </a:path>
                <a:path w="110489" h="1076959">
                  <a:moveTo>
                    <a:pt x="101650" y="496493"/>
                  </a:moveTo>
                  <a:lnTo>
                    <a:pt x="96558" y="491401"/>
                  </a:lnTo>
                  <a:lnTo>
                    <a:pt x="90271" y="491401"/>
                  </a:lnTo>
                  <a:lnTo>
                    <a:pt x="67767" y="491401"/>
                  </a:lnTo>
                  <a:lnTo>
                    <a:pt x="67767" y="462622"/>
                  </a:lnTo>
                  <a:lnTo>
                    <a:pt x="62674" y="457530"/>
                  </a:lnTo>
                  <a:lnTo>
                    <a:pt x="50126" y="457530"/>
                  </a:lnTo>
                  <a:lnTo>
                    <a:pt x="45034" y="462622"/>
                  </a:lnTo>
                  <a:lnTo>
                    <a:pt x="45034" y="491401"/>
                  </a:lnTo>
                  <a:lnTo>
                    <a:pt x="16243" y="491401"/>
                  </a:lnTo>
                  <a:lnTo>
                    <a:pt x="11150" y="496493"/>
                  </a:lnTo>
                  <a:lnTo>
                    <a:pt x="11150" y="509054"/>
                  </a:lnTo>
                  <a:lnTo>
                    <a:pt x="16243" y="514146"/>
                  </a:lnTo>
                  <a:lnTo>
                    <a:pt x="45034" y="514146"/>
                  </a:lnTo>
                  <a:lnTo>
                    <a:pt x="45034" y="542937"/>
                  </a:lnTo>
                  <a:lnTo>
                    <a:pt x="50126" y="548030"/>
                  </a:lnTo>
                  <a:lnTo>
                    <a:pt x="62674" y="548030"/>
                  </a:lnTo>
                  <a:lnTo>
                    <a:pt x="67767" y="542937"/>
                  </a:lnTo>
                  <a:lnTo>
                    <a:pt x="67767" y="514146"/>
                  </a:lnTo>
                  <a:lnTo>
                    <a:pt x="96558" y="514146"/>
                  </a:lnTo>
                  <a:lnTo>
                    <a:pt x="101650" y="509054"/>
                  </a:lnTo>
                  <a:lnTo>
                    <a:pt x="101650" y="496493"/>
                  </a:lnTo>
                  <a:close/>
                </a:path>
                <a:path w="110489" h="1076959">
                  <a:moveTo>
                    <a:pt x="110490" y="1054125"/>
                  </a:moveTo>
                  <a:lnTo>
                    <a:pt x="104267" y="1047902"/>
                  </a:lnTo>
                  <a:lnTo>
                    <a:pt x="69126" y="1047902"/>
                  </a:lnTo>
                  <a:lnTo>
                    <a:pt x="69126" y="1012761"/>
                  </a:lnTo>
                  <a:lnTo>
                    <a:pt x="68910" y="1012545"/>
                  </a:lnTo>
                  <a:lnTo>
                    <a:pt x="68910" y="982078"/>
                  </a:lnTo>
                  <a:lnTo>
                    <a:pt x="102984" y="982078"/>
                  </a:lnTo>
                  <a:lnTo>
                    <a:pt x="109016" y="976058"/>
                  </a:lnTo>
                  <a:lnTo>
                    <a:pt x="109004" y="961186"/>
                  </a:lnTo>
                  <a:lnTo>
                    <a:pt x="102984" y="955154"/>
                  </a:lnTo>
                  <a:lnTo>
                    <a:pt x="95554" y="955154"/>
                  </a:lnTo>
                  <a:lnTo>
                    <a:pt x="68910" y="955154"/>
                  </a:lnTo>
                  <a:lnTo>
                    <a:pt x="68910" y="921067"/>
                  </a:lnTo>
                  <a:lnTo>
                    <a:pt x="68681" y="920851"/>
                  </a:lnTo>
                  <a:lnTo>
                    <a:pt x="68681" y="888492"/>
                  </a:lnTo>
                  <a:lnTo>
                    <a:pt x="101701" y="888492"/>
                  </a:lnTo>
                  <a:lnTo>
                    <a:pt x="107543" y="882650"/>
                  </a:lnTo>
                  <a:lnTo>
                    <a:pt x="107543" y="868248"/>
                  </a:lnTo>
                  <a:lnTo>
                    <a:pt x="101701" y="862406"/>
                  </a:lnTo>
                  <a:lnTo>
                    <a:pt x="94500" y="862406"/>
                  </a:lnTo>
                  <a:lnTo>
                    <a:pt x="68681" y="862406"/>
                  </a:lnTo>
                  <a:lnTo>
                    <a:pt x="68681" y="829386"/>
                  </a:lnTo>
                  <a:lnTo>
                    <a:pt x="67297" y="828014"/>
                  </a:lnTo>
                  <a:lnTo>
                    <a:pt x="68440" y="826858"/>
                  </a:lnTo>
                  <a:lnTo>
                    <a:pt x="68440" y="794905"/>
                  </a:lnTo>
                  <a:lnTo>
                    <a:pt x="100418" y="794905"/>
                  </a:lnTo>
                  <a:lnTo>
                    <a:pt x="106057" y="789241"/>
                  </a:lnTo>
                  <a:lnTo>
                    <a:pt x="106070" y="775309"/>
                  </a:lnTo>
                  <a:lnTo>
                    <a:pt x="100418" y="769658"/>
                  </a:lnTo>
                  <a:lnTo>
                    <a:pt x="93433" y="769658"/>
                  </a:lnTo>
                  <a:lnTo>
                    <a:pt x="68440" y="769658"/>
                  </a:lnTo>
                  <a:lnTo>
                    <a:pt x="68440" y="737679"/>
                  </a:lnTo>
                  <a:lnTo>
                    <a:pt x="65608" y="734860"/>
                  </a:lnTo>
                  <a:lnTo>
                    <a:pt x="68224" y="732243"/>
                  </a:lnTo>
                  <a:lnTo>
                    <a:pt x="68224" y="701332"/>
                  </a:lnTo>
                  <a:lnTo>
                    <a:pt x="99136" y="701332"/>
                  </a:lnTo>
                  <a:lnTo>
                    <a:pt x="104597" y="695858"/>
                  </a:lnTo>
                  <a:lnTo>
                    <a:pt x="104597" y="682371"/>
                  </a:lnTo>
                  <a:lnTo>
                    <a:pt x="99123" y="676910"/>
                  </a:lnTo>
                  <a:lnTo>
                    <a:pt x="92392" y="676910"/>
                  </a:lnTo>
                  <a:lnTo>
                    <a:pt x="68224" y="676910"/>
                  </a:lnTo>
                  <a:lnTo>
                    <a:pt x="68224" y="645998"/>
                  </a:lnTo>
                  <a:lnTo>
                    <a:pt x="63906" y="641680"/>
                  </a:lnTo>
                  <a:lnTo>
                    <a:pt x="67995" y="637590"/>
                  </a:lnTo>
                  <a:lnTo>
                    <a:pt x="67995" y="607745"/>
                  </a:lnTo>
                  <a:lnTo>
                    <a:pt x="97840" y="607745"/>
                  </a:lnTo>
                  <a:lnTo>
                    <a:pt x="103124" y="602462"/>
                  </a:lnTo>
                  <a:lnTo>
                    <a:pt x="103124" y="589432"/>
                  </a:lnTo>
                  <a:lnTo>
                    <a:pt x="97840" y="584161"/>
                  </a:lnTo>
                  <a:lnTo>
                    <a:pt x="91338" y="584161"/>
                  </a:lnTo>
                  <a:lnTo>
                    <a:pt x="67995" y="584161"/>
                  </a:lnTo>
                  <a:lnTo>
                    <a:pt x="67995" y="554304"/>
                  </a:lnTo>
                  <a:lnTo>
                    <a:pt x="62712" y="549033"/>
                  </a:lnTo>
                  <a:lnTo>
                    <a:pt x="49695" y="549033"/>
                  </a:lnTo>
                  <a:lnTo>
                    <a:pt x="44411" y="554304"/>
                  </a:lnTo>
                  <a:lnTo>
                    <a:pt x="44411" y="584161"/>
                  </a:lnTo>
                  <a:lnTo>
                    <a:pt x="14566" y="584161"/>
                  </a:lnTo>
                  <a:lnTo>
                    <a:pt x="9283" y="589445"/>
                  </a:lnTo>
                  <a:lnTo>
                    <a:pt x="9283" y="602462"/>
                  </a:lnTo>
                  <a:lnTo>
                    <a:pt x="14566" y="607745"/>
                  </a:lnTo>
                  <a:lnTo>
                    <a:pt x="44411" y="607745"/>
                  </a:lnTo>
                  <a:lnTo>
                    <a:pt x="44411" y="637590"/>
                  </a:lnTo>
                  <a:lnTo>
                    <a:pt x="48298" y="641489"/>
                  </a:lnTo>
                  <a:lnTo>
                    <a:pt x="43802" y="645998"/>
                  </a:lnTo>
                  <a:lnTo>
                    <a:pt x="43802" y="676910"/>
                  </a:lnTo>
                  <a:lnTo>
                    <a:pt x="12890" y="676910"/>
                  </a:lnTo>
                  <a:lnTo>
                    <a:pt x="7429" y="682371"/>
                  </a:lnTo>
                  <a:lnTo>
                    <a:pt x="7429" y="695858"/>
                  </a:lnTo>
                  <a:lnTo>
                    <a:pt x="12890" y="701332"/>
                  </a:lnTo>
                  <a:lnTo>
                    <a:pt x="43802" y="701332"/>
                  </a:lnTo>
                  <a:lnTo>
                    <a:pt x="43802" y="732243"/>
                  </a:lnTo>
                  <a:lnTo>
                    <a:pt x="46215" y="734669"/>
                  </a:lnTo>
                  <a:lnTo>
                    <a:pt x="43192" y="737692"/>
                  </a:lnTo>
                  <a:lnTo>
                    <a:pt x="43192" y="769658"/>
                  </a:lnTo>
                  <a:lnTo>
                    <a:pt x="11226" y="769658"/>
                  </a:lnTo>
                  <a:lnTo>
                    <a:pt x="5575" y="775309"/>
                  </a:lnTo>
                  <a:lnTo>
                    <a:pt x="5575" y="789254"/>
                  </a:lnTo>
                  <a:lnTo>
                    <a:pt x="11239" y="794905"/>
                  </a:lnTo>
                  <a:lnTo>
                    <a:pt x="43192" y="794905"/>
                  </a:lnTo>
                  <a:lnTo>
                    <a:pt x="43192" y="826871"/>
                  </a:lnTo>
                  <a:lnTo>
                    <a:pt x="44145" y="827824"/>
                  </a:lnTo>
                  <a:lnTo>
                    <a:pt x="42583" y="829386"/>
                  </a:lnTo>
                  <a:lnTo>
                    <a:pt x="42583" y="862406"/>
                  </a:lnTo>
                  <a:lnTo>
                    <a:pt x="9563" y="862406"/>
                  </a:lnTo>
                  <a:lnTo>
                    <a:pt x="3721" y="868248"/>
                  </a:lnTo>
                  <a:lnTo>
                    <a:pt x="3721" y="882650"/>
                  </a:lnTo>
                  <a:lnTo>
                    <a:pt x="9563" y="888492"/>
                  </a:lnTo>
                  <a:lnTo>
                    <a:pt x="42583" y="888492"/>
                  </a:lnTo>
                  <a:lnTo>
                    <a:pt x="42583" y="920470"/>
                  </a:lnTo>
                  <a:lnTo>
                    <a:pt x="41973" y="921067"/>
                  </a:lnTo>
                  <a:lnTo>
                    <a:pt x="41973" y="955154"/>
                  </a:lnTo>
                  <a:lnTo>
                    <a:pt x="7899" y="955154"/>
                  </a:lnTo>
                  <a:lnTo>
                    <a:pt x="1866" y="961186"/>
                  </a:lnTo>
                  <a:lnTo>
                    <a:pt x="1866" y="976058"/>
                  </a:lnTo>
                  <a:lnTo>
                    <a:pt x="7899" y="982078"/>
                  </a:lnTo>
                  <a:lnTo>
                    <a:pt x="41973" y="982078"/>
                  </a:lnTo>
                  <a:lnTo>
                    <a:pt x="41973" y="1012151"/>
                  </a:lnTo>
                  <a:lnTo>
                    <a:pt x="41363" y="1012761"/>
                  </a:lnTo>
                  <a:lnTo>
                    <a:pt x="41363" y="1047902"/>
                  </a:lnTo>
                  <a:lnTo>
                    <a:pt x="6223" y="1047902"/>
                  </a:lnTo>
                  <a:lnTo>
                    <a:pt x="0" y="1054125"/>
                  </a:lnTo>
                  <a:lnTo>
                    <a:pt x="0" y="1069467"/>
                  </a:lnTo>
                  <a:lnTo>
                    <a:pt x="6210" y="1075677"/>
                  </a:lnTo>
                  <a:lnTo>
                    <a:pt x="41363" y="1075677"/>
                  </a:lnTo>
                  <a:lnTo>
                    <a:pt x="41363" y="1076515"/>
                  </a:lnTo>
                  <a:lnTo>
                    <a:pt x="69126" y="1076515"/>
                  </a:lnTo>
                  <a:lnTo>
                    <a:pt x="69126" y="1075677"/>
                  </a:lnTo>
                  <a:lnTo>
                    <a:pt x="104267" y="1075677"/>
                  </a:lnTo>
                  <a:lnTo>
                    <a:pt x="110490" y="1069467"/>
                  </a:lnTo>
                  <a:lnTo>
                    <a:pt x="110490" y="1054125"/>
                  </a:lnTo>
                  <a:close/>
                </a:path>
              </a:pathLst>
            </a:custGeom>
            <a:solidFill>
              <a:srgbClr val="0070C8"/>
            </a:solidFill>
          </p:spPr>
          <p:txBody>
            <a:bodyPr wrap="square" lIns="0" tIns="0" rIns="0" bIns="0" rtlCol="0"/>
            <a:lstStyle/>
            <a:p>
              <a:endParaRPr sz="700"/>
            </a:p>
          </p:txBody>
        </p:sp>
        <p:pic>
          <p:nvPicPr>
            <p:cNvPr id="239" name="object 239"/>
            <p:cNvPicPr/>
            <p:nvPr/>
          </p:nvPicPr>
          <p:blipFill>
            <a:blip r:embed="rId59" cstate="print"/>
            <a:stretch>
              <a:fillRect/>
            </a:stretch>
          </p:blipFill>
          <p:spPr>
            <a:xfrm>
              <a:off x="2210824" y="9118975"/>
              <a:ext cx="70550" cy="70550"/>
            </a:xfrm>
            <a:prstGeom prst="rect">
              <a:avLst/>
            </a:prstGeom>
          </p:spPr>
        </p:pic>
        <p:pic>
          <p:nvPicPr>
            <p:cNvPr id="240" name="object 240"/>
            <p:cNvPicPr/>
            <p:nvPr/>
          </p:nvPicPr>
          <p:blipFill>
            <a:blip r:embed="rId60" cstate="print"/>
            <a:stretch>
              <a:fillRect/>
            </a:stretch>
          </p:blipFill>
          <p:spPr>
            <a:xfrm>
              <a:off x="2212683" y="9027468"/>
              <a:ext cx="67215" cy="67216"/>
            </a:xfrm>
            <a:prstGeom prst="rect">
              <a:avLst/>
            </a:prstGeom>
          </p:spPr>
        </p:pic>
        <p:pic>
          <p:nvPicPr>
            <p:cNvPr id="241" name="object 241"/>
            <p:cNvPicPr/>
            <p:nvPr/>
          </p:nvPicPr>
          <p:blipFill>
            <a:blip r:embed="rId61" cstate="print"/>
            <a:stretch>
              <a:fillRect/>
            </a:stretch>
          </p:blipFill>
          <p:spPr>
            <a:xfrm>
              <a:off x="2214519" y="8935961"/>
              <a:ext cx="63902" cy="63895"/>
            </a:xfrm>
            <a:prstGeom prst="rect">
              <a:avLst/>
            </a:prstGeom>
          </p:spPr>
        </p:pic>
        <p:sp>
          <p:nvSpPr>
            <p:cNvPr id="242" name="object 242"/>
            <p:cNvSpPr/>
            <p:nvPr/>
          </p:nvSpPr>
          <p:spPr>
            <a:xfrm>
              <a:off x="2216391" y="8478456"/>
              <a:ext cx="60960" cy="426720"/>
            </a:xfrm>
            <a:custGeom>
              <a:avLst/>
              <a:gdLst/>
              <a:ahLst/>
              <a:cxnLst/>
              <a:rect l="l" t="t" r="r" b="b"/>
              <a:pathLst>
                <a:path w="60960" h="426720">
                  <a:moveTo>
                    <a:pt x="54673" y="20345"/>
                  </a:moveTo>
                  <a:lnTo>
                    <a:pt x="52006" y="17691"/>
                  </a:lnTo>
                  <a:lnTo>
                    <a:pt x="48729" y="17691"/>
                  </a:lnTo>
                  <a:lnTo>
                    <a:pt x="36982" y="17691"/>
                  </a:lnTo>
                  <a:lnTo>
                    <a:pt x="36982" y="2654"/>
                  </a:lnTo>
                  <a:lnTo>
                    <a:pt x="34315" y="0"/>
                  </a:lnTo>
                  <a:lnTo>
                    <a:pt x="27762" y="0"/>
                  </a:lnTo>
                  <a:lnTo>
                    <a:pt x="25107" y="2654"/>
                  </a:lnTo>
                  <a:lnTo>
                    <a:pt x="25107" y="17691"/>
                  </a:lnTo>
                  <a:lnTo>
                    <a:pt x="10071" y="17691"/>
                  </a:lnTo>
                  <a:lnTo>
                    <a:pt x="7416" y="20345"/>
                  </a:lnTo>
                  <a:lnTo>
                    <a:pt x="7416" y="26911"/>
                  </a:lnTo>
                  <a:lnTo>
                    <a:pt x="10071" y="29565"/>
                  </a:lnTo>
                  <a:lnTo>
                    <a:pt x="25107" y="29565"/>
                  </a:lnTo>
                  <a:lnTo>
                    <a:pt x="25107" y="44589"/>
                  </a:lnTo>
                  <a:lnTo>
                    <a:pt x="27762" y="47256"/>
                  </a:lnTo>
                  <a:lnTo>
                    <a:pt x="34315" y="47256"/>
                  </a:lnTo>
                  <a:lnTo>
                    <a:pt x="36982" y="44589"/>
                  </a:lnTo>
                  <a:lnTo>
                    <a:pt x="36982" y="29565"/>
                  </a:lnTo>
                  <a:lnTo>
                    <a:pt x="52006" y="29565"/>
                  </a:lnTo>
                  <a:lnTo>
                    <a:pt x="54673" y="26911"/>
                  </a:lnTo>
                  <a:lnTo>
                    <a:pt x="54673" y="20345"/>
                  </a:lnTo>
                  <a:close/>
                </a:path>
                <a:path w="60960" h="426720">
                  <a:moveTo>
                    <a:pt x="56146" y="120307"/>
                  </a:moveTo>
                  <a:lnTo>
                    <a:pt x="56134" y="113284"/>
                  </a:lnTo>
                  <a:lnTo>
                    <a:pt x="53301" y="110439"/>
                  </a:lnTo>
                  <a:lnTo>
                    <a:pt x="49784" y="110439"/>
                  </a:lnTo>
                  <a:lnTo>
                    <a:pt x="37211" y="110439"/>
                  </a:lnTo>
                  <a:lnTo>
                    <a:pt x="37211" y="94348"/>
                  </a:lnTo>
                  <a:lnTo>
                    <a:pt x="34366" y="91490"/>
                  </a:lnTo>
                  <a:lnTo>
                    <a:pt x="27343" y="91490"/>
                  </a:lnTo>
                  <a:lnTo>
                    <a:pt x="24498" y="94348"/>
                  </a:lnTo>
                  <a:lnTo>
                    <a:pt x="24498" y="110439"/>
                  </a:lnTo>
                  <a:lnTo>
                    <a:pt x="8407" y="110439"/>
                  </a:lnTo>
                  <a:lnTo>
                    <a:pt x="5562" y="113284"/>
                  </a:lnTo>
                  <a:lnTo>
                    <a:pt x="5562" y="120307"/>
                  </a:lnTo>
                  <a:lnTo>
                    <a:pt x="8407" y="123151"/>
                  </a:lnTo>
                  <a:lnTo>
                    <a:pt x="24498" y="123151"/>
                  </a:lnTo>
                  <a:lnTo>
                    <a:pt x="24498" y="139242"/>
                  </a:lnTo>
                  <a:lnTo>
                    <a:pt x="27343" y="142087"/>
                  </a:lnTo>
                  <a:lnTo>
                    <a:pt x="34366" y="142087"/>
                  </a:lnTo>
                  <a:lnTo>
                    <a:pt x="37211" y="139242"/>
                  </a:lnTo>
                  <a:lnTo>
                    <a:pt x="37211" y="123151"/>
                  </a:lnTo>
                  <a:lnTo>
                    <a:pt x="53301" y="123151"/>
                  </a:lnTo>
                  <a:lnTo>
                    <a:pt x="56146" y="120307"/>
                  </a:lnTo>
                  <a:close/>
                </a:path>
                <a:path w="60960" h="426720">
                  <a:moveTo>
                    <a:pt x="57619" y="206222"/>
                  </a:moveTo>
                  <a:lnTo>
                    <a:pt x="54571" y="203187"/>
                  </a:lnTo>
                  <a:lnTo>
                    <a:pt x="50838" y="203187"/>
                  </a:lnTo>
                  <a:lnTo>
                    <a:pt x="37426" y="203187"/>
                  </a:lnTo>
                  <a:lnTo>
                    <a:pt x="37426" y="186042"/>
                  </a:lnTo>
                  <a:lnTo>
                    <a:pt x="34404" y="183007"/>
                  </a:lnTo>
                  <a:lnTo>
                    <a:pt x="26924" y="183007"/>
                  </a:lnTo>
                  <a:lnTo>
                    <a:pt x="23888" y="186042"/>
                  </a:lnTo>
                  <a:lnTo>
                    <a:pt x="23888" y="203187"/>
                  </a:lnTo>
                  <a:lnTo>
                    <a:pt x="6743" y="203187"/>
                  </a:lnTo>
                  <a:lnTo>
                    <a:pt x="3708" y="206222"/>
                  </a:lnTo>
                  <a:lnTo>
                    <a:pt x="3708" y="213702"/>
                  </a:lnTo>
                  <a:lnTo>
                    <a:pt x="6743" y="216725"/>
                  </a:lnTo>
                  <a:lnTo>
                    <a:pt x="23888" y="216725"/>
                  </a:lnTo>
                  <a:lnTo>
                    <a:pt x="23888" y="233870"/>
                  </a:lnTo>
                  <a:lnTo>
                    <a:pt x="26924" y="236905"/>
                  </a:lnTo>
                  <a:lnTo>
                    <a:pt x="34404" y="236905"/>
                  </a:lnTo>
                  <a:lnTo>
                    <a:pt x="37426" y="233870"/>
                  </a:lnTo>
                  <a:lnTo>
                    <a:pt x="37426" y="216725"/>
                  </a:lnTo>
                  <a:lnTo>
                    <a:pt x="54571" y="216725"/>
                  </a:lnTo>
                  <a:lnTo>
                    <a:pt x="57607" y="213702"/>
                  </a:lnTo>
                  <a:lnTo>
                    <a:pt x="57619" y="206222"/>
                  </a:lnTo>
                  <a:close/>
                </a:path>
                <a:path w="60960" h="426720">
                  <a:moveTo>
                    <a:pt x="59080" y="299161"/>
                  </a:moveTo>
                  <a:lnTo>
                    <a:pt x="55867" y="295935"/>
                  </a:lnTo>
                  <a:lnTo>
                    <a:pt x="51892" y="295935"/>
                  </a:lnTo>
                  <a:lnTo>
                    <a:pt x="37655" y="295935"/>
                  </a:lnTo>
                  <a:lnTo>
                    <a:pt x="37655" y="277736"/>
                  </a:lnTo>
                  <a:lnTo>
                    <a:pt x="34442" y="274510"/>
                  </a:lnTo>
                  <a:lnTo>
                    <a:pt x="26504" y="274510"/>
                  </a:lnTo>
                  <a:lnTo>
                    <a:pt x="23279" y="277736"/>
                  </a:lnTo>
                  <a:lnTo>
                    <a:pt x="23279" y="295935"/>
                  </a:lnTo>
                  <a:lnTo>
                    <a:pt x="5080" y="295935"/>
                  </a:lnTo>
                  <a:lnTo>
                    <a:pt x="1854" y="299161"/>
                  </a:lnTo>
                  <a:lnTo>
                    <a:pt x="1854" y="307098"/>
                  </a:lnTo>
                  <a:lnTo>
                    <a:pt x="5080" y="310311"/>
                  </a:lnTo>
                  <a:lnTo>
                    <a:pt x="23279" y="310311"/>
                  </a:lnTo>
                  <a:lnTo>
                    <a:pt x="23279" y="328523"/>
                  </a:lnTo>
                  <a:lnTo>
                    <a:pt x="26504" y="331736"/>
                  </a:lnTo>
                  <a:lnTo>
                    <a:pt x="34442" y="331736"/>
                  </a:lnTo>
                  <a:lnTo>
                    <a:pt x="37655" y="328523"/>
                  </a:lnTo>
                  <a:lnTo>
                    <a:pt x="37655" y="310311"/>
                  </a:lnTo>
                  <a:lnTo>
                    <a:pt x="55867" y="310311"/>
                  </a:lnTo>
                  <a:lnTo>
                    <a:pt x="59080" y="307098"/>
                  </a:lnTo>
                  <a:lnTo>
                    <a:pt x="59080" y="299161"/>
                  </a:lnTo>
                  <a:close/>
                </a:path>
                <a:path w="60960" h="426720">
                  <a:moveTo>
                    <a:pt x="60566" y="392087"/>
                  </a:moveTo>
                  <a:lnTo>
                    <a:pt x="57150" y="388683"/>
                  </a:lnTo>
                  <a:lnTo>
                    <a:pt x="52946" y="388683"/>
                  </a:lnTo>
                  <a:lnTo>
                    <a:pt x="37896" y="388683"/>
                  </a:lnTo>
                  <a:lnTo>
                    <a:pt x="37896" y="369417"/>
                  </a:lnTo>
                  <a:lnTo>
                    <a:pt x="34480" y="366014"/>
                  </a:lnTo>
                  <a:lnTo>
                    <a:pt x="26073" y="366014"/>
                  </a:lnTo>
                  <a:lnTo>
                    <a:pt x="22669" y="369417"/>
                  </a:lnTo>
                  <a:lnTo>
                    <a:pt x="22669" y="388683"/>
                  </a:lnTo>
                  <a:lnTo>
                    <a:pt x="3403" y="388683"/>
                  </a:lnTo>
                  <a:lnTo>
                    <a:pt x="0" y="392087"/>
                  </a:lnTo>
                  <a:lnTo>
                    <a:pt x="0" y="400494"/>
                  </a:lnTo>
                  <a:lnTo>
                    <a:pt x="3403" y="403898"/>
                  </a:lnTo>
                  <a:lnTo>
                    <a:pt x="22669" y="403898"/>
                  </a:lnTo>
                  <a:lnTo>
                    <a:pt x="22669" y="423164"/>
                  </a:lnTo>
                  <a:lnTo>
                    <a:pt x="26073" y="426580"/>
                  </a:lnTo>
                  <a:lnTo>
                    <a:pt x="34480" y="426580"/>
                  </a:lnTo>
                  <a:lnTo>
                    <a:pt x="37896" y="423164"/>
                  </a:lnTo>
                  <a:lnTo>
                    <a:pt x="37896" y="403898"/>
                  </a:lnTo>
                  <a:lnTo>
                    <a:pt x="57150" y="403898"/>
                  </a:lnTo>
                  <a:lnTo>
                    <a:pt x="60566" y="400494"/>
                  </a:lnTo>
                  <a:lnTo>
                    <a:pt x="60566" y="392087"/>
                  </a:lnTo>
                  <a:close/>
                </a:path>
              </a:pathLst>
            </a:custGeom>
            <a:solidFill>
              <a:srgbClr val="0070C8"/>
            </a:solidFill>
          </p:spPr>
          <p:txBody>
            <a:bodyPr wrap="square" lIns="0" tIns="0" rIns="0" bIns="0" rtlCol="0"/>
            <a:lstStyle/>
            <a:p>
              <a:endParaRPr sz="700"/>
            </a:p>
          </p:txBody>
        </p:sp>
      </p:grpSp>
      <p:grpSp>
        <p:nvGrpSpPr>
          <p:cNvPr id="243" name="object 243"/>
          <p:cNvGrpSpPr/>
          <p:nvPr/>
        </p:nvGrpSpPr>
        <p:grpSpPr>
          <a:xfrm>
            <a:off x="1196106" y="4389177"/>
            <a:ext cx="55245" cy="754063"/>
            <a:chOff x="2392211" y="8778354"/>
            <a:chExt cx="110489" cy="1508125"/>
          </a:xfrm>
        </p:grpSpPr>
        <p:sp>
          <p:nvSpPr>
            <p:cNvPr id="244" name="object 244"/>
            <p:cNvSpPr/>
            <p:nvPr/>
          </p:nvSpPr>
          <p:spPr>
            <a:xfrm>
              <a:off x="2392210" y="9120390"/>
              <a:ext cx="110489" cy="1166495"/>
            </a:xfrm>
            <a:custGeom>
              <a:avLst/>
              <a:gdLst/>
              <a:ahLst/>
              <a:cxnLst/>
              <a:rect l="l" t="t" r="r" b="b"/>
              <a:pathLst>
                <a:path w="110489" h="1166495">
                  <a:moveTo>
                    <a:pt x="91338" y="28956"/>
                  </a:moveTo>
                  <a:lnTo>
                    <a:pt x="87553" y="25171"/>
                  </a:lnTo>
                  <a:lnTo>
                    <a:pt x="82892" y="25171"/>
                  </a:lnTo>
                  <a:lnTo>
                    <a:pt x="66167" y="25171"/>
                  </a:lnTo>
                  <a:lnTo>
                    <a:pt x="66167" y="3784"/>
                  </a:lnTo>
                  <a:lnTo>
                    <a:pt x="62395" y="0"/>
                  </a:lnTo>
                  <a:lnTo>
                    <a:pt x="53060" y="0"/>
                  </a:lnTo>
                  <a:lnTo>
                    <a:pt x="49276" y="3784"/>
                  </a:lnTo>
                  <a:lnTo>
                    <a:pt x="49276" y="25171"/>
                  </a:lnTo>
                  <a:lnTo>
                    <a:pt x="27901" y="25171"/>
                  </a:lnTo>
                  <a:lnTo>
                    <a:pt x="24117" y="28943"/>
                  </a:lnTo>
                  <a:lnTo>
                    <a:pt x="24117" y="38277"/>
                  </a:lnTo>
                  <a:lnTo>
                    <a:pt x="27901" y="42049"/>
                  </a:lnTo>
                  <a:lnTo>
                    <a:pt x="49276" y="42049"/>
                  </a:lnTo>
                  <a:lnTo>
                    <a:pt x="49276" y="63436"/>
                  </a:lnTo>
                  <a:lnTo>
                    <a:pt x="53060" y="67221"/>
                  </a:lnTo>
                  <a:lnTo>
                    <a:pt x="62395" y="67221"/>
                  </a:lnTo>
                  <a:lnTo>
                    <a:pt x="66167" y="63436"/>
                  </a:lnTo>
                  <a:lnTo>
                    <a:pt x="66167" y="42049"/>
                  </a:lnTo>
                  <a:lnTo>
                    <a:pt x="87553" y="42049"/>
                  </a:lnTo>
                  <a:lnTo>
                    <a:pt x="91338" y="38277"/>
                  </a:lnTo>
                  <a:lnTo>
                    <a:pt x="91338" y="28956"/>
                  </a:lnTo>
                  <a:close/>
                </a:path>
                <a:path w="110489" h="1166495">
                  <a:moveTo>
                    <a:pt x="92811" y="125679"/>
                  </a:moveTo>
                  <a:lnTo>
                    <a:pt x="92798" y="115887"/>
                  </a:lnTo>
                  <a:lnTo>
                    <a:pt x="88836" y="111925"/>
                  </a:lnTo>
                  <a:lnTo>
                    <a:pt x="83947" y="111925"/>
                  </a:lnTo>
                  <a:lnTo>
                    <a:pt x="66395" y="111925"/>
                  </a:lnTo>
                  <a:lnTo>
                    <a:pt x="66395" y="89484"/>
                  </a:lnTo>
                  <a:lnTo>
                    <a:pt x="62433" y="85509"/>
                  </a:lnTo>
                  <a:lnTo>
                    <a:pt x="52641" y="85509"/>
                  </a:lnTo>
                  <a:lnTo>
                    <a:pt x="48666" y="89484"/>
                  </a:lnTo>
                  <a:lnTo>
                    <a:pt x="48666" y="111925"/>
                  </a:lnTo>
                  <a:lnTo>
                    <a:pt x="26225" y="111925"/>
                  </a:lnTo>
                  <a:lnTo>
                    <a:pt x="22263" y="115887"/>
                  </a:lnTo>
                  <a:lnTo>
                    <a:pt x="22263" y="125679"/>
                  </a:lnTo>
                  <a:lnTo>
                    <a:pt x="26225" y="129654"/>
                  </a:lnTo>
                  <a:lnTo>
                    <a:pt x="48666" y="129654"/>
                  </a:lnTo>
                  <a:lnTo>
                    <a:pt x="48666" y="152095"/>
                  </a:lnTo>
                  <a:lnTo>
                    <a:pt x="52641" y="156057"/>
                  </a:lnTo>
                  <a:lnTo>
                    <a:pt x="62433" y="156057"/>
                  </a:lnTo>
                  <a:lnTo>
                    <a:pt x="66395" y="152095"/>
                  </a:lnTo>
                  <a:lnTo>
                    <a:pt x="66395" y="129654"/>
                  </a:lnTo>
                  <a:lnTo>
                    <a:pt x="88836" y="129654"/>
                  </a:lnTo>
                  <a:lnTo>
                    <a:pt x="92811" y="125679"/>
                  </a:lnTo>
                  <a:close/>
                </a:path>
                <a:path w="110489" h="1166495">
                  <a:moveTo>
                    <a:pt x="94284" y="202831"/>
                  </a:moveTo>
                  <a:lnTo>
                    <a:pt x="90119" y="198678"/>
                  </a:lnTo>
                  <a:lnTo>
                    <a:pt x="84988" y="198678"/>
                  </a:lnTo>
                  <a:lnTo>
                    <a:pt x="66624" y="198678"/>
                  </a:lnTo>
                  <a:lnTo>
                    <a:pt x="66624" y="175183"/>
                  </a:lnTo>
                  <a:lnTo>
                    <a:pt x="62471" y="171018"/>
                  </a:lnTo>
                  <a:lnTo>
                    <a:pt x="52209" y="171018"/>
                  </a:lnTo>
                  <a:lnTo>
                    <a:pt x="48056" y="175171"/>
                  </a:lnTo>
                  <a:lnTo>
                    <a:pt x="48056" y="198678"/>
                  </a:lnTo>
                  <a:lnTo>
                    <a:pt x="24561" y="198678"/>
                  </a:lnTo>
                  <a:lnTo>
                    <a:pt x="20396" y="202831"/>
                  </a:lnTo>
                  <a:lnTo>
                    <a:pt x="20396" y="213093"/>
                  </a:lnTo>
                  <a:lnTo>
                    <a:pt x="24549" y="217246"/>
                  </a:lnTo>
                  <a:lnTo>
                    <a:pt x="48056" y="217246"/>
                  </a:lnTo>
                  <a:lnTo>
                    <a:pt x="48056" y="240741"/>
                  </a:lnTo>
                  <a:lnTo>
                    <a:pt x="52209" y="244906"/>
                  </a:lnTo>
                  <a:lnTo>
                    <a:pt x="62471" y="244906"/>
                  </a:lnTo>
                  <a:lnTo>
                    <a:pt x="66624" y="240753"/>
                  </a:lnTo>
                  <a:lnTo>
                    <a:pt x="66624" y="217246"/>
                  </a:lnTo>
                  <a:lnTo>
                    <a:pt x="90119" y="217246"/>
                  </a:lnTo>
                  <a:lnTo>
                    <a:pt x="94284" y="213093"/>
                  </a:lnTo>
                  <a:lnTo>
                    <a:pt x="94284" y="202831"/>
                  </a:lnTo>
                  <a:close/>
                </a:path>
                <a:path w="110489" h="1166495">
                  <a:moveTo>
                    <a:pt x="95745" y="289775"/>
                  </a:moveTo>
                  <a:lnTo>
                    <a:pt x="91401" y="285432"/>
                  </a:lnTo>
                  <a:lnTo>
                    <a:pt x="86055" y="285432"/>
                  </a:lnTo>
                  <a:lnTo>
                    <a:pt x="66852" y="285432"/>
                  </a:lnTo>
                  <a:lnTo>
                    <a:pt x="66852" y="260883"/>
                  </a:lnTo>
                  <a:lnTo>
                    <a:pt x="62509" y="256540"/>
                  </a:lnTo>
                  <a:lnTo>
                    <a:pt x="51803" y="256540"/>
                  </a:lnTo>
                  <a:lnTo>
                    <a:pt x="47459" y="260883"/>
                  </a:lnTo>
                  <a:lnTo>
                    <a:pt x="47459" y="285432"/>
                  </a:lnTo>
                  <a:lnTo>
                    <a:pt x="22898" y="285432"/>
                  </a:lnTo>
                  <a:lnTo>
                    <a:pt x="18554" y="289775"/>
                  </a:lnTo>
                  <a:lnTo>
                    <a:pt x="18554" y="300494"/>
                  </a:lnTo>
                  <a:lnTo>
                    <a:pt x="22898" y="304825"/>
                  </a:lnTo>
                  <a:lnTo>
                    <a:pt x="47459" y="304825"/>
                  </a:lnTo>
                  <a:lnTo>
                    <a:pt x="47459" y="329387"/>
                  </a:lnTo>
                  <a:lnTo>
                    <a:pt x="51803" y="333730"/>
                  </a:lnTo>
                  <a:lnTo>
                    <a:pt x="62509" y="333730"/>
                  </a:lnTo>
                  <a:lnTo>
                    <a:pt x="66852" y="329387"/>
                  </a:lnTo>
                  <a:lnTo>
                    <a:pt x="66852" y="304825"/>
                  </a:lnTo>
                  <a:lnTo>
                    <a:pt x="91401" y="304825"/>
                  </a:lnTo>
                  <a:lnTo>
                    <a:pt x="95745" y="300482"/>
                  </a:lnTo>
                  <a:lnTo>
                    <a:pt x="95745" y="289775"/>
                  </a:lnTo>
                  <a:close/>
                </a:path>
                <a:path w="110489" h="1166495">
                  <a:moveTo>
                    <a:pt x="97231" y="376720"/>
                  </a:moveTo>
                  <a:lnTo>
                    <a:pt x="92684" y="372186"/>
                  </a:lnTo>
                  <a:lnTo>
                    <a:pt x="87109" y="372186"/>
                  </a:lnTo>
                  <a:lnTo>
                    <a:pt x="67081" y="372186"/>
                  </a:lnTo>
                  <a:lnTo>
                    <a:pt x="67081" y="346570"/>
                  </a:lnTo>
                  <a:lnTo>
                    <a:pt x="62560" y="342049"/>
                  </a:lnTo>
                  <a:lnTo>
                    <a:pt x="51371" y="342049"/>
                  </a:lnTo>
                  <a:lnTo>
                    <a:pt x="46850" y="346570"/>
                  </a:lnTo>
                  <a:lnTo>
                    <a:pt x="46850" y="372186"/>
                  </a:lnTo>
                  <a:lnTo>
                    <a:pt x="21234" y="372186"/>
                  </a:lnTo>
                  <a:lnTo>
                    <a:pt x="16700" y="376720"/>
                  </a:lnTo>
                  <a:lnTo>
                    <a:pt x="16700" y="387896"/>
                  </a:lnTo>
                  <a:lnTo>
                    <a:pt x="21234" y="392430"/>
                  </a:lnTo>
                  <a:lnTo>
                    <a:pt x="46850" y="392430"/>
                  </a:lnTo>
                  <a:lnTo>
                    <a:pt x="46850" y="418045"/>
                  </a:lnTo>
                  <a:lnTo>
                    <a:pt x="51371" y="422567"/>
                  </a:lnTo>
                  <a:lnTo>
                    <a:pt x="62560" y="422567"/>
                  </a:lnTo>
                  <a:lnTo>
                    <a:pt x="67081" y="418045"/>
                  </a:lnTo>
                  <a:lnTo>
                    <a:pt x="67081" y="392430"/>
                  </a:lnTo>
                  <a:lnTo>
                    <a:pt x="92697" y="392430"/>
                  </a:lnTo>
                  <a:lnTo>
                    <a:pt x="97231" y="387896"/>
                  </a:lnTo>
                  <a:lnTo>
                    <a:pt x="97231" y="376720"/>
                  </a:lnTo>
                  <a:close/>
                </a:path>
                <a:path w="110489" h="1166495">
                  <a:moveTo>
                    <a:pt x="98691" y="463664"/>
                  </a:moveTo>
                  <a:lnTo>
                    <a:pt x="93980" y="458939"/>
                  </a:lnTo>
                  <a:lnTo>
                    <a:pt x="88150" y="458939"/>
                  </a:lnTo>
                  <a:lnTo>
                    <a:pt x="67310" y="458939"/>
                  </a:lnTo>
                  <a:lnTo>
                    <a:pt x="67310" y="432269"/>
                  </a:lnTo>
                  <a:lnTo>
                    <a:pt x="62585" y="427545"/>
                  </a:lnTo>
                  <a:lnTo>
                    <a:pt x="50952" y="427545"/>
                  </a:lnTo>
                  <a:lnTo>
                    <a:pt x="46228" y="432269"/>
                  </a:lnTo>
                  <a:lnTo>
                    <a:pt x="46228" y="458939"/>
                  </a:lnTo>
                  <a:lnTo>
                    <a:pt x="19558" y="458939"/>
                  </a:lnTo>
                  <a:lnTo>
                    <a:pt x="14833" y="463664"/>
                  </a:lnTo>
                  <a:lnTo>
                    <a:pt x="14833" y="475297"/>
                  </a:lnTo>
                  <a:lnTo>
                    <a:pt x="19558" y="480021"/>
                  </a:lnTo>
                  <a:lnTo>
                    <a:pt x="46228" y="480021"/>
                  </a:lnTo>
                  <a:lnTo>
                    <a:pt x="46228" y="506691"/>
                  </a:lnTo>
                  <a:lnTo>
                    <a:pt x="50952" y="511403"/>
                  </a:lnTo>
                  <a:lnTo>
                    <a:pt x="62585" y="511403"/>
                  </a:lnTo>
                  <a:lnTo>
                    <a:pt x="67310" y="506691"/>
                  </a:lnTo>
                  <a:lnTo>
                    <a:pt x="67310" y="480021"/>
                  </a:lnTo>
                  <a:lnTo>
                    <a:pt x="93980" y="480021"/>
                  </a:lnTo>
                  <a:lnTo>
                    <a:pt x="98691" y="475297"/>
                  </a:lnTo>
                  <a:lnTo>
                    <a:pt x="98691" y="463664"/>
                  </a:lnTo>
                  <a:close/>
                </a:path>
                <a:path w="110489" h="1166495">
                  <a:moveTo>
                    <a:pt x="110477" y="1159649"/>
                  </a:moveTo>
                  <a:lnTo>
                    <a:pt x="107746" y="1159649"/>
                  </a:lnTo>
                  <a:lnTo>
                    <a:pt x="107746" y="1153299"/>
                  </a:lnTo>
                  <a:lnTo>
                    <a:pt x="69113" y="1153299"/>
                  </a:lnTo>
                  <a:lnTo>
                    <a:pt x="69113" y="1117739"/>
                  </a:lnTo>
                  <a:lnTo>
                    <a:pt x="68897" y="1117739"/>
                  </a:lnTo>
                  <a:lnTo>
                    <a:pt x="68897" y="1093165"/>
                  </a:lnTo>
                  <a:lnTo>
                    <a:pt x="102971" y="1093165"/>
                  </a:lnTo>
                  <a:lnTo>
                    <a:pt x="109004" y="1087132"/>
                  </a:lnTo>
                  <a:lnTo>
                    <a:pt x="109004" y="1072261"/>
                  </a:lnTo>
                  <a:lnTo>
                    <a:pt x="102984" y="1066228"/>
                  </a:lnTo>
                  <a:lnTo>
                    <a:pt x="95542" y="1066228"/>
                  </a:lnTo>
                  <a:lnTo>
                    <a:pt x="68897" y="1066228"/>
                  </a:lnTo>
                  <a:lnTo>
                    <a:pt x="68897" y="1032154"/>
                  </a:lnTo>
                  <a:lnTo>
                    <a:pt x="68668" y="1031925"/>
                  </a:lnTo>
                  <a:lnTo>
                    <a:pt x="68668" y="1005560"/>
                  </a:lnTo>
                  <a:lnTo>
                    <a:pt x="101688" y="1005560"/>
                  </a:lnTo>
                  <a:lnTo>
                    <a:pt x="107530" y="999718"/>
                  </a:lnTo>
                  <a:lnTo>
                    <a:pt x="107530" y="985316"/>
                  </a:lnTo>
                  <a:lnTo>
                    <a:pt x="101688" y="979474"/>
                  </a:lnTo>
                  <a:lnTo>
                    <a:pt x="94488" y="979474"/>
                  </a:lnTo>
                  <a:lnTo>
                    <a:pt x="68668" y="979474"/>
                  </a:lnTo>
                  <a:lnTo>
                    <a:pt x="68668" y="946454"/>
                  </a:lnTo>
                  <a:lnTo>
                    <a:pt x="68440" y="946226"/>
                  </a:lnTo>
                  <a:lnTo>
                    <a:pt x="68440" y="917968"/>
                  </a:lnTo>
                  <a:lnTo>
                    <a:pt x="100406" y="917968"/>
                  </a:lnTo>
                  <a:lnTo>
                    <a:pt x="106057" y="912317"/>
                  </a:lnTo>
                  <a:lnTo>
                    <a:pt x="106057" y="898372"/>
                  </a:lnTo>
                  <a:lnTo>
                    <a:pt x="100406" y="892721"/>
                  </a:lnTo>
                  <a:lnTo>
                    <a:pt x="93433" y="892721"/>
                  </a:lnTo>
                  <a:lnTo>
                    <a:pt x="68440" y="892721"/>
                  </a:lnTo>
                  <a:lnTo>
                    <a:pt x="68440" y="860755"/>
                  </a:lnTo>
                  <a:lnTo>
                    <a:pt x="68211" y="860526"/>
                  </a:lnTo>
                  <a:lnTo>
                    <a:pt x="68211" y="830389"/>
                  </a:lnTo>
                  <a:lnTo>
                    <a:pt x="99123" y="830389"/>
                  </a:lnTo>
                  <a:lnTo>
                    <a:pt x="104584" y="824915"/>
                  </a:lnTo>
                  <a:lnTo>
                    <a:pt x="104584" y="811428"/>
                  </a:lnTo>
                  <a:lnTo>
                    <a:pt x="99123" y="805967"/>
                  </a:lnTo>
                  <a:lnTo>
                    <a:pt x="92379" y="805967"/>
                  </a:lnTo>
                  <a:lnTo>
                    <a:pt x="68211" y="805967"/>
                  </a:lnTo>
                  <a:lnTo>
                    <a:pt x="68211" y="775055"/>
                  </a:lnTo>
                  <a:lnTo>
                    <a:pt x="66890" y="773734"/>
                  </a:lnTo>
                  <a:lnTo>
                    <a:pt x="67983" y="772642"/>
                  </a:lnTo>
                  <a:lnTo>
                    <a:pt x="67983" y="742797"/>
                  </a:lnTo>
                  <a:lnTo>
                    <a:pt x="97828" y="742797"/>
                  </a:lnTo>
                  <a:lnTo>
                    <a:pt x="103111" y="737514"/>
                  </a:lnTo>
                  <a:lnTo>
                    <a:pt x="103111" y="724484"/>
                  </a:lnTo>
                  <a:lnTo>
                    <a:pt x="97840" y="719213"/>
                  </a:lnTo>
                  <a:lnTo>
                    <a:pt x="91325" y="719213"/>
                  </a:lnTo>
                  <a:lnTo>
                    <a:pt x="67983" y="719213"/>
                  </a:lnTo>
                  <a:lnTo>
                    <a:pt x="67983" y="689368"/>
                  </a:lnTo>
                  <a:lnTo>
                    <a:pt x="65176" y="686574"/>
                  </a:lnTo>
                  <a:lnTo>
                    <a:pt x="67767" y="683983"/>
                  </a:lnTo>
                  <a:lnTo>
                    <a:pt x="67767" y="655193"/>
                  </a:lnTo>
                  <a:lnTo>
                    <a:pt x="96545" y="655193"/>
                  </a:lnTo>
                  <a:lnTo>
                    <a:pt x="101638" y="650100"/>
                  </a:lnTo>
                  <a:lnTo>
                    <a:pt x="101638" y="637552"/>
                  </a:lnTo>
                  <a:lnTo>
                    <a:pt x="96545" y="632460"/>
                  </a:lnTo>
                  <a:lnTo>
                    <a:pt x="90271" y="632460"/>
                  </a:lnTo>
                  <a:lnTo>
                    <a:pt x="67767" y="632460"/>
                  </a:lnTo>
                  <a:lnTo>
                    <a:pt x="67767" y="603669"/>
                  </a:lnTo>
                  <a:lnTo>
                    <a:pt x="63487" y="599401"/>
                  </a:lnTo>
                  <a:lnTo>
                    <a:pt x="67538" y="595350"/>
                  </a:lnTo>
                  <a:lnTo>
                    <a:pt x="67538" y="567613"/>
                  </a:lnTo>
                  <a:lnTo>
                    <a:pt x="95262" y="567613"/>
                  </a:lnTo>
                  <a:lnTo>
                    <a:pt x="100164" y="562711"/>
                  </a:lnTo>
                  <a:lnTo>
                    <a:pt x="100164" y="550595"/>
                  </a:lnTo>
                  <a:lnTo>
                    <a:pt x="95262" y="545693"/>
                  </a:lnTo>
                  <a:lnTo>
                    <a:pt x="89217" y="545693"/>
                  </a:lnTo>
                  <a:lnTo>
                    <a:pt x="67538" y="545693"/>
                  </a:lnTo>
                  <a:lnTo>
                    <a:pt x="67538" y="517969"/>
                  </a:lnTo>
                  <a:lnTo>
                    <a:pt x="62636" y="513067"/>
                  </a:lnTo>
                  <a:lnTo>
                    <a:pt x="50520" y="513067"/>
                  </a:lnTo>
                  <a:lnTo>
                    <a:pt x="45618" y="517969"/>
                  </a:lnTo>
                  <a:lnTo>
                    <a:pt x="45618" y="545693"/>
                  </a:lnTo>
                  <a:lnTo>
                    <a:pt x="17894" y="545693"/>
                  </a:lnTo>
                  <a:lnTo>
                    <a:pt x="12979" y="550595"/>
                  </a:lnTo>
                  <a:lnTo>
                    <a:pt x="12979" y="562711"/>
                  </a:lnTo>
                  <a:lnTo>
                    <a:pt x="17881" y="567613"/>
                  </a:lnTo>
                  <a:lnTo>
                    <a:pt x="45618" y="567613"/>
                  </a:lnTo>
                  <a:lnTo>
                    <a:pt x="45618" y="595337"/>
                  </a:lnTo>
                  <a:lnTo>
                    <a:pt x="49479" y="599211"/>
                  </a:lnTo>
                  <a:lnTo>
                    <a:pt x="45021" y="603669"/>
                  </a:lnTo>
                  <a:lnTo>
                    <a:pt x="45021" y="632460"/>
                  </a:lnTo>
                  <a:lnTo>
                    <a:pt x="16230" y="632460"/>
                  </a:lnTo>
                  <a:lnTo>
                    <a:pt x="11150" y="637552"/>
                  </a:lnTo>
                  <a:lnTo>
                    <a:pt x="11150" y="650100"/>
                  </a:lnTo>
                  <a:lnTo>
                    <a:pt x="16230" y="655193"/>
                  </a:lnTo>
                  <a:lnTo>
                    <a:pt x="45021" y="655193"/>
                  </a:lnTo>
                  <a:lnTo>
                    <a:pt x="45021" y="683983"/>
                  </a:lnTo>
                  <a:lnTo>
                    <a:pt x="47396" y="686371"/>
                  </a:lnTo>
                  <a:lnTo>
                    <a:pt x="44399" y="689368"/>
                  </a:lnTo>
                  <a:lnTo>
                    <a:pt x="44399" y="719213"/>
                  </a:lnTo>
                  <a:lnTo>
                    <a:pt x="14554" y="719213"/>
                  </a:lnTo>
                  <a:lnTo>
                    <a:pt x="9271" y="724496"/>
                  </a:lnTo>
                  <a:lnTo>
                    <a:pt x="9271" y="737514"/>
                  </a:lnTo>
                  <a:lnTo>
                    <a:pt x="14554" y="742797"/>
                  </a:lnTo>
                  <a:lnTo>
                    <a:pt x="44399" y="742797"/>
                  </a:lnTo>
                  <a:lnTo>
                    <a:pt x="44399" y="772642"/>
                  </a:lnTo>
                  <a:lnTo>
                    <a:pt x="45288" y="773544"/>
                  </a:lnTo>
                  <a:lnTo>
                    <a:pt x="43789" y="775055"/>
                  </a:lnTo>
                  <a:lnTo>
                    <a:pt x="43789" y="805967"/>
                  </a:lnTo>
                  <a:lnTo>
                    <a:pt x="12877" y="805967"/>
                  </a:lnTo>
                  <a:lnTo>
                    <a:pt x="7416" y="811428"/>
                  </a:lnTo>
                  <a:lnTo>
                    <a:pt x="7416" y="824915"/>
                  </a:lnTo>
                  <a:lnTo>
                    <a:pt x="12877" y="830389"/>
                  </a:lnTo>
                  <a:lnTo>
                    <a:pt x="43789" y="830389"/>
                  </a:lnTo>
                  <a:lnTo>
                    <a:pt x="43789" y="860158"/>
                  </a:lnTo>
                  <a:lnTo>
                    <a:pt x="43192" y="860755"/>
                  </a:lnTo>
                  <a:lnTo>
                    <a:pt x="43192" y="892721"/>
                  </a:lnTo>
                  <a:lnTo>
                    <a:pt x="11226" y="892721"/>
                  </a:lnTo>
                  <a:lnTo>
                    <a:pt x="5575" y="898372"/>
                  </a:lnTo>
                  <a:lnTo>
                    <a:pt x="5575" y="912317"/>
                  </a:lnTo>
                  <a:lnTo>
                    <a:pt x="11226" y="917968"/>
                  </a:lnTo>
                  <a:lnTo>
                    <a:pt x="43192" y="917968"/>
                  </a:lnTo>
                  <a:lnTo>
                    <a:pt x="43192" y="945845"/>
                  </a:lnTo>
                  <a:lnTo>
                    <a:pt x="42583" y="946454"/>
                  </a:lnTo>
                  <a:lnTo>
                    <a:pt x="42583" y="979474"/>
                  </a:lnTo>
                  <a:lnTo>
                    <a:pt x="9550" y="979474"/>
                  </a:lnTo>
                  <a:lnTo>
                    <a:pt x="3721" y="985316"/>
                  </a:lnTo>
                  <a:lnTo>
                    <a:pt x="3721" y="999718"/>
                  </a:lnTo>
                  <a:lnTo>
                    <a:pt x="9563" y="1005560"/>
                  </a:lnTo>
                  <a:lnTo>
                    <a:pt x="42583" y="1005560"/>
                  </a:lnTo>
                  <a:lnTo>
                    <a:pt x="42583" y="1031532"/>
                  </a:lnTo>
                  <a:lnTo>
                    <a:pt x="41960" y="1032154"/>
                  </a:lnTo>
                  <a:lnTo>
                    <a:pt x="41960" y="1066228"/>
                  </a:lnTo>
                  <a:lnTo>
                    <a:pt x="7886" y="1066228"/>
                  </a:lnTo>
                  <a:lnTo>
                    <a:pt x="1854" y="1072261"/>
                  </a:lnTo>
                  <a:lnTo>
                    <a:pt x="1854" y="1087132"/>
                  </a:lnTo>
                  <a:lnTo>
                    <a:pt x="7886" y="1093165"/>
                  </a:lnTo>
                  <a:lnTo>
                    <a:pt x="41960" y="1093165"/>
                  </a:lnTo>
                  <a:lnTo>
                    <a:pt x="41960" y="1117739"/>
                  </a:lnTo>
                  <a:lnTo>
                    <a:pt x="41351" y="1117739"/>
                  </a:lnTo>
                  <a:lnTo>
                    <a:pt x="41351" y="1153299"/>
                  </a:lnTo>
                  <a:lnTo>
                    <a:pt x="2730" y="1153299"/>
                  </a:lnTo>
                  <a:lnTo>
                    <a:pt x="2730" y="1159649"/>
                  </a:lnTo>
                  <a:lnTo>
                    <a:pt x="0" y="1159649"/>
                  </a:lnTo>
                  <a:lnTo>
                    <a:pt x="0" y="1165999"/>
                  </a:lnTo>
                  <a:lnTo>
                    <a:pt x="110477" y="1165999"/>
                  </a:lnTo>
                  <a:lnTo>
                    <a:pt x="110477" y="1159649"/>
                  </a:lnTo>
                  <a:close/>
                </a:path>
              </a:pathLst>
            </a:custGeom>
            <a:solidFill>
              <a:srgbClr val="0070C8"/>
            </a:solidFill>
          </p:spPr>
          <p:txBody>
            <a:bodyPr wrap="square" lIns="0" tIns="0" rIns="0" bIns="0" rtlCol="0"/>
            <a:lstStyle/>
            <a:p>
              <a:endParaRPr sz="700"/>
            </a:p>
          </p:txBody>
        </p:sp>
        <p:pic>
          <p:nvPicPr>
            <p:cNvPr id="245" name="object 245"/>
            <p:cNvPicPr/>
            <p:nvPr/>
          </p:nvPicPr>
          <p:blipFill>
            <a:blip r:embed="rId54" cstate="print"/>
            <a:stretch>
              <a:fillRect/>
            </a:stretch>
          </p:blipFill>
          <p:spPr>
            <a:xfrm>
              <a:off x="2418169" y="9034877"/>
              <a:ext cx="63909" cy="63896"/>
            </a:xfrm>
            <a:prstGeom prst="rect">
              <a:avLst/>
            </a:prstGeom>
          </p:spPr>
        </p:pic>
        <p:sp>
          <p:nvSpPr>
            <p:cNvPr id="246" name="object 246"/>
            <p:cNvSpPr/>
            <p:nvPr/>
          </p:nvSpPr>
          <p:spPr>
            <a:xfrm>
              <a:off x="2420035" y="8778354"/>
              <a:ext cx="60960" cy="231775"/>
            </a:xfrm>
            <a:custGeom>
              <a:avLst/>
              <a:gdLst/>
              <a:ahLst/>
              <a:cxnLst/>
              <a:rect l="l" t="t" r="r" b="b"/>
              <a:pathLst>
                <a:path w="60960" h="231775">
                  <a:moveTo>
                    <a:pt x="57619" y="23215"/>
                  </a:moveTo>
                  <a:lnTo>
                    <a:pt x="54584" y="20180"/>
                  </a:lnTo>
                  <a:lnTo>
                    <a:pt x="50838" y="20180"/>
                  </a:lnTo>
                  <a:lnTo>
                    <a:pt x="37439" y="20180"/>
                  </a:lnTo>
                  <a:lnTo>
                    <a:pt x="37439" y="3035"/>
                  </a:lnTo>
                  <a:lnTo>
                    <a:pt x="34404" y="0"/>
                  </a:lnTo>
                  <a:lnTo>
                    <a:pt x="26924" y="0"/>
                  </a:lnTo>
                  <a:lnTo>
                    <a:pt x="23901" y="3035"/>
                  </a:lnTo>
                  <a:lnTo>
                    <a:pt x="23901" y="20180"/>
                  </a:lnTo>
                  <a:lnTo>
                    <a:pt x="6743" y="20180"/>
                  </a:lnTo>
                  <a:lnTo>
                    <a:pt x="3721" y="23215"/>
                  </a:lnTo>
                  <a:lnTo>
                    <a:pt x="3721" y="30695"/>
                  </a:lnTo>
                  <a:lnTo>
                    <a:pt x="6743" y="33731"/>
                  </a:lnTo>
                  <a:lnTo>
                    <a:pt x="23901" y="33731"/>
                  </a:lnTo>
                  <a:lnTo>
                    <a:pt x="23901" y="50876"/>
                  </a:lnTo>
                  <a:lnTo>
                    <a:pt x="26924" y="53898"/>
                  </a:lnTo>
                  <a:lnTo>
                    <a:pt x="34404" y="53898"/>
                  </a:lnTo>
                  <a:lnTo>
                    <a:pt x="37439" y="50876"/>
                  </a:lnTo>
                  <a:lnTo>
                    <a:pt x="37439" y="33731"/>
                  </a:lnTo>
                  <a:lnTo>
                    <a:pt x="54584" y="33731"/>
                  </a:lnTo>
                  <a:lnTo>
                    <a:pt x="57619" y="30695"/>
                  </a:lnTo>
                  <a:lnTo>
                    <a:pt x="57619" y="23215"/>
                  </a:lnTo>
                  <a:close/>
                </a:path>
                <a:path w="60960" h="231775">
                  <a:moveTo>
                    <a:pt x="59093" y="110159"/>
                  </a:moveTo>
                  <a:lnTo>
                    <a:pt x="55867" y="106934"/>
                  </a:lnTo>
                  <a:lnTo>
                    <a:pt x="51904" y="106934"/>
                  </a:lnTo>
                  <a:lnTo>
                    <a:pt x="37668" y="106934"/>
                  </a:lnTo>
                  <a:lnTo>
                    <a:pt x="37668" y="88734"/>
                  </a:lnTo>
                  <a:lnTo>
                    <a:pt x="34442" y="85521"/>
                  </a:lnTo>
                  <a:lnTo>
                    <a:pt x="26504" y="85521"/>
                  </a:lnTo>
                  <a:lnTo>
                    <a:pt x="23279" y="88734"/>
                  </a:lnTo>
                  <a:lnTo>
                    <a:pt x="23279" y="106934"/>
                  </a:lnTo>
                  <a:lnTo>
                    <a:pt x="5080" y="106934"/>
                  </a:lnTo>
                  <a:lnTo>
                    <a:pt x="1866" y="110159"/>
                  </a:lnTo>
                  <a:lnTo>
                    <a:pt x="1866" y="118097"/>
                  </a:lnTo>
                  <a:lnTo>
                    <a:pt x="5080" y="121323"/>
                  </a:lnTo>
                  <a:lnTo>
                    <a:pt x="23279" y="121323"/>
                  </a:lnTo>
                  <a:lnTo>
                    <a:pt x="23279" y="139522"/>
                  </a:lnTo>
                  <a:lnTo>
                    <a:pt x="26504" y="142748"/>
                  </a:lnTo>
                  <a:lnTo>
                    <a:pt x="34442" y="142748"/>
                  </a:lnTo>
                  <a:lnTo>
                    <a:pt x="37668" y="139522"/>
                  </a:lnTo>
                  <a:lnTo>
                    <a:pt x="37668" y="121323"/>
                  </a:lnTo>
                  <a:lnTo>
                    <a:pt x="55867" y="121323"/>
                  </a:lnTo>
                  <a:lnTo>
                    <a:pt x="59093" y="118097"/>
                  </a:lnTo>
                  <a:lnTo>
                    <a:pt x="59093" y="110159"/>
                  </a:lnTo>
                  <a:close/>
                </a:path>
                <a:path w="60960" h="231775">
                  <a:moveTo>
                    <a:pt x="60566" y="197104"/>
                  </a:moveTo>
                  <a:lnTo>
                    <a:pt x="57150" y="193700"/>
                  </a:lnTo>
                  <a:lnTo>
                    <a:pt x="52946" y="193700"/>
                  </a:lnTo>
                  <a:lnTo>
                    <a:pt x="37896" y="193700"/>
                  </a:lnTo>
                  <a:lnTo>
                    <a:pt x="37896" y="174434"/>
                  </a:lnTo>
                  <a:lnTo>
                    <a:pt x="34480" y="171030"/>
                  </a:lnTo>
                  <a:lnTo>
                    <a:pt x="26073" y="171030"/>
                  </a:lnTo>
                  <a:lnTo>
                    <a:pt x="22669" y="174434"/>
                  </a:lnTo>
                  <a:lnTo>
                    <a:pt x="22669" y="193700"/>
                  </a:lnTo>
                  <a:lnTo>
                    <a:pt x="3403" y="193700"/>
                  </a:lnTo>
                  <a:lnTo>
                    <a:pt x="0" y="197104"/>
                  </a:lnTo>
                  <a:lnTo>
                    <a:pt x="0" y="205511"/>
                  </a:lnTo>
                  <a:lnTo>
                    <a:pt x="3403" y="208915"/>
                  </a:lnTo>
                  <a:lnTo>
                    <a:pt x="22669" y="208915"/>
                  </a:lnTo>
                  <a:lnTo>
                    <a:pt x="22669" y="228180"/>
                  </a:lnTo>
                  <a:lnTo>
                    <a:pt x="26073" y="231584"/>
                  </a:lnTo>
                  <a:lnTo>
                    <a:pt x="34480" y="231584"/>
                  </a:lnTo>
                  <a:lnTo>
                    <a:pt x="37896" y="228180"/>
                  </a:lnTo>
                  <a:lnTo>
                    <a:pt x="37896" y="208915"/>
                  </a:lnTo>
                  <a:lnTo>
                    <a:pt x="57150" y="208915"/>
                  </a:lnTo>
                  <a:lnTo>
                    <a:pt x="60566" y="205511"/>
                  </a:lnTo>
                  <a:lnTo>
                    <a:pt x="60566" y="197104"/>
                  </a:lnTo>
                  <a:close/>
                </a:path>
              </a:pathLst>
            </a:custGeom>
            <a:solidFill>
              <a:srgbClr val="0070C8"/>
            </a:solidFill>
          </p:spPr>
          <p:txBody>
            <a:bodyPr wrap="square" lIns="0" tIns="0" rIns="0" bIns="0" rtlCol="0"/>
            <a:lstStyle/>
            <a:p>
              <a:endParaRPr sz="700"/>
            </a:p>
          </p:txBody>
        </p:sp>
      </p:grpSp>
      <p:sp>
        <p:nvSpPr>
          <p:cNvPr id="247" name="object 247"/>
          <p:cNvSpPr/>
          <p:nvPr/>
        </p:nvSpPr>
        <p:spPr>
          <a:xfrm>
            <a:off x="1298854" y="4568704"/>
            <a:ext cx="53657" cy="574993"/>
          </a:xfrm>
          <a:custGeom>
            <a:avLst/>
            <a:gdLst/>
            <a:ahLst/>
            <a:cxnLst/>
            <a:rect l="l" t="t" r="r" b="b"/>
            <a:pathLst>
              <a:path w="107314" h="1149984">
                <a:moveTo>
                  <a:pt x="88011" y="27520"/>
                </a:moveTo>
                <a:lnTo>
                  <a:pt x="84416" y="23914"/>
                </a:lnTo>
                <a:lnTo>
                  <a:pt x="79984" y="23914"/>
                </a:lnTo>
                <a:lnTo>
                  <a:pt x="64096" y="23914"/>
                </a:lnTo>
                <a:lnTo>
                  <a:pt x="64096" y="3594"/>
                </a:lnTo>
                <a:lnTo>
                  <a:pt x="60490" y="0"/>
                </a:lnTo>
                <a:lnTo>
                  <a:pt x="51625" y="0"/>
                </a:lnTo>
                <a:lnTo>
                  <a:pt x="48031" y="3594"/>
                </a:lnTo>
                <a:lnTo>
                  <a:pt x="48031" y="23914"/>
                </a:lnTo>
                <a:lnTo>
                  <a:pt x="27698" y="23914"/>
                </a:lnTo>
                <a:lnTo>
                  <a:pt x="24104" y="27508"/>
                </a:lnTo>
                <a:lnTo>
                  <a:pt x="24104" y="36385"/>
                </a:lnTo>
                <a:lnTo>
                  <a:pt x="27698" y="39966"/>
                </a:lnTo>
                <a:lnTo>
                  <a:pt x="48031" y="39966"/>
                </a:lnTo>
                <a:lnTo>
                  <a:pt x="48031" y="60299"/>
                </a:lnTo>
                <a:lnTo>
                  <a:pt x="51625" y="63893"/>
                </a:lnTo>
                <a:lnTo>
                  <a:pt x="60490" y="63893"/>
                </a:lnTo>
                <a:lnTo>
                  <a:pt x="64096" y="60299"/>
                </a:lnTo>
                <a:lnTo>
                  <a:pt x="64096" y="39966"/>
                </a:lnTo>
                <a:lnTo>
                  <a:pt x="84416" y="39966"/>
                </a:lnTo>
                <a:lnTo>
                  <a:pt x="88011" y="36372"/>
                </a:lnTo>
                <a:lnTo>
                  <a:pt x="88011" y="27520"/>
                </a:lnTo>
                <a:close/>
              </a:path>
              <a:path w="107314" h="1149984">
                <a:moveTo>
                  <a:pt x="89484" y="108267"/>
                </a:moveTo>
                <a:lnTo>
                  <a:pt x="85699" y="104482"/>
                </a:lnTo>
                <a:lnTo>
                  <a:pt x="81038" y="104482"/>
                </a:lnTo>
                <a:lnTo>
                  <a:pt x="64312" y="104482"/>
                </a:lnTo>
                <a:lnTo>
                  <a:pt x="64312" y="83096"/>
                </a:lnTo>
                <a:lnTo>
                  <a:pt x="60528" y="79311"/>
                </a:lnTo>
                <a:lnTo>
                  <a:pt x="51206" y="79311"/>
                </a:lnTo>
                <a:lnTo>
                  <a:pt x="47421" y="83096"/>
                </a:lnTo>
                <a:lnTo>
                  <a:pt x="47421" y="104482"/>
                </a:lnTo>
                <a:lnTo>
                  <a:pt x="26035" y="104482"/>
                </a:lnTo>
                <a:lnTo>
                  <a:pt x="22263" y="108254"/>
                </a:lnTo>
                <a:lnTo>
                  <a:pt x="22263" y="117589"/>
                </a:lnTo>
                <a:lnTo>
                  <a:pt x="26047" y="121361"/>
                </a:lnTo>
                <a:lnTo>
                  <a:pt x="47421" y="121361"/>
                </a:lnTo>
                <a:lnTo>
                  <a:pt x="47421" y="142748"/>
                </a:lnTo>
                <a:lnTo>
                  <a:pt x="51206" y="146532"/>
                </a:lnTo>
                <a:lnTo>
                  <a:pt x="60528" y="146532"/>
                </a:lnTo>
                <a:lnTo>
                  <a:pt x="64312" y="142748"/>
                </a:lnTo>
                <a:lnTo>
                  <a:pt x="64312" y="121361"/>
                </a:lnTo>
                <a:lnTo>
                  <a:pt x="85699" y="121361"/>
                </a:lnTo>
                <a:lnTo>
                  <a:pt x="89471" y="117589"/>
                </a:lnTo>
                <a:lnTo>
                  <a:pt x="89484" y="108267"/>
                </a:lnTo>
                <a:close/>
              </a:path>
              <a:path w="107314" h="1149984">
                <a:moveTo>
                  <a:pt x="90957" y="189014"/>
                </a:moveTo>
                <a:lnTo>
                  <a:pt x="86982" y="185051"/>
                </a:lnTo>
                <a:lnTo>
                  <a:pt x="82092" y="185051"/>
                </a:lnTo>
                <a:lnTo>
                  <a:pt x="64541" y="185051"/>
                </a:lnTo>
                <a:lnTo>
                  <a:pt x="64541" y="162610"/>
                </a:lnTo>
                <a:lnTo>
                  <a:pt x="60579" y="158635"/>
                </a:lnTo>
                <a:lnTo>
                  <a:pt x="50787" y="158635"/>
                </a:lnTo>
                <a:lnTo>
                  <a:pt x="46812" y="162610"/>
                </a:lnTo>
                <a:lnTo>
                  <a:pt x="46812" y="185051"/>
                </a:lnTo>
                <a:lnTo>
                  <a:pt x="24371" y="185051"/>
                </a:lnTo>
                <a:lnTo>
                  <a:pt x="20408" y="189014"/>
                </a:lnTo>
                <a:lnTo>
                  <a:pt x="20408" y="198805"/>
                </a:lnTo>
                <a:lnTo>
                  <a:pt x="24371" y="202780"/>
                </a:lnTo>
                <a:lnTo>
                  <a:pt x="46812" y="202780"/>
                </a:lnTo>
                <a:lnTo>
                  <a:pt x="46812" y="225221"/>
                </a:lnTo>
                <a:lnTo>
                  <a:pt x="50787" y="229184"/>
                </a:lnTo>
                <a:lnTo>
                  <a:pt x="60579" y="229184"/>
                </a:lnTo>
                <a:lnTo>
                  <a:pt x="64541" y="225221"/>
                </a:lnTo>
                <a:lnTo>
                  <a:pt x="64541" y="202780"/>
                </a:lnTo>
                <a:lnTo>
                  <a:pt x="86982" y="202780"/>
                </a:lnTo>
                <a:lnTo>
                  <a:pt x="90957" y="198805"/>
                </a:lnTo>
                <a:lnTo>
                  <a:pt x="90957" y="189014"/>
                </a:lnTo>
                <a:close/>
              </a:path>
              <a:path w="107314" h="1149984">
                <a:moveTo>
                  <a:pt x="92430" y="269760"/>
                </a:moveTo>
                <a:lnTo>
                  <a:pt x="88265" y="265607"/>
                </a:lnTo>
                <a:lnTo>
                  <a:pt x="83146" y="265607"/>
                </a:lnTo>
                <a:lnTo>
                  <a:pt x="64770" y="265607"/>
                </a:lnTo>
                <a:lnTo>
                  <a:pt x="64770" y="242112"/>
                </a:lnTo>
                <a:lnTo>
                  <a:pt x="60617" y="237947"/>
                </a:lnTo>
                <a:lnTo>
                  <a:pt x="50368" y="237947"/>
                </a:lnTo>
                <a:lnTo>
                  <a:pt x="46202" y="242100"/>
                </a:lnTo>
                <a:lnTo>
                  <a:pt x="46202" y="265607"/>
                </a:lnTo>
                <a:lnTo>
                  <a:pt x="22707" y="265607"/>
                </a:lnTo>
                <a:lnTo>
                  <a:pt x="18542" y="269760"/>
                </a:lnTo>
                <a:lnTo>
                  <a:pt x="18542" y="280022"/>
                </a:lnTo>
                <a:lnTo>
                  <a:pt x="22694" y="284175"/>
                </a:lnTo>
                <a:lnTo>
                  <a:pt x="46202" y="284175"/>
                </a:lnTo>
                <a:lnTo>
                  <a:pt x="46202" y="307670"/>
                </a:lnTo>
                <a:lnTo>
                  <a:pt x="50355" y="311835"/>
                </a:lnTo>
                <a:lnTo>
                  <a:pt x="60617" y="311835"/>
                </a:lnTo>
                <a:lnTo>
                  <a:pt x="64770" y="307682"/>
                </a:lnTo>
                <a:lnTo>
                  <a:pt x="64770" y="284175"/>
                </a:lnTo>
                <a:lnTo>
                  <a:pt x="88265" y="284175"/>
                </a:lnTo>
                <a:lnTo>
                  <a:pt x="92430" y="280022"/>
                </a:lnTo>
                <a:lnTo>
                  <a:pt x="92430" y="269760"/>
                </a:lnTo>
                <a:close/>
              </a:path>
              <a:path w="107314" h="1149984">
                <a:moveTo>
                  <a:pt x="93903" y="350520"/>
                </a:moveTo>
                <a:lnTo>
                  <a:pt x="89560" y="346176"/>
                </a:lnTo>
                <a:lnTo>
                  <a:pt x="84201" y="346176"/>
                </a:lnTo>
                <a:lnTo>
                  <a:pt x="64998" y="346176"/>
                </a:lnTo>
                <a:lnTo>
                  <a:pt x="64998" y="321614"/>
                </a:lnTo>
                <a:lnTo>
                  <a:pt x="60655" y="317271"/>
                </a:lnTo>
                <a:lnTo>
                  <a:pt x="49949" y="317271"/>
                </a:lnTo>
                <a:lnTo>
                  <a:pt x="45605" y="321614"/>
                </a:lnTo>
                <a:lnTo>
                  <a:pt x="45605" y="346176"/>
                </a:lnTo>
                <a:lnTo>
                  <a:pt x="21043" y="346176"/>
                </a:lnTo>
                <a:lnTo>
                  <a:pt x="16713" y="350520"/>
                </a:lnTo>
                <a:lnTo>
                  <a:pt x="16713" y="361226"/>
                </a:lnTo>
                <a:lnTo>
                  <a:pt x="21056" y="365569"/>
                </a:lnTo>
                <a:lnTo>
                  <a:pt x="45605" y="365569"/>
                </a:lnTo>
                <a:lnTo>
                  <a:pt x="45605" y="390118"/>
                </a:lnTo>
                <a:lnTo>
                  <a:pt x="49949" y="394462"/>
                </a:lnTo>
                <a:lnTo>
                  <a:pt x="60655" y="394462"/>
                </a:lnTo>
                <a:lnTo>
                  <a:pt x="64998" y="390118"/>
                </a:lnTo>
                <a:lnTo>
                  <a:pt x="64998" y="365569"/>
                </a:lnTo>
                <a:lnTo>
                  <a:pt x="89560" y="365569"/>
                </a:lnTo>
                <a:lnTo>
                  <a:pt x="93903" y="361226"/>
                </a:lnTo>
                <a:lnTo>
                  <a:pt x="93903" y="350520"/>
                </a:lnTo>
                <a:close/>
              </a:path>
              <a:path w="107314" h="1149984">
                <a:moveTo>
                  <a:pt x="107149" y="1077290"/>
                </a:moveTo>
                <a:lnTo>
                  <a:pt x="101130" y="1071257"/>
                </a:lnTo>
                <a:lnTo>
                  <a:pt x="93687" y="1071257"/>
                </a:lnTo>
                <a:lnTo>
                  <a:pt x="67043" y="1071257"/>
                </a:lnTo>
                <a:lnTo>
                  <a:pt x="67043" y="1037183"/>
                </a:lnTo>
                <a:lnTo>
                  <a:pt x="66814" y="1036955"/>
                </a:lnTo>
                <a:lnTo>
                  <a:pt x="66814" y="1016774"/>
                </a:lnTo>
                <a:lnTo>
                  <a:pt x="99834" y="1016774"/>
                </a:lnTo>
                <a:lnTo>
                  <a:pt x="105676" y="1010945"/>
                </a:lnTo>
                <a:lnTo>
                  <a:pt x="105676" y="996530"/>
                </a:lnTo>
                <a:lnTo>
                  <a:pt x="99834" y="990688"/>
                </a:lnTo>
                <a:lnTo>
                  <a:pt x="92633" y="990688"/>
                </a:lnTo>
                <a:lnTo>
                  <a:pt x="66814" y="990688"/>
                </a:lnTo>
                <a:lnTo>
                  <a:pt x="66814" y="957668"/>
                </a:lnTo>
                <a:lnTo>
                  <a:pt x="66586" y="957440"/>
                </a:lnTo>
                <a:lnTo>
                  <a:pt x="66586" y="935380"/>
                </a:lnTo>
                <a:lnTo>
                  <a:pt x="98564" y="935380"/>
                </a:lnTo>
                <a:lnTo>
                  <a:pt x="104216" y="929716"/>
                </a:lnTo>
                <a:lnTo>
                  <a:pt x="104216" y="915784"/>
                </a:lnTo>
                <a:lnTo>
                  <a:pt x="98552" y="910132"/>
                </a:lnTo>
                <a:lnTo>
                  <a:pt x="91579" y="910132"/>
                </a:lnTo>
                <a:lnTo>
                  <a:pt x="66586" y="910132"/>
                </a:lnTo>
                <a:lnTo>
                  <a:pt x="66586" y="878166"/>
                </a:lnTo>
                <a:lnTo>
                  <a:pt x="66357" y="877938"/>
                </a:lnTo>
                <a:lnTo>
                  <a:pt x="66357" y="853986"/>
                </a:lnTo>
                <a:lnTo>
                  <a:pt x="97269" y="853986"/>
                </a:lnTo>
                <a:lnTo>
                  <a:pt x="102743" y="848525"/>
                </a:lnTo>
                <a:lnTo>
                  <a:pt x="102743" y="835037"/>
                </a:lnTo>
                <a:lnTo>
                  <a:pt x="97269" y="829564"/>
                </a:lnTo>
                <a:lnTo>
                  <a:pt x="90525" y="829564"/>
                </a:lnTo>
                <a:lnTo>
                  <a:pt x="66357" y="829564"/>
                </a:lnTo>
                <a:lnTo>
                  <a:pt x="66357" y="798652"/>
                </a:lnTo>
                <a:lnTo>
                  <a:pt x="66128" y="798423"/>
                </a:lnTo>
                <a:lnTo>
                  <a:pt x="66128" y="772579"/>
                </a:lnTo>
                <a:lnTo>
                  <a:pt x="95986" y="772579"/>
                </a:lnTo>
                <a:lnTo>
                  <a:pt x="101257" y="767295"/>
                </a:lnTo>
                <a:lnTo>
                  <a:pt x="101257" y="754278"/>
                </a:lnTo>
                <a:lnTo>
                  <a:pt x="95986" y="748995"/>
                </a:lnTo>
                <a:lnTo>
                  <a:pt x="89471" y="748995"/>
                </a:lnTo>
                <a:lnTo>
                  <a:pt x="66128" y="748995"/>
                </a:lnTo>
                <a:lnTo>
                  <a:pt x="66128" y="719150"/>
                </a:lnTo>
                <a:lnTo>
                  <a:pt x="65900" y="718921"/>
                </a:lnTo>
                <a:lnTo>
                  <a:pt x="65900" y="691172"/>
                </a:lnTo>
                <a:lnTo>
                  <a:pt x="94691" y="691172"/>
                </a:lnTo>
                <a:lnTo>
                  <a:pt x="99783" y="686079"/>
                </a:lnTo>
                <a:lnTo>
                  <a:pt x="99796" y="673531"/>
                </a:lnTo>
                <a:lnTo>
                  <a:pt x="94703" y="668439"/>
                </a:lnTo>
                <a:lnTo>
                  <a:pt x="88417" y="668439"/>
                </a:lnTo>
                <a:lnTo>
                  <a:pt x="65900" y="668439"/>
                </a:lnTo>
                <a:lnTo>
                  <a:pt x="65900" y="639648"/>
                </a:lnTo>
                <a:lnTo>
                  <a:pt x="64731" y="638479"/>
                </a:lnTo>
                <a:lnTo>
                  <a:pt x="65684" y="637527"/>
                </a:lnTo>
                <a:lnTo>
                  <a:pt x="65684" y="609790"/>
                </a:lnTo>
                <a:lnTo>
                  <a:pt x="93408" y="609790"/>
                </a:lnTo>
                <a:lnTo>
                  <a:pt x="98323" y="604888"/>
                </a:lnTo>
                <a:lnTo>
                  <a:pt x="98323" y="592772"/>
                </a:lnTo>
                <a:lnTo>
                  <a:pt x="93408" y="587870"/>
                </a:lnTo>
                <a:lnTo>
                  <a:pt x="87363" y="587870"/>
                </a:lnTo>
                <a:lnTo>
                  <a:pt x="65684" y="587870"/>
                </a:lnTo>
                <a:lnTo>
                  <a:pt x="65684" y="560146"/>
                </a:lnTo>
                <a:lnTo>
                  <a:pt x="63017" y="557491"/>
                </a:lnTo>
                <a:lnTo>
                  <a:pt x="65455" y="555053"/>
                </a:lnTo>
                <a:lnTo>
                  <a:pt x="65455" y="528383"/>
                </a:lnTo>
                <a:lnTo>
                  <a:pt x="92125" y="528383"/>
                </a:lnTo>
                <a:lnTo>
                  <a:pt x="96850" y="523659"/>
                </a:lnTo>
                <a:lnTo>
                  <a:pt x="96850" y="512025"/>
                </a:lnTo>
                <a:lnTo>
                  <a:pt x="92125" y="507301"/>
                </a:lnTo>
                <a:lnTo>
                  <a:pt x="86309" y="507301"/>
                </a:lnTo>
                <a:lnTo>
                  <a:pt x="65455" y="507301"/>
                </a:lnTo>
                <a:lnTo>
                  <a:pt x="65455" y="480631"/>
                </a:lnTo>
                <a:lnTo>
                  <a:pt x="61315" y="476504"/>
                </a:lnTo>
                <a:lnTo>
                  <a:pt x="65227" y="472592"/>
                </a:lnTo>
                <a:lnTo>
                  <a:pt x="65227" y="446976"/>
                </a:lnTo>
                <a:lnTo>
                  <a:pt x="90843" y="446976"/>
                </a:lnTo>
                <a:lnTo>
                  <a:pt x="95364" y="442455"/>
                </a:lnTo>
                <a:lnTo>
                  <a:pt x="95364" y="431266"/>
                </a:lnTo>
                <a:lnTo>
                  <a:pt x="90843" y="426745"/>
                </a:lnTo>
                <a:lnTo>
                  <a:pt x="85255" y="426745"/>
                </a:lnTo>
                <a:lnTo>
                  <a:pt x="65227" y="426745"/>
                </a:lnTo>
                <a:lnTo>
                  <a:pt x="65227" y="401129"/>
                </a:lnTo>
                <a:lnTo>
                  <a:pt x="60693" y="396595"/>
                </a:lnTo>
                <a:lnTo>
                  <a:pt x="49517" y="396595"/>
                </a:lnTo>
                <a:lnTo>
                  <a:pt x="44996" y="401129"/>
                </a:lnTo>
                <a:lnTo>
                  <a:pt x="44996" y="426745"/>
                </a:lnTo>
                <a:lnTo>
                  <a:pt x="19380" y="426745"/>
                </a:lnTo>
                <a:lnTo>
                  <a:pt x="14846" y="431266"/>
                </a:lnTo>
                <a:lnTo>
                  <a:pt x="14846" y="442455"/>
                </a:lnTo>
                <a:lnTo>
                  <a:pt x="19380" y="446976"/>
                </a:lnTo>
                <a:lnTo>
                  <a:pt x="44996" y="446976"/>
                </a:lnTo>
                <a:lnTo>
                  <a:pt x="44996" y="472592"/>
                </a:lnTo>
                <a:lnTo>
                  <a:pt x="48691" y="476313"/>
                </a:lnTo>
                <a:lnTo>
                  <a:pt x="44386" y="480631"/>
                </a:lnTo>
                <a:lnTo>
                  <a:pt x="44386" y="507301"/>
                </a:lnTo>
                <a:lnTo>
                  <a:pt x="17703" y="507301"/>
                </a:lnTo>
                <a:lnTo>
                  <a:pt x="12992" y="512025"/>
                </a:lnTo>
                <a:lnTo>
                  <a:pt x="12992" y="523659"/>
                </a:lnTo>
                <a:lnTo>
                  <a:pt x="17703" y="528383"/>
                </a:lnTo>
                <a:lnTo>
                  <a:pt x="44386" y="528383"/>
                </a:lnTo>
                <a:lnTo>
                  <a:pt x="44386" y="555053"/>
                </a:lnTo>
                <a:lnTo>
                  <a:pt x="46609" y="557288"/>
                </a:lnTo>
                <a:lnTo>
                  <a:pt x="43764" y="560133"/>
                </a:lnTo>
                <a:lnTo>
                  <a:pt x="43764" y="587870"/>
                </a:lnTo>
                <a:lnTo>
                  <a:pt x="16040" y="587870"/>
                </a:lnTo>
                <a:lnTo>
                  <a:pt x="11137" y="592772"/>
                </a:lnTo>
                <a:lnTo>
                  <a:pt x="11137" y="604888"/>
                </a:lnTo>
                <a:lnTo>
                  <a:pt x="16040" y="609790"/>
                </a:lnTo>
                <a:lnTo>
                  <a:pt x="43764" y="609790"/>
                </a:lnTo>
                <a:lnTo>
                  <a:pt x="43764" y="637514"/>
                </a:lnTo>
                <a:lnTo>
                  <a:pt x="44513" y="638289"/>
                </a:lnTo>
                <a:lnTo>
                  <a:pt x="43154" y="639648"/>
                </a:lnTo>
                <a:lnTo>
                  <a:pt x="43154" y="668439"/>
                </a:lnTo>
                <a:lnTo>
                  <a:pt x="14376" y="668439"/>
                </a:lnTo>
                <a:lnTo>
                  <a:pt x="9283" y="673531"/>
                </a:lnTo>
                <a:lnTo>
                  <a:pt x="9283" y="686079"/>
                </a:lnTo>
                <a:lnTo>
                  <a:pt x="14376" y="691172"/>
                </a:lnTo>
                <a:lnTo>
                  <a:pt x="43154" y="691172"/>
                </a:lnTo>
                <a:lnTo>
                  <a:pt x="43154" y="718540"/>
                </a:lnTo>
                <a:lnTo>
                  <a:pt x="42545" y="719150"/>
                </a:lnTo>
                <a:lnTo>
                  <a:pt x="42545" y="748995"/>
                </a:lnTo>
                <a:lnTo>
                  <a:pt x="12700" y="748995"/>
                </a:lnTo>
                <a:lnTo>
                  <a:pt x="7416" y="754278"/>
                </a:lnTo>
                <a:lnTo>
                  <a:pt x="7416" y="767295"/>
                </a:lnTo>
                <a:lnTo>
                  <a:pt x="12700" y="772579"/>
                </a:lnTo>
                <a:lnTo>
                  <a:pt x="42545" y="772579"/>
                </a:lnTo>
                <a:lnTo>
                  <a:pt x="42545" y="798055"/>
                </a:lnTo>
                <a:lnTo>
                  <a:pt x="41935" y="798652"/>
                </a:lnTo>
                <a:lnTo>
                  <a:pt x="41935" y="829564"/>
                </a:lnTo>
                <a:lnTo>
                  <a:pt x="11023" y="829564"/>
                </a:lnTo>
                <a:lnTo>
                  <a:pt x="5562" y="835037"/>
                </a:lnTo>
                <a:lnTo>
                  <a:pt x="5562" y="848525"/>
                </a:lnTo>
                <a:lnTo>
                  <a:pt x="11023" y="853986"/>
                </a:lnTo>
                <a:lnTo>
                  <a:pt x="41935" y="853986"/>
                </a:lnTo>
                <a:lnTo>
                  <a:pt x="41935" y="877582"/>
                </a:lnTo>
                <a:lnTo>
                  <a:pt x="41338" y="878166"/>
                </a:lnTo>
                <a:lnTo>
                  <a:pt x="41338" y="910132"/>
                </a:lnTo>
                <a:lnTo>
                  <a:pt x="9372" y="910132"/>
                </a:lnTo>
                <a:lnTo>
                  <a:pt x="3721" y="915784"/>
                </a:lnTo>
                <a:lnTo>
                  <a:pt x="3721" y="929716"/>
                </a:lnTo>
                <a:lnTo>
                  <a:pt x="9385" y="935380"/>
                </a:lnTo>
                <a:lnTo>
                  <a:pt x="41338" y="935380"/>
                </a:lnTo>
                <a:lnTo>
                  <a:pt x="41338" y="957059"/>
                </a:lnTo>
                <a:lnTo>
                  <a:pt x="40728" y="957668"/>
                </a:lnTo>
                <a:lnTo>
                  <a:pt x="40728" y="990688"/>
                </a:lnTo>
                <a:lnTo>
                  <a:pt x="7696" y="990688"/>
                </a:lnTo>
                <a:lnTo>
                  <a:pt x="1854" y="996530"/>
                </a:lnTo>
                <a:lnTo>
                  <a:pt x="1854" y="1010945"/>
                </a:lnTo>
                <a:lnTo>
                  <a:pt x="7696" y="1016774"/>
                </a:lnTo>
                <a:lnTo>
                  <a:pt x="40728" y="1016774"/>
                </a:lnTo>
                <a:lnTo>
                  <a:pt x="40728" y="1036574"/>
                </a:lnTo>
                <a:lnTo>
                  <a:pt x="40119" y="1037183"/>
                </a:lnTo>
                <a:lnTo>
                  <a:pt x="40119" y="1071257"/>
                </a:lnTo>
                <a:lnTo>
                  <a:pt x="6032" y="1071257"/>
                </a:lnTo>
                <a:lnTo>
                  <a:pt x="0" y="1077290"/>
                </a:lnTo>
                <a:lnTo>
                  <a:pt x="0" y="1092161"/>
                </a:lnTo>
                <a:lnTo>
                  <a:pt x="6032" y="1098194"/>
                </a:lnTo>
                <a:lnTo>
                  <a:pt x="40119" y="1098194"/>
                </a:lnTo>
                <a:lnTo>
                  <a:pt x="40119" y="1116063"/>
                </a:lnTo>
                <a:lnTo>
                  <a:pt x="39509" y="1116672"/>
                </a:lnTo>
                <a:lnTo>
                  <a:pt x="39509" y="1149591"/>
                </a:lnTo>
                <a:lnTo>
                  <a:pt x="67271" y="1149591"/>
                </a:lnTo>
                <a:lnTo>
                  <a:pt x="67271" y="1116685"/>
                </a:lnTo>
                <a:lnTo>
                  <a:pt x="67043" y="1116457"/>
                </a:lnTo>
                <a:lnTo>
                  <a:pt x="67043" y="1098194"/>
                </a:lnTo>
                <a:lnTo>
                  <a:pt x="101130" y="1098194"/>
                </a:lnTo>
                <a:lnTo>
                  <a:pt x="107149" y="1092161"/>
                </a:lnTo>
                <a:lnTo>
                  <a:pt x="107149" y="1077290"/>
                </a:lnTo>
                <a:close/>
              </a:path>
            </a:pathLst>
          </a:custGeom>
          <a:solidFill>
            <a:srgbClr val="0070C8"/>
          </a:solidFill>
        </p:spPr>
        <p:txBody>
          <a:bodyPr wrap="square" lIns="0" tIns="0" rIns="0" bIns="0" rtlCol="0"/>
          <a:lstStyle/>
          <a:p>
            <a:endParaRPr sz="700"/>
          </a:p>
        </p:txBody>
      </p:sp>
      <p:sp>
        <p:nvSpPr>
          <p:cNvPr id="248" name="object 248"/>
          <p:cNvSpPr/>
          <p:nvPr/>
        </p:nvSpPr>
        <p:spPr>
          <a:xfrm>
            <a:off x="1400683" y="4877752"/>
            <a:ext cx="53657" cy="265748"/>
          </a:xfrm>
          <a:custGeom>
            <a:avLst/>
            <a:gdLst/>
            <a:ahLst/>
            <a:cxnLst/>
            <a:rect l="l" t="t" r="r" b="b"/>
            <a:pathLst>
              <a:path w="107314" h="531495">
                <a:moveTo>
                  <a:pt x="107149" y="482358"/>
                </a:moveTo>
                <a:lnTo>
                  <a:pt x="101117" y="476326"/>
                </a:lnTo>
                <a:lnTo>
                  <a:pt x="67030" y="476326"/>
                </a:lnTo>
                <a:lnTo>
                  <a:pt x="67030" y="442239"/>
                </a:lnTo>
                <a:lnTo>
                  <a:pt x="66802" y="442010"/>
                </a:lnTo>
                <a:lnTo>
                  <a:pt x="66802" y="428472"/>
                </a:lnTo>
                <a:lnTo>
                  <a:pt x="99834" y="428472"/>
                </a:lnTo>
                <a:lnTo>
                  <a:pt x="105676" y="422630"/>
                </a:lnTo>
                <a:lnTo>
                  <a:pt x="105676" y="408216"/>
                </a:lnTo>
                <a:lnTo>
                  <a:pt x="99834" y="402374"/>
                </a:lnTo>
                <a:lnTo>
                  <a:pt x="92621" y="402374"/>
                </a:lnTo>
                <a:lnTo>
                  <a:pt x="66802" y="402374"/>
                </a:lnTo>
                <a:lnTo>
                  <a:pt x="66802" y="369354"/>
                </a:lnTo>
                <a:lnTo>
                  <a:pt x="66573" y="369125"/>
                </a:lnTo>
                <a:lnTo>
                  <a:pt x="66573" y="353682"/>
                </a:lnTo>
                <a:lnTo>
                  <a:pt x="98539" y="353682"/>
                </a:lnTo>
                <a:lnTo>
                  <a:pt x="104190" y="348018"/>
                </a:lnTo>
                <a:lnTo>
                  <a:pt x="104203" y="334086"/>
                </a:lnTo>
                <a:lnTo>
                  <a:pt x="98539" y="328434"/>
                </a:lnTo>
                <a:lnTo>
                  <a:pt x="91567" y="328434"/>
                </a:lnTo>
                <a:lnTo>
                  <a:pt x="66573" y="328434"/>
                </a:lnTo>
                <a:lnTo>
                  <a:pt x="66573" y="296456"/>
                </a:lnTo>
                <a:lnTo>
                  <a:pt x="66344" y="296240"/>
                </a:lnTo>
                <a:lnTo>
                  <a:pt x="66344" y="278904"/>
                </a:lnTo>
                <a:lnTo>
                  <a:pt x="97256" y="278904"/>
                </a:lnTo>
                <a:lnTo>
                  <a:pt x="102730" y="273443"/>
                </a:lnTo>
                <a:lnTo>
                  <a:pt x="102730" y="259956"/>
                </a:lnTo>
                <a:lnTo>
                  <a:pt x="97256" y="254482"/>
                </a:lnTo>
                <a:lnTo>
                  <a:pt x="90512" y="254482"/>
                </a:lnTo>
                <a:lnTo>
                  <a:pt x="66344" y="254482"/>
                </a:lnTo>
                <a:lnTo>
                  <a:pt x="66344" y="223570"/>
                </a:lnTo>
                <a:lnTo>
                  <a:pt x="66128" y="223354"/>
                </a:lnTo>
                <a:lnTo>
                  <a:pt x="66128" y="204127"/>
                </a:lnTo>
                <a:lnTo>
                  <a:pt x="95973" y="204127"/>
                </a:lnTo>
                <a:lnTo>
                  <a:pt x="101257" y="198843"/>
                </a:lnTo>
                <a:lnTo>
                  <a:pt x="101257" y="185826"/>
                </a:lnTo>
                <a:lnTo>
                  <a:pt x="95973" y="180543"/>
                </a:lnTo>
                <a:lnTo>
                  <a:pt x="89458" y="180543"/>
                </a:lnTo>
                <a:lnTo>
                  <a:pt x="66128" y="180543"/>
                </a:lnTo>
                <a:lnTo>
                  <a:pt x="66128" y="150685"/>
                </a:lnTo>
                <a:lnTo>
                  <a:pt x="65900" y="150456"/>
                </a:lnTo>
                <a:lnTo>
                  <a:pt x="65900" y="129336"/>
                </a:lnTo>
                <a:lnTo>
                  <a:pt x="94691" y="129336"/>
                </a:lnTo>
                <a:lnTo>
                  <a:pt x="99783" y="124244"/>
                </a:lnTo>
                <a:lnTo>
                  <a:pt x="99783" y="111683"/>
                </a:lnTo>
                <a:lnTo>
                  <a:pt x="94691" y="106591"/>
                </a:lnTo>
                <a:lnTo>
                  <a:pt x="88404" y="106591"/>
                </a:lnTo>
                <a:lnTo>
                  <a:pt x="65900" y="106591"/>
                </a:lnTo>
                <a:lnTo>
                  <a:pt x="65900" y="77800"/>
                </a:lnTo>
                <a:lnTo>
                  <a:pt x="65671" y="77571"/>
                </a:lnTo>
                <a:lnTo>
                  <a:pt x="65671" y="54559"/>
                </a:lnTo>
                <a:lnTo>
                  <a:pt x="93395" y="54559"/>
                </a:lnTo>
                <a:lnTo>
                  <a:pt x="98310" y="49657"/>
                </a:lnTo>
                <a:lnTo>
                  <a:pt x="98310" y="37541"/>
                </a:lnTo>
                <a:lnTo>
                  <a:pt x="93408" y="32639"/>
                </a:lnTo>
                <a:lnTo>
                  <a:pt x="87350" y="32639"/>
                </a:lnTo>
                <a:lnTo>
                  <a:pt x="65671" y="32639"/>
                </a:lnTo>
                <a:lnTo>
                  <a:pt x="65671" y="4914"/>
                </a:lnTo>
                <a:lnTo>
                  <a:pt x="60769" y="0"/>
                </a:lnTo>
                <a:lnTo>
                  <a:pt x="48666" y="0"/>
                </a:lnTo>
                <a:lnTo>
                  <a:pt x="43751" y="4902"/>
                </a:lnTo>
                <a:lnTo>
                  <a:pt x="43751" y="32639"/>
                </a:lnTo>
                <a:lnTo>
                  <a:pt x="16027" y="32639"/>
                </a:lnTo>
                <a:lnTo>
                  <a:pt x="11112" y="37541"/>
                </a:lnTo>
                <a:lnTo>
                  <a:pt x="11112" y="49657"/>
                </a:lnTo>
                <a:lnTo>
                  <a:pt x="16027" y="54559"/>
                </a:lnTo>
                <a:lnTo>
                  <a:pt x="43751" y="54559"/>
                </a:lnTo>
                <a:lnTo>
                  <a:pt x="43751" y="77203"/>
                </a:lnTo>
                <a:lnTo>
                  <a:pt x="43154" y="77800"/>
                </a:lnTo>
                <a:lnTo>
                  <a:pt x="43154" y="106591"/>
                </a:lnTo>
                <a:lnTo>
                  <a:pt x="14363" y="106591"/>
                </a:lnTo>
                <a:lnTo>
                  <a:pt x="9271" y="111683"/>
                </a:lnTo>
                <a:lnTo>
                  <a:pt x="9271" y="124244"/>
                </a:lnTo>
                <a:lnTo>
                  <a:pt x="14363" y="129336"/>
                </a:lnTo>
                <a:lnTo>
                  <a:pt x="43154" y="129336"/>
                </a:lnTo>
                <a:lnTo>
                  <a:pt x="43154" y="150075"/>
                </a:lnTo>
                <a:lnTo>
                  <a:pt x="42545" y="150685"/>
                </a:lnTo>
                <a:lnTo>
                  <a:pt x="42545" y="180543"/>
                </a:lnTo>
                <a:lnTo>
                  <a:pt x="12687" y="180543"/>
                </a:lnTo>
                <a:lnTo>
                  <a:pt x="7416" y="185826"/>
                </a:lnTo>
                <a:lnTo>
                  <a:pt x="7416" y="198843"/>
                </a:lnTo>
                <a:lnTo>
                  <a:pt x="12700" y="204127"/>
                </a:lnTo>
                <a:lnTo>
                  <a:pt x="42545" y="204127"/>
                </a:lnTo>
                <a:lnTo>
                  <a:pt x="42545" y="222961"/>
                </a:lnTo>
                <a:lnTo>
                  <a:pt x="41922" y="223570"/>
                </a:lnTo>
                <a:lnTo>
                  <a:pt x="41922" y="254482"/>
                </a:lnTo>
                <a:lnTo>
                  <a:pt x="11010" y="254482"/>
                </a:lnTo>
                <a:lnTo>
                  <a:pt x="5549" y="259956"/>
                </a:lnTo>
                <a:lnTo>
                  <a:pt x="5549" y="273443"/>
                </a:lnTo>
                <a:lnTo>
                  <a:pt x="11010" y="278904"/>
                </a:lnTo>
                <a:lnTo>
                  <a:pt x="41922" y="278904"/>
                </a:lnTo>
                <a:lnTo>
                  <a:pt x="41922" y="295884"/>
                </a:lnTo>
                <a:lnTo>
                  <a:pt x="41325" y="296468"/>
                </a:lnTo>
                <a:lnTo>
                  <a:pt x="41325" y="328434"/>
                </a:lnTo>
                <a:lnTo>
                  <a:pt x="9359" y="328434"/>
                </a:lnTo>
                <a:lnTo>
                  <a:pt x="3708" y="334086"/>
                </a:lnTo>
                <a:lnTo>
                  <a:pt x="3708" y="348030"/>
                </a:lnTo>
                <a:lnTo>
                  <a:pt x="9372" y="353682"/>
                </a:lnTo>
                <a:lnTo>
                  <a:pt x="41325" y="353682"/>
                </a:lnTo>
                <a:lnTo>
                  <a:pt x="41325" y="368744"/>
                </a:lnTo>
                <a:lnTo>
                  <a:pt x="40716" y="369354"/>
                </a:lnTo>
                <a:lnTo>
                  <a:pt x="40716" y="402374"/>
                </a:lnTo>
                <a:lnTo>
                  <a:pt x="7696" y="402374"/>
                </a:lnTo>
                <a:lnTo>
                  <a:pt x="1854" y="408216"/>
                </a:lnTo>
                <a:lnTo>
                  <a:pt x="1854" y="422630"/>
                </a:lnTo>
                <a:lnTo>
                  <a:pt x="7696" y="428472"/>
                </a:lnTo>
                <a:lnTo>
                  <a:pt x="40716" y="428472"/>
                </a:lnTo>
                <a:lnTo>
                  <a:pt x="40716" y="441642"/>
                </a:lnTo>
                <a:lnTo>
                  <a:pt x="40106" y="442239"/>
                </a:lnTo>
                <a:lnTo>
                  <a:pt x="40106" y="476326"/>
                </a:lnTo>
                <a:lnTo>
                  <a:pt x="6032" y="476326"/>
                </a:lnTo>
                <a:lnTo>
                  <a:pt x="0" y="482358"/>
                </a:lnTo>
                <a:lnTo>
                  <a:pt x="0" y="497230"/>
                </a:lnTo>
                <a:lnTo>
                  <a:pt x="6032" y="503250"/>
                </a:lnTo>
                <a:lnTo>
                  <a:pt x="40106" y="503250"/>
                </a:lnTo>
                <a:lnTo>
                  <a:pt x="40106" y="514515"/>
                </a:lnTo>
                <a:lnTo>
                  <a:pt x="39497" y="515124"/>
                </a:lnTo>
                <a:lnTo>
                  <a:pt x="39497" y="531495"/>
                </a:lnTo>
                <a:lnTo>
                  <a:pt x="40106" y="531495"/>
                </a:lnTo>
                <a:lnTo>
                  <a:pt x="67030" y="531495"/>
                </a:lnTo>
                <a:lnTo>
                  <a:pt x="67259" y="531495"/>
                </a:lnTo>
                <a:lnTo>
                  <a:pt x="67259" y="515137"/>
                </a:lnTo>
                <a:lnTo>
                  <a:pt x="67030" y="514908"/>
                </a:lnTo>
                <a:lnTo>
                  <a:pt x="67030" y="503250"/>
                </a:lnTo>
                <a:lnTo>
                  <a:pt x="101117" y="503250"/>
                </a:lnTo>
                <a:lnTo>
                  <a:pt x="107149" y="497230"/>
                </a:lnTo>
                <a:lnTo>
                  <a:pt x="107149" y="482358"/>
                </a:lnTo>
                <a:close/>
              </a:path>
            </a:pathLst>
          </a:custGeom>
          <a:solidFill>
            <a:srgbClr val="0070C8"/>
          </a:solidFill>
        </p:spPr>
        <p:txBody>
          <a:bodyPr wrap="square" lIns="0" tIns="0" rIns="0" bIns="0" rtlCol="0"/>
          <a:lstStyle/>
          <a:p>
            <a:endParaRPr sz="700"/>
          </a:p>
        </p:txBody>
      </p:sp>
      <p:sp>
        <p:nvSpPr>
          <p:cNvPr id="249" name="object 249"/>
          <p:cNvSpPr/>
          <p:nvPr/>
        </p:nvSpPr>
        <p:spPr>
          <a:xfrm>
            <a:off x="8818649" y="625035"/>
            <a:ext cx="30163" cy="30163"/>
          </a:xfrm>
          <a:custGeom>
            <a:avLst/>
            <a:gdLst/>
            <a:ahLst/>
            <a:cxnLst/>
            <a:rect l="l" t="t" r="r" b="b"/>
            <a:pathLst>
              <a:path w="60325" h="60325">
                <a:moveTo>
                  <a:pt x="22665" y="867"/>
                </a:moveTo>
                <a:lnTo>
                  <a:pt x="30840" y="0"/>
                </a:lnTo>
                <a:lnTo>
                  <a:pt x="34504" y="2961"/>
                </a:lnTo>
                <a:lnTo>
                  <a:pt x="36492" y="21685"/>
                </a:lnTo>
                <a:lnTo>
                  <a:pt x="55216" y="19697"/>
                </a:lnTo>
                <a:lnTo>
                  <a:pt x="58880" y="22659"/>
                </a:lnTo>
                <a:lnTo>
                  <a:pt x="59740" y="30821"/>
                </a:lnTo>
                <a:lnTo>
                  <a:pt x="56785" y="34486"/>
                </a:lnTo>
                <a:lnTo>
                  <a:pt x="52698" y="34919"/>
                </a:lnTo>
                <a:lnTo>
                  <a:pt x="38061" y="36473"/>
                </a:lnTo>
                <a:lnTo>
                  <a:pt x="40049" y="55203"/>
                </a:lnTo>
                <a:lnTo>
                  <a:pt x="37087" y="58862"/>
                </a:lnTo>
                <a:lnTo>
                  <a:pt x="28913" y="59729"/>
                </a:lnTo>
                <a:lnTo>
                  <a:pt x="25249" y="56768"/>
                </a:lnTo>
                <a:lnTo>
                  <a:pt x="23261" y="38044"/>
                </a:lnTo>
                <a:lnTo>
                  <a:pt x="4531" y="40032"/>
                </a:lnTo>
                <a:lnTo>
                  <a:pt x="866" y="37071"/>
                </a:lnTo>
                <a:lnTo>
                  <a:pt x="0" y="28903"/>
                </a:lnTo>
                <a:lnTo>
                  <a:pt x="2961" y="25244"/>
                </a:lnTo>
                <a:lnTo>
                  <a:pt x="21691" y="23256"/>
                </a:lnTo>
                <a:lnTo>
                  <a:pt x="19703" y="4526"/>
                </a:lnTo>
                <a:lnTo>
                  <a:pt x="22665" y="867"/>
                </a:lnTo>
                <a:close/>
              </a:path>
            </a:pathLst>
          </a:custGeom>
          <a:solidFill>
            <a:srgbClr val="0070C8"/>
          </a:solidFill>
        </p:spPr>
        <p:txBody>
          <a:bodyPr wrap="square" lIns="0" tIns="0" rIns="0" bIns="0" rtlCol="0"/>
          <a:lstStyle/>
          <a:p>
            <a:endParaRPr sz="700"/>
          </a:p>
        </p:txBody>
      </p:sp>
      <p:sp>
        <p:nvSpPr>
          <p:cNvPr id="250" name="object 250"/>
          <p:cNvSpPr/>
          <p:nvPr/>
        </p:nvSpPr>
        <p:spPr>
          <a:xfrm>
            <a:off x="8826198" y="688727"/>
            <a:ext cx="28575" cy="28575"/>
          </a:xfrm>
          <a:custGeom>
            <a:avLst/>
            <a:gdLst/>
            <a:ahLst/>
            <a:cxnLst/>
            <a:rect l="l" t="t" r="r" b="b"/>
            <a:pathLst>
              <a:path w="57150" h="57150">
                <a:moveTo>
                  <a:pt x="21475" y="822"/>
                </a:moveTo>
                <a:lnTo>
                  <a:pt x="29226" y="0"/>
                </a:lnTo>
                <a:lnTo>
                  <a:pt x="32696" y="2804"/>
                </a:lnTo>
                <a:lnTo>
                  <a:pt x="34580" y="20555"/>
                </a:lnTo>
                <a:lnTo>
                  <a:pt x="52331" y="18671"/>
                </a:lnTo>
                <a:lnTo>
                  <a:pt x="55801" y="21475"/>
                </a:lnTo>
                <a:lnTo>
                  <a:pt x="56624" y="29226"/>
                </a:lnTo>
                <a:lnTo>
                  <a:pt x="53820" y="32697"/>
                </a:lnTo>
                <a:lnTo>
                  <a:pt x="49944" y="33108"/>
                </a:lnTo>
                <a:lnTo>
                  <a:pt x="36069" y="34581"/>
                </a:lnTo>
                <a:lnTo>
                  <a:pt x="37953" y="52332"/>
                </a:lnTo>
                <a:lnTo>
                  <a:pt x="35149" y="55802"/>
                </a:lnTo>
                <a:lnTo>
                  <a:pt x="27398" y="56625"/>
                </a:lnTo>
                <a:lnTo>
                  <a:pt x="23927" y="53820"/>
                </a:lnTo>
                <a:lnTo>
                  <a:pt x="22043" y="36070"/>
                </a:lnTo>
                <a:lnTo>
                  <a:pt x="4293" y="37954"/>
                </a:lnTo>
                <a:lnTo>
                  <a:pt x="822" y="35149"/>
                </a:lnTo>
                <a:lnTo>
                  <a:pt x="0" y="27398"/>
                </a:lnTo>
                <a:lnTo>
                  <a:pt x="2804" y="23928"/>
                </a:lnTo>
                <a:lnTo>
                  <a:pt x="20554" y="22044"/>
                </a:lnTo>
                <a:lnTo>
                  <a:pt x="18670" y="4293"/>
                </a:lnTo>
                <a:lnTo>
                  <a:pt x="21475" y="822"/>
                </a:lnTo>
                <a:close/>
              </a:path>
            </a:pathLst>
          </a:custGeom>
          <a:solidFill>
            <a:srgbClr val="0070C8"/>
          </a:solidFill>
        </p:spPr>
        <p:txBody>
          <a:bodyPr wrap="square" lIns="0" tIns="0" rIns="0" bIns="0" rtlCol="0"/>
          <a:lstStyle/>
          <a:p>
            <a:endParaRPr sz="700"/>
          </a:p>
        </p:txBody>
      </p:sp>
      <p:sp>
        <p:nvSpPr>
          <p:cNvPr id="251" name="object 251"/>
          <p:cNvSpPr/>
          <p:nvPr/>
        </p:nvSpPr>
        <p:spPr>
          <a:xfrm>
            <a:off x="8833744" y="752425"/>
            <a:ext cx="26988" cy="26988"/>
          </a:xfrm>
          <a:custGeom>
            <a:avLst/>
            <a:gdLst/>
            <a:ahLst/>
            <a:cxnLst/>
            <a:rect l="l" t="t" r="r" b="b"/>
            <a:pathLst>
              <a:path w="53975" h="53975">
                <a:moveTo>
                  <a:pt x="20297" y="776"/>
                </a:moveTo>
                <a:lnTo>
                  <a:pt x="27613" y="0"/>
                </a:lnTo>
                <a:lnTo>
                  <a:pt x="30896" y="2653"/>
                </a:lnTo>
                <a:lnTo>
                  <a:pt x="32677" y="19424"/>
                </a:lnTo>
                <a:lnTo>
                  <a:pt x="49448" y="17644"/>
                </a:lnTo>
                <a:lnTo>
                  <a:pt x="52731" y="20297"/>
                </a:lnTo>
                <a:lnTo>
                  <a:pt x="53508" y="27613"/>
                </a:lnTo>
                <a:lnTo>
                  <a:pt x="50860" y="30895"/>
                </a:lnTo>
                <a:lnTo>
                  <a:pt x="47197" y="31284"/>
                </a:lnTo>
                <a:lnTo>
                  <a:pt x="34083" y="32676"/>
                </a:lnTo>
                <a:lnTo>
                  <a:pt x="35863" y="49447"/>
                </a:lnTo>
                <a:lnTo>
                  <a:pt x="33210" y="52731"/>
                </a:lnTo>
                <a:lnTo>
                  <a:pt x="25895" y="53507"/>
                </a:lnTo>
                <a:lnTo>
                  <a:pt x="22611" y="50854"/>
                </a:lnTo>
                <a:lnTo>
                  <a:pt x="20831" y="34083"/>
                </a:lnTo>
                <a:lnTo>
                  <a:pt x="4060" y="35863"/>
                </a:lnTo>
                <a:lnTo>
                  <a:pt x="776" y="33210"/>
                </a:lnTo>
                <a:lnTo>
                  <a:pt x="0" y="25894"/>
                </a:lnTo>
                <a:lnTo>
                  <a:pt x="2653" y="22611"/>
                </a:lnTo>
                <a:lnTo>
                  <a:pt x="19424" y="20831"/>
                </a:lnTo>
                <a:lnTo>
                  <a:pt x="17644" y="4060"/>
                </a:lnTo>
                <a:lnTo>
                  <a:pt x="20297" y="776"/>
                </a:lnTo>
                <a:close/>
              </a:path>
            </a:pathLst>
          </a:custGeom>
          <a:solidFill>
            <a:srgbClr val="0070C8"/>
          </a:solidFill>
        </p:spPr>
        <p:txBody>
          <a:bodyPr wrap="square" lIns="0" tIns="0" rIns="0" bIns="0" rtlCol="0"/>
          <a:lstStyle/>
          <a:p>
            <a:endParaRPr sz="700"/>
          </a:p>
        </p:txBody>
      </p:sp>
      <p:sp>
        <p:nvSpPr>
          <p:cNvPr id="252" name="object 252"/>
          <p:cNvSpPr/>
          <p:nvPr/>
        </p:nvSpPr>
        <p:spPr>
          <a:xfrm>
            <a:off x="8841294" y="816122"/>
            <a:ext cx="25400" cy="25400"/>
          </a:xfrm>
          <a:custGeom>
            <a:avLst/>
            <a:gdLst/>
            <a:ahLst/>
            <a:cxnLst/>
            <a:rect l="l" t="t" r="r" b="b"/>
            <a:pathLst>
              <a:path w="50800" h="50800">
                <a:moveTo>
                  <a:pt x="19114" y="731"/>
                </a:moveTo>
                <a:lnTo>
                  <a:pt x="26006" y="0"/>
                </a:lnTo>
                <a:lnTo>
                  <a:pt x="29095" y="2496"/>
                </a:lnTo>
                <a:lnTo>
                  <a:pt x="30772" y="18294"/>
                </a:lnTo>
                <a:lnTo>
                  <a:pt x="46570" y="16617"/>
                </a:lnTo>
                <a:lnTo>
                  <a:pt x="49660" y="19114"/>
                </a:lnTo>
                <a:lnTo>
                  <a:pt x="50391" y="26006"/>
                </a:lnTo>
                <a:lnTo>
                  <a:pt x="47894" y="29096"/>
                </a:lnTo>
                <a:lnTo>
                  <a:pt x="44449" y="29461"/>
                </a:lnTo>
                <a:lnTo>
                  <a:pt x="32097" y="30772"/>
                </a:lnTo>
                <a:lnTo>
                  <a:pt x="33774" y="46570"/>
                </a:lnTo>
                <a:lnTo>
                  <a:pt x="31277" y="49660"/>
                </a:lnTo>
                <a:lnTo>
                  <a:pt x="24385" y="50391"/>
                </a:lnTo>
                <a:lnTo>
                  <a:pt x="21295" y="47895"/>
                </a:lnTo>
                <a:lnTo>
                  <a:pt x="19618" y="32097"/>
                </a:lnTo>
                <a:lnTo>
                  <a:pt x="3821" y="33774"/>
                </a:lnTo>
                <a:lnTo>
                  <a:pt x="731" y="31277"/>
                </a:lnTo>
                <a:lnTo>
                  <a:pt x="0" y="24385"/>
                </a:lnTo>
                <a:lnTo>
                  <a:pt x="2496" y="21295"/>
                </a:lnTo>
                <a:lnTo>
                  <a:pt x="18294" y="19618"/>
                </a:lnTo>
                <a:lnTo>
                  <a:pt x="16617" y="3821"/>
                </a:lnTo>
                <a:lnTo>
                  <a:pt x="19114" y="731"/>
                </a:lnTo>
                <a:close/>
              </a:path>
            </a:pathLst>
          </a:custGeom>
          <a:solidFill>
            <a:srgbClr val="0070C8"/>
          </a:solidFill>
        </p:spPr>
        <p:txBody>
          <a:bodyPr wrap="square" lIns="0" tIns="0" rIns="0" bIns="0" rtlCol="0"/>
          <a:lstStyle/>
          <a:p>
            <a:endParaRPr sz="700"/>
          </a:p>
        </p:txBody>
      </p:sp>
      <p:sp>
        <p:nvSpPr>
          <p:cNvPr id="253" name="object 253"/>
          <p:cNvSpPr/>
          <p:nvPr/>
        </p:nvSpPr>
        <p:spPr>
          <a:xfrm>
            <a:off x="8848830" y="879810"/>
            <a:ext cx="23813" cy="23813"/>
          </a:xfrm>
          <a:custGeom>
            <a:avLst/>
            <a:gdLst/>
            <a:ahLst/>
            <a:cxnLst/>
            <a:rect l="l" t="t" r="r" b="b"/>
            <a:pathLst>
              <a:path w="47625" h="47625">
                <a:moveTo>
                  <a:pt x="17941" y="686"/>
                </a:moveTo>
                <a:lnTo>
                  <a:pt x="24410" y="0"/>
                </a:lnTo>
                <a:lnTo>
                  <a:pt x="27312" y="2345"/>
                </a:lnTo>
                <a:lnTo>
                  <a:pt x="28886" y="17169"/>
                </a:lnTo>
                <a:lnTo>
                  <a:pt x="43710" y="15596"/>
                </a:lnTo>
                <a:lnTo>
                  <a:pt x="46612" y="17941"/>
                </a:lnTo>
                <a:lnTo>
                  <a:pt x="47299" y="24410"/>
                </a:lnTo>
                <a:lnTo>
                  <a:pt x="44954" y="27312"/>
                </a:lnTo>
                <a:lnTo>
                  <a:pt x="41719" y="27656"/>
                </a:lnTo>
                <a:lnTo>
                  <a:pt x="30129" y="28886"/>
                </a:lnTo>
                <a:lnTo>
                  <a:pt x="31703" y="43710"/>
                </a:lnTo>
                <a:lnTo>
                  <a:pt x="29357" y="46613"/>
                </a:lnTo>
                <a:lnTo>
                  <a:pt x="22889" y="47299"/>
                </a:lnTo>
                <a:lnTo>
                  <a:pt x="19986" y="44954"/>
                </a:lnTo>
                <a:lnTo>
                  <a:pt x="18413" y="30130"/>
                </a:lnTo>
                <a:lnTo>
                  <a:pt x="3589" y="31703"/>
                </a:lnTo>
                <a:lnTo>
                  <a:pt x="686" y="29358"/>
                </a:lnTo>
                <a:lnTo>
                  <a:pt x="0" y="22889"/>
                </a:lnTo>
                <a:lnTo>
                  <a:pt x="2345" y="19986"/>
                </a:lnTo>
                <a:lnTo>
                  <a:pt x="17169" y="18413"/>
                </a:lnTo>
                <a:lnTo>
                  <a:pt x="15596" y="3589"/>
                </a:lnTo>
                <a:lnTo>
                  <a:pt x="17941" y="686"/>
                </a:lnTo>
                <a:close/>
              </a:path>
            </a:pathLst>
          </a:custGeom>
          <a:solidFill>
            <a:srgbClr val="0070C8"/>
          </a:solidFill>
        </p:spPr>
        <p:txBody>
          <a:bodyPr wrap="square" lIns="0" tIns="0" rIns="0" bIns="0" rtlCol="0"/>
          <a:lstStyle/>
          <a:p>
            <a:endParaRPr sz="700"/>
          </a:p>
        </p:txBody>
      </p:sp>
      <p:sp>
        <p:nvSpPr>
          <p:cNvPr id="254" name="object 254"/>
          <p:cNvSpPr/>
          <p:nvPr/>
        </p:nvSpPr>
        <p:spPr>
          <a:xfrm>
            <a:off x="8856376" y="943508"/>
            <a:ext cx="22225" cy="22225"/>
          </a:xfrm>
          <a:custGeom>
            <a:avLst/>
            <a:gdLst/>
            <a:ahLst/>
            <a:cxnLst/>
            <a:rect l="l" t="t" r="r" b="b"/>
            <a:pathLst>
              <a:path w="44450" h="44450">
                <a:moveTo>
                  <a:pt x="16758" y="641"/>
                </a:moveTo>
                <a:lnTo>
                  <a:pt x="22804" y="0"/>
                </a:lnTo>
                <a:lnTo>
                  <a:pt x="25512" y="2188"/>
                </a:lnTo>
                <a:lnTo>
                  <a:pt x="26983" y="16039"/>
                </a:lnTo>
                <a:lnTo>
                  <a:pt x="40834" y="14569"/>
                </a:lnTo>
                <a:lnTo>
                  <a:pt x="43542" y="16757"/>
                </a:lnTo>
                <a:lnTo>
                  <a:pt x="44184" y="22803"/>
                </a:lnTo>
                <a:lnTo>
                  <a:pt x="41995" y="25512"/>
                </a:lnTo>
                <a:lnTo>
                  <a:pt x="38972" y="25833"/>
                </a:lnTo>
                <a:lnTo>
                  <a:pt x="28144" y="26982"/>
                </a:lnTo>
                <a:lnTo>
                  <a:pt x="29614" y="40833"/>
                </a:lnTo>
                <a:lnTo>
                  <a:pt x="27426" y="43541"/>
                </a:lnTo>
                <a:lnTo>
                  <a:pt x="21380" y="44183"/>
                </a:lnTo>
                <a:lnTo>
                  <a:pt x="18671" y="41994"/>
                </a:lnTo>
                <a:lnTo>
                  <a:pt x="17201" y="28144"/>
                </a:lnTo>
                <a:lnTo>
                  <a:pt x="3350" y="29614"/>
                </a:lnTo>
                <a:lnTo>
                  <a:pt x="641" y="27425"/>
                </a:lnTo>
                <a:lnTo>
                  <a:pt x="0" y="21379"/>
                </a:lnTo>
                <a:lnTo>
                  <a:pt x="2188" y="18671"/>
                </a:lnTo>
                <a:lnTo>
                  <a:pt x="16039" y="17201"/>
                </a:lnTo>
                <a:lnTo>
                  <a:pt x="14569" y="3350"/>
                </a:lnTo>
                <a:lnTo>
                  <a:pt x="16758" y="641"/>
                </a:lnTo>
                <a:close/>
              </a:path>
            </a:pathLst>
          </a:custGeom>
          <a:solidFill>
            <a:srgbClr val="0070C8"/>
          </a:solidFill>
        </p:spPr>
        <p:txBody>
          <a:bodyPr wrap="square" lIns="0" tIns="0" rIns="0" bIns="0" rtlCol="0"/>
          <a:lstStyle/>
          <a:p>
            <a:endParaRPr sz="700"/>
          </a:p>
        </p:txBody>
      </p:sp>
      <p:sp>
        <p:nvSpPr>
          <p:cNvPr id="255" name="object 255"/>
          <p:cNvSpPr/>
          <p:nvPr/>
        </p:nvSpPr>
        <p:spPr>
          <a:xfrm>
            <a:off x="8863926" y="1007208"/>
            <a:ext cx="20638" cy="20638"/>
          </a:xfrm>
          <a:custGeom>
            <a:avLst/>
            <a:gdLst/>
            <a:ahLst/>
            <a:cxnLst/>
            <a:rect l="l" t="t" r="r" b="b"/>
            <a:pathLst>
              <a:path w="41275" h="41275">
                <a:moveTo>
                  <a:pt x="15579" y="596"/>
                </a:moveTo>
                <a:lnTo>
                  <a:pt x="21196" y="0"/>
                </a:lnTo>
                <a:lnTo>
                  <a:pt x="23711" y="2037"/>
                </a:lnTo>
                <a:lnTo>
                  <a:pt x="25077" y="14909"/>
                </a:lnTo>
                <a:lnTo>
                  <a:pt x="37955" y="13542"/>
                </a:lnTo>
                <a:lnTo>
                  <a:pt x="40470" y="15580"/>
                </a:lnTo>
                <a:lnTo>
                  <a:pt x="41065" y="21191"/>
                </a:lnTo>
                <a:lnTo>
                  <a:pt x="39028" y="23712"/>
                </a:lnTo>
                <a:lnTo>
                  <a:pt x="36223" y="24010"/>
                </a:lnTo>
                <a:lnTo>
                  <a:pt x="26157" y="25078"/>
                </a:lnTo>
                <a:lnTo>
                  <a:pt x="27524" y="37956"/>
                </a:lnTo>
                <a:lnTo>
                  <a:pt x="25486" y="40471"/>
                </a:lnTo>
                <a:lnTo>
                  <a:pt x="19869" y="41067"/>
                </a:lnTo>
                <a:lnTo>
                  <a:pt x="17354" y="39029"/>
                </a:lnTo>
                <a:lnTo>
                  <a:pt x="15988" y="26158"/>
                </a:lnTo>
                <a:lnTo>
                  <a:pt x="3110" y="27524"/>
                </a:lnTo>
                <a:lnTo>
                  <a:pt x="595" y="25486"/>
                </a:lnTo>
                <a:lnTo>
                  <a:pt x="0" y="19876"/>
                </a:lnTo>
                <a:lnTo>
                  <a:pt x="2037" y="17355"/>
                </a:lnTo>
                <a:lnTo>
                  <a:pt x="14908" y="15988"/>
                </a:lnTo>
                <a:lnTo>
                  <a:pt x="13541" y="3111"/>
                </a:lnTo>
                <a:lnTo>
                  <a:pt x="15579" y="596"/>
                </a:lnTo>
                <a:close/>
              </a:path>
            </a:pathLst>
          </a:custGeom>
          <a:solidFill>
            <a:srgbClr val="0070C8"/>
          </a:solidFill>
        </p:spPr>
        <p:txBody>
          <a:bodyPr wrap="square" lIns="0" tIns="0" rIns="0" bIns="0" rtlCol="0"/>
          <a:lstStyle/>
          <a:p>
            <a:endParaRPr sz="700"/>
          </a:p>
        </p:txBody>
      </p:sp>
      <p:sp>
        <p:nvSpPr>
          <p:cNvPr id="256" name="object 256"/>
          <p:cNvSpPr/>
          <p:nvPr/>
        </p:nvSpPr>
        <p:spPr>
          <a:xfrm>
            <a:off x="8871472" y="1070906"/>
            <a:ext cx="19050" cy="19050"/>
          </a:xfrm>
          <a:custGeom>
            <a:avLst/>
            <a:gdLst/>
            <a:ahLst/>
            <a:cxnLst/>
            <a:rect l="l" t="t" r="r" b="b"/>
            <a:pathLst>
              <a:path w="38100" h="38100">
                <a:moveTo>
                  <a:pt x="14396" y="550"/>
                </a:moveTo>
                <a:lnTo>
                  <a:pt x="19583" y="0"/>
                </a:lnTo>
                <a:lnTo>
                  <a:pt x="21910" y="1880"/>
                </a:lnTo>
                <a:lnTo>
                  <a:pt x="23173" y="13778"/>
                </a:lnTo>
                <a:lnTo>
                  <a:pt x="35071" y="12515"/>
                </a:lnTo>
                <a:lnTo>
                  <a:pt x="37398" y="14396"/>
                </a:lnTo>
                <a:lnTo>
                  <a:pt x="37949" y="19583"/>
                </a:lnTo>
                <a:lnTo>
                  <a:pt x="36068" y="21911"/>
                </a:lnTo>
                <a:lnTo>
                  <a:pt x="33475" y="22186"/>
                </a:lnTo>
                <a:lnTo>
                  <a:pt x="24170" y="23173"/>
                </a:lnTo>
                <a:lnTo>
                  <a:pt x="25433" y="35072"/>
                </a:lnTo>
                <a:lnTo>
                  <a:pt x="23552" y="37399"/>
                </a:lnTo>
                <a:lnTo>
                  <a:pt x="18365" y="37950"/>
                </a:lnTo>
                <a:lnTo>
                  <a:pt x="16038" y="36069"/>
                </a:lnTo>
                <a:lnTo>
                  <a:pt x="14775" y="24171"/>
                </a:lnTo>
                <a:lnTo>
                  <a:pt x="2877" y="25434"/>
                </a:lnTo>
                <a:lnTo>
                  <a:pt x="550" y="23553"/>
                </a:lnTo>
                <a:lnTo>
                  <a:pt x="0" y="18366"/>
                </a:lnTo>
                <a:lnTo>
                  <a:pt x="1880" y="16038"/>
                </a:lnTo>
                <a:lnTo>
                  <a:pt x="13778" y="14776"/>
                </a:lnTo>
                <a:lnTo>
                  <a:pt x="12515" y="2877"/>
                </a:lnTo>
                <a:lnTo>
                  <a:pt x="14396" y="550"/>
                </a:lnTo>
                <a:close/>
              </a:path>
            </a:pathLst>
          </a:custGeom>
          <a:solidFill>
            <a:srgbClr val="0070C8"/>
          </a:solidFill>
        </p:spPr>
        <p:txBody>
          <a:bodyPr wrap="square" lIns="0" tIns="0" rIns="0" bIns="0" rtlCol="0"/>
          <a:lstStyle/>
          <a:p>
            <a:endParaRPr sz="700"/>
          </a:p>
        </p:txBody>
      </p:sp>
      <p:sp>
        <p:nvSpPr>
          <p:cNvPr id="257" name="object 257"/>
          <p:cNvSpPr/>
          <p:nvPr/>
        </p:nvSpPr>
        <p:spPr>
          <a:xfrm>
            <a:off x="8879009" y="1134595"/>
            <a:ext cx="17463" cy="17463"/>
          </a:xfrm>
          <a:custGeom>
            <a:avLst/>
            <a:gdLst/>
            <a:ahLst/>
            <a:cxnLst/>
            <a:rect l="l" t="t" r="r" b="b"/>
            <a:pathLst>
              <a:path w="34925" h="34925">
                <a:moveTo>
                  <a:pt x="13223" y="505"/>
                </a:moveTo>
                <a:lnTo>
                  <a:pt x="17987" y="0"/>
                </a:lnTo>
                <a:lnTo>
                  <a:pt x="20127" y="1729"/>
                </a:lnTo>
                <a:lnTo>
                  <a:pt x="21287" y="12654"/>
                </a:lnTo>
                <a:lnTo>
                  <a:pt x="32212" y="11494"/>
                </a:lnTo>
                <a:lnTo>
                  <a:pt x="34352" y="13223"/>
                </a:lnTo>
                <a:lnTo>
                  <a:pt x="34858" y="17987"/>
                </a:lnTo>
                <a:lnTo>
                  <a:pt x="33128" y="20127"/>
                </a:lnTo>
                <a:lnTo>
                  <a:pt x="30746" y="20380"/>
                </a:lnTo>
                <a:lnTo>
                  <a:pt x="22203" y="21287"/>
                </a:lnTo>
                <a:lnTo>
                  <a:pt x="23363" y="32212"/>
                </a:lnTo>
                <a:lnTo>
                  <a:pt x="21634" y="34352"/>
                </a:lnTo>
                <a:lnTo>
                  <a:pt x="16870" y="34857"/>
                </a:lnTo>
                <a:lnTo>
                  <a:pt x="14730" y="33128"/>
                </a:lnTo>
                <a:lnTo>
                  <a:pt x="13570" y="22203"/>
                </a:lnTo>
                <a:lnTo>
                  <a:pt x="2645" y="23363"/>
                </a:lnTo>
                <a:lnTo>
                  <a:pt x="505" y="21634"/>
                </a:lnTo>
                <a:lnTo>
                  <a:pt x="0" y="16870"/>
                </a:lnTo>
                <a:lnTo>
                  <a:pt x="1729" y="14730"/>
                </a:lnTo>
                <a:lnTo>
                  <a:pt x="12654" y="13570"/>
                </a:lnTo>
                <a:lnTo>
                  <a:pt x="11494" y="2645"/>
                </a:lnTo>
                <a:lnTo>
                  <a:pt x="13223" y="505"/>
                </a:lnTo>
                <a:close/>
              </a:path>
            </a:pathLst>
          </a:custGeom>
          <a:solidFill>
            <a:srgbClr val="0070C8"/>
          </a:solidFill>
        </p:spPr>
        <p:txBody>
          <a:bodyPr wrap="square" lIns="0" tIns="0" rIns="0" bIns="0" rtlCol="0"/>
          <a:lstStyle/>
          <a:p>
            <a:endParaRPr sz="700"/>
          </a:p>
        </p:txBody>
      </p:sp>
      <p:sp>
        <p:nvSpPr>
          <p:cNvPr id="258" name="object 258"/>
          <p:cNvSpPr/>
          <p:nvPr/>
        </p:nvSpPr>
        <p:spPr>
          <a:xfrm>
            <a:off x="8886561" y="1198295"/>
            <a:ext cx="15875" cy="15875"/>
          </a:xfrm>
          <a:custGeom>
            <a:avLst/>
            <a:gdLst/>
            <a:ahLst/>
            <a:cxnLst/>
            <a:rect l="l" t="t" r="r" b="b"/>
            <a:pathLst>
              <a:path w="31750" h="31750">
                <a:moveTo>
                  <a:pt x="12035" y="460"/>
                </a:moveTo>
                <a:lnTo>
                  <a:pt x="16376" y="0"/>
                </a:lnTo>
                <a:lnTo>
                  <a:pt x="18322" y="1572"/>
                </a:lnTo>
                <a:lnTo>
                  <a:pt x="19378" y="11517"/>
                </a:lnTo>
                <a:lnTo>
                  <a:pt x="29323" y="10462"/>
                </a:lnTo>
                <a:lnTo>
                  <a:pt x="31269" y="12034"/>
                </a:lnTo>
                <a:lnTo>
                  <a:pt x="31730" y="16375"/>
                </a:lnTo>
                <a:lnTo>
                  <a:pt x="30157" y="18321"/>
                </a:lnTo>
                <a:lnTo>
                  <a:pt x="27987" y="18552"/>
                </a:lnTo>
                <a:lnTo>
                  <a:pt x="20212" y="19377"/>
                </a:lnTo>
                <a:lnTo>
                  <a:pt x="21267" y="29322"/>
                </a:lnTo>
                <a:lnTo>
                  <a:pt x="19695" y="31268"/>
                </a:lnTo>
                <a:lnTo>
                  <a:pt x="15354" y="31729"/>
                </a:lnTo>
                <a:lnTo>
                  <a:pt x="13408" y="30157"/>
                </a:lnTo>
                <a:lnTo>
                  <a:pt x="12352" y="20211"/>
                </a:lnTo>
                <a:lnTo>
                  <a:pt x="2406" y="21267"/>
                </a:lnTo>
                <a:lnTo>
                  <a:pt x="460" y="19694"/>
                </a:lnTo>
                <a:lnTo>
                  <a:pt x="0" y="15353"/>
                </a:lnTo>
                <a:lnTo>
                  <a:pt x="1572" y="13407"/>
                </a:lnTo>
                <a:lnTo>
                  <a:pt x="11518" y="12352"/>
                </a:lnTo>
                <a:lnTo>
                  <a:pt x="10462" y="2406"/>
                </a:lnTo>
                <a:lnTo>
                  <a:pt x="12035" y="460"/>
                </a:lnTo>
                <a:close/>
              </a:path>
            </a:pathLst>
          </a:custGeom>
          <a:solidFill>
            <a:srgbClr val="0070C8"/>
          </a:solidFill>
        </p:spPr>
        <p:txBody>
          <a:bodyPr wrap="square" lIns="0" tIns="0" rIns="0" bIns="0" rtlCol="0"/>
          <a:lstStyle/>
          <a:p>
            <a:endParaRPr sz="700"/>
          </a:p>
        </p:txBody>
      </p:sp>
      <p:sp>
        <p:nvSpPr>
          <p:cNvPr id="259" name="object 259"/>
          <p:cNvSpPr/>
          <p:nvPr/>
        </p:nvSpPr>
        <p:spPr>
          <a:xfrm>
            <a:off x="8919280" y="671797"/>
            <a:ext cx="28575" cy="28575"/>
          </a:xfrm>
          <a:custGeom>
            <a:avLst/>
            <a:gdLst/>
            <a:ahLst/>
            <a:cxnLst/>
            <a:rect l="l" t="t" r="r" b="b"/>
            <a:pathLst>
              <a:path w="57150" h="57150">
                <a:moveTo>
                  <a:pt x="21475" y="822"/>
                </a:moveTo>
                <a:lnTo>
                  <a:pt x="29226" y="0"/>
                </a:lnTo>
                <a:lnTo>
                  <a:pt x="32697" y="2804"/>
                </a:lnTo>
                <a:lnTo>
                  <a:pt x="34581" y="20555"/>
                </a:lnTo>
                <a:lnTo>
                  <a:pt x="52332" y="18671"/>
                </a:lnTo>
                <a:lnTo>
                  <a:pt x="55803" y="21475"/>
                </a:lnTo>
                <a:lnTo>
                  <a:pt x="56625" y="29226"/>
                </a:lnTo>
                <a:lnTo>
                  <a:pt x="53814" y="32698"/>
                </a:lnTo>
                <a:lnTo>
                  <a:pt x="49945" y="33108"/>
                </a:lnTo>
                <a:lnTo>
                  <a:pt x="36070" y="34581"/>
                </a:lnTo>
                <a:lnTo>
                  <a:pt x="37954" y="52332"/>
                </a:lnTo>
                <a:lnTo>
                  <a:pt x="35149" y="55802"/>
                </a:lnTo>
                <a:lnTo>
                  <a:pt x="27398" y="56625"/>
                </a:lnTo>
                <a:lnTo>
                  <a:pt x="23928" y="53820"/>
                </a:lnTo>
                <a:lnTo>
                  <a:pt x="22043" y="36070"/>
                </a:lnTo>
                <a:lnTo>
                  <a:pt x="4293" y="37954"/>
                </a:lnTo>
                <a:lnTo>
                  <a:pt x="822" y="35149"/>
                </a:lnTo>
                <a:lnTo>
                  <a:pt x="0" y="27398"/>
                </a:lnTo>
                <a:lnTo>
                  <a:pt x="2804" y="23928"/>
                </a:lnTo>
                <a:lnTo>
                  <a:pt x="20555" y="22044"/>
                </a:lnTo>
                <a:lnTo>
                  <a:pt x="18671" y="4293"/>
                </a:lnTo>
                <a:lnTo>
                  <a:pt x="21475" y="822"/>
                </a:lnTo>
                <a:close/>
              </a:path>
            </a:pathLst>
          </a:custGeom>
          <a:solidFill>
            <a:srgbClr val="0070C8"/>
          </a:solidFill>
        </p:spPr>
        <p:txBody>
          <a:bodyPr wrap="square" lIns="0" tIns="0" rIns="0" bIns="0" rtlCol="0"/>
          <a:lstStyle/>
          <a:p>
            <a:endParaRPr sz="700"/>
          </a:p>
        </p:txBody>
      </p:sp>
      <p:sp>
        <p:nvSpPr>
          <p:cNvPr id="260" name="object 260"/>
          <p:cNvSpPr/>
          <p:nvPr/>
        </p:nvSpPr>
        <p:spPr>
          <a:xfrm>
            <a:off x="8926794" y="735196"/>
            <a:ext cx="26988" cy="26988"/>
          </a:xfrm>
          <a:custGeom>
            <a:avLst/>
            <a:gdLst/>
            <a:ahLst/>
            <a:cxnLst/>
            <a:rect l="l" t="t" r="r" b="b"/>
            <a:pathLst>
              <a:path w="53975" h="53975">
                <a:moveTo>
                  <a:pt x="20297" y="776"/>
                </a:moveTo>
                <a:lnTo>
                  <a:pt x="27613" y="0"/>
                </a:lnTo>
                <a:lnTo>
                  <a:pt x="30896" y="2653"/>
                </a:lnTo>
                <a:lnTo>
                  <a:pt x="32677" y="19424"/>
                </a:lnTo>
                <a:lnTo>
                  <a:pt x="49448" y="17644"/>
                </a:lnTo>
                <a:lnTo>
                  <a:pt x="52731" y="20297"/>
                </a:lnTo>
                <a:lnTo>
                  <a:pt x="53507" y="27613"/>
                </a:lnTo>
                <a:lnTo>
                  <a:pt x="50854" y="30896"/>
                </a:lnTo>
                <a:lnTo>
                  <a:pt x="47196" y="31284"/>
                </a:lnTo>
                <a:lnTo>
                  <a:pt x="34083" y="32676"/>
                </a:lnTo>
                <a:lnTo>
                  <a:pt x="35863" y="49447"/>
                </a:lnTo>
                <a:lnTo>
                  <a:pt x="33210" y="52731"/>
                </a:lnTo>
                <a:lnTo>
                  <a:pt x="25894" y="53507"/>
                </a:lnTo>
                <a:lnTo>
                  <a:pt x="22611" y="50854"/>
                </a:lnTo>
                <a:lnTo>
                  <a:pt x="20831" y="34083"/>
                </a:lnTo>
                <a:lnTo>
                  <a:pt x="4059" y="35863"/>
                </a:lnTo>
                <a:lnTo>
                  <a:pt x="776" y="33210"/>
                </a:lnTo>
                <a:lnTo>
                  <a:pt x="0" y="25894"/>
                </a:lnTo>
                <a:lnTo>
                  <a:pt x="2653" y="22611"/>
                </a:lnTo>
                <a:lnTo>
                  <a:pt x="19424" y="20831"/>
                </a:lnTo>
                <a:lnTo>
                  <a:pt x="17644" y="4060"/>
                </a:lnTo>
                <a:lnTo>
                  <a:pt x="20297" y="776"/>
                </a:lnTo>
                <a:close/>
              </a:path>
            </a:pathLst>
          </a:custGeom>
          <a:solidFill>
            <a:srgbClr val="0070C8"/>
          </a:solidFill>
        </p:spPr>
        <p:txBody>
          <a:bodyPr wrap="square" lIns="0" tIns="0" rIns="0" bIns="0" rtlCol="0"/>
          <a:lstStyle/>
          <a:p>
            <a:endParaRPr sz="700"/>
          </a:p>
        </p:txBody>
      </p:sp>
      <p:sp>
        <p:nvSpPr>
          <p:cNvPr id="261" name="object 261"/>
          <p:cNvSpPr/>
          <p:nvPr/>
        </p:nvSpPr>
        <p:spPr>
          <a:xfrm>
            <a:off x="8934308" y="798591"/>
            <a:ext cx="25400" cy="25400"/>
          </a:xfrm>
          <a:custGeom>
            <a:avLst/>
            <a:gdLst/>
            <a:ahLst/>
            <a:cxnLst/>
            <a:rect l="l" t="t" r="r" b="b"/>
            <a:pathLst>
              <a:path w="50800" h="50800">
                <a:moveTo>
                  <a:pt x="19114" y="731"/>
                </a:moveTo>
                <a:lnTo>
                  <a:pt x="26006" y="0"/>
                </a:lnTo>
                <a:lnTo>
                  <a:pt x="29096" y="2496"/>
                </a:lnTo>
                <a:lnTo>
                  <a:pt x="30773" y="18294"/>
                </a:lnTo>
                <a:lnTo>
                  <a:pt x="46570" y="16617"/>
                </a:lnTo>
                <a:lnTo>
                  <a:pt x="49660" y="19114"/>
                </a:lnTo>
                <a:lnTo>
                  <a:pt x="50392" y="26006"/>
                </a:lnTo>
                <a:lnTo>
                  <a:pt x="47901" y="29095"/>
                </a:lnTo>
                <a:lnTo>
                  <a:pt x="44449" y="29461"/>
                </a:lnTo>
                <a:lnTo>
                  <a:pt x="32097" y="30772"/>
                </a:lnTo>
                <a:lnTo>
                  <a:pt x="33774" y="46570"/>
                </a:lnTo>
                <a:lnTo>
                  <a:pt x="31277" y="49660"/>
                </a:lnTo>
                <a:lnTo>
                  <a:pt x="24385" y="50391"/>
                </a:lnTo>
                <a:lnTo>
                  <a:pt x="21295" y="47895"/>
                </a:lnTo>
                <a:lnTo>
                  <a:pt x="19618" y="32097"/>
                </a:lnTo>
                <a:lnTo>
                  <a:pt x="3821" y="33774"/>
                </a:lnTo>
                <a:lnTo>
                  <a:pt x="731" y="31277"/>
                </a:lnTo>
                <a:lnTo>
                  <a:pt x="0" y="24385"/>
                </a:lnTo>
                <a:lnTo>
                  <a:pt x="2496" y="21295"/>
                </a:lnTo>
                <a:lnTo>
                  <a:pt x="18294" y="19618"/>
                </a:lnTo>
                <a:lnTo>
                  <a:pt x="16617" y="3821"/>
                </a:lnTo>
                <a:lnTo>
                  <a:pt x="19114" y="731"/>
                </a:lnTo>
                <a:close/>
              </a:path>
            </a:pathLst>
          </a:custGeom>
          <a:solidFill>
            <a:srgbClr val="0070C8"/>
          </a:solidFill>
        </p:spPr>
        <p:txBody>
          <a:bodyPr wrap="square" lIns="0" tIns="0" rIns="0" bIns="0" rtlCol="0"/>
          <a:lstStyle/>
          <a:p>
            <a:endParaRPr sz="700"/>
          </a:p>
        </p:txBody>
      </p:sp>
      <p:sp>
        <p:nvSpPr>
          <p:cNvPr id="262" name="object 262"/>
          <p:cNvSpPr/>
          <p:nvPr/>
        </p:nvSpPr>
        <p:spPr>
          <a:xfrm>
            <a:off x="8941816" y="861977"/>
            <a:ext cx="23813" cy="23813"/>
          </a:xfrm>
          <a:custGeom>
            <a:avLst/>
            <a:gdLst/>
            <a:ahLst/>
            <a:cxnLst/>
            <a:rect l="l" t="t" r="r" b="b"/>
            <a:pathLst>
              <a:path w="47625" h="47625">
                <a:moveTo>
                  <a:pt x="17941" y="686"/>
                </a:moveTo>
                <a:lnTo>
                  <a:pt x="24410" y="0"/>
                </a:lnTo>
                <a:lnTo>
                  <a:pt x="27312" y="2345"/>
                </a:lnTo>
                <a:lnTo>
                  <a:pt x="28886" y="17169"/>
                </a:lnTo>
                <a:lnTo>
                  <a:pt x="43710" y="15596"/>
                </a:lnTo>
                <a:lnTo>
                  <a:pt x="46612" y="17941"/>
                </a:lnTo>
                <a:lnTo>
                  <a:pt x="47299" y="24410"/>
                </a:lnTo>
                <a:lnTo>
                  <a:pt x="44954" y="27312"/>
                </a:lnTo>
                <a:lnTo>
                  <a:pt x="41719" y="27656"/>
                </a:lnTo>
                <a:lnTo>
                  <a:pt x="30130" y="28886"/>
                </a:lnTo>
                <a:lnTo>
                  <a:pt x="31703" y="43710"/>
                </a:lnTo>
                <a:lnTo>
                  <a:pt x="29358" y="46613"/>
                </a:lnTo>
                <a:lnTo>
                  <a:pt x="22889" y="47299"/>
                </a:lnTo>
                <a:lnTo>
                  <a:pt x="19986" y="44954"/>
                </a:lnTo>
                <a:lnTo>
                  <a:pt x="18413" y="30130"/>
                </a:lnTo>
                <a:lnTo>
                  <a:pt x="3588" y="31703"/>
                </a:lnTo>
                <a:lnTo>
                  <a:pt x="686" y="29358"/>
                </a:lnTo>
                <a:lnTo>
                  <a:pt x="0" y="22889"/>
                </a:lnTo>
                <a:lnTo>
                  <a:pt x="2345" y="19986"/>
                </a:lnTo>
                <a:lnTo>
                  <a:pt x="17169" y="18413"/>
                </a:lnTo>
                <a:lnTo>
                  <a:pt x="15596" y="3589"/>
                </a:lnTo>
                <a:lnTo>
                  <a:pt x="17941" y="686"/>
                </a:lnTo>
                <a:close/>
              </a:path>
            </a:pathLst>
          </a:custGeom>
          <a:solidFill>
            <a:srgbClr val="0070C8"/>
          </a:solidFill>
        </p:spPr>
        <p:txBody>
          <a:bodyPr wrap="square" lIns="0" tIns="0" rIns="0" bIns="0" rtlCol="0"/>
          <a:lstStyle/>
          <a:p>
            <a:endParaRPr sz="700"/>
          </a:p>
        </p:txBody>
      </p:sp>
      <p:sp>
        <p:nvSpPr>
          <p:cNvPr id="263" name="object 263"/>
          <p:cNvSpPr/>
          <p:nvPr/>
        </p:nvSpPr>
        <p:spPr>
          <a:xfrm>
            <a:off x="8949330" y="925375"/>
            <a:ext cx="22225" cy="22225"/>
          </a:xfrm>
          <a:custGeom>
            <a:avLst/>
            <a:gdLst/>
            <a:ahLst/>
            <a:cxnLst/>
            <a:rect l="l" t="t" r="r" b="b"/>
            <a:pathLst>
              <a:path w="44450" h="44450">
                <a:moveTo>
                  <a:pt x="16757" y="641"/>
                </a:moveTo>
                <a:lnTo>
                  <a:pt x="22803" y="0"/>
                </a:lnTo>
                <a:lnTo>
                  <a:pt x="25512" y="2188"/>
                </a:lnTo>
                <a:lnTo>
                  <a:pt x="26982" y="16039"/>
                </a:lnTo>
                <a:lnTo>
                  <a:pt x="40833" y="14569"/>
                </a:lnTo>
                <a:lnTo>
                  <a:pt x="43541" y="16758"/>
                </a:lnTo>
                <a:lnTo>
                  <a:pt x="44183" y="22803"/>
                </a:lnTo>
                <a:lnTo>
                  <a:pt x="41994" y="25512"/>
                </a:lnTo>
                <a:lnTo>
                  <a:pt x="38971" y="25833"/>
                </a:lnTo>
                <a:lnTo>
                  <a:pt x="28143" y="26982"/>
                </a:lnTo>
                <a:lnTo>
                  <a:pt x="29614" y="40833"/>
                </a:lnTo>
                <a:lnTo>
                  <a:pt x="27425" y="43541"/>
                </a:lnTo>
                <a:lnTo>
                  <a:pt x="21379" y="44183"/>
                </a:lnTo>
                <a:lnTo>
                  <a:pt x="18671" y="41994"/>
                </a:lnTo>
                <a:lnTo>
                  <a:pt x="17201" y="28144"/>
                </a:lnTo>
                <a:lnTo>
                  <a:pt x="3350" y="29614"/>
                </a:lnTo>
                <a:lnTo>
                  <a:pt x="641" y="27425"/>
                </a:lnTo>
                <a:lnTo>
                  <a:pt x="0" y="21379"/>
                </a:lnTo>
                <a:lnTo>
                  <a:pt x="2188" y="18671"/>
                </a:lnTo>
                <a:lnTo>
                  <a:pt x="16039" y="17201"/>
                </a:lnTo>
                <a:lnTo>
                  <a:pt x="14569" y="3350"/>
                </a:lnTo>
                <a:lnTo>
                  <a:pt x="16757" y="641"/>
                </a:lnTo>
                <a:close/>
              </a:path>
            </a:pathLst>
          </a:custGeom>
          <a:solidFill>
            <a:srgbClr val="0070C8"/>
          </a:solidFill>
        </p:spPr>
        <p:txBody>
          <a:bodyPr wrap="square" lIns="0" tIns="0" rIns="0" bIns="0" rtlCol="0"/>
          <a:lstStyle/>
          <a:p>
            <a:endParaRPr sz="700"/>
          </a:p>
        </p:txBody>
      </p:sp>
      <p:sp>
        <p:nvSpPr>
          <p:cNvPr id="264" name="object 264"/>
          <p:cNvSpPr/>
          <p:nvPr/>
        </p:nvSpPr>
        <p:spPr>
          <a:xfrm>
            <a:off x="8956845" y="988770"/>
            <a:ext cx="20638" cy="20638"/>
          </a:xfrm>
          <a:custGeom>
            <a:avLst/>
            <a:gdLst/>
            <a:ahLst/>
            <a:cxnLst/>
            <a:rect l="l" t="t" r="r" b="b"/>
            <a:pathLst>
              <a:path w="41275" h="41275">
                <a:moveTo>
                  <a:pt x="15580" y="596"/>
                </a:moveTo>
                <a:lnTo>
                  <a:pt x="21196" y="0"/>
                </a:lnTo>
                <a:lnTo>
                  <a:pt x="23711" y="2037"/>
                </a:lnTo>
                <a:lnTo>
                  <a:pt x="25078" y="14909"/>
                </a:lnTo>
                <a:lnTo>
                  <a:pt x="37955" y="13542"/>
                </a:lnTo>
                <a:lnTo>
                  <a:pt x="40470" y="15580"/>
                </a:lnTo>
                <a:lnTo>
                  <a:pt x="41066" y="21191"/>
                </a:lnTo>
                <a:lnTo>
                  <a:pt x="39035" y="23711"/>
                </a:lnTo>
                <a:lnTo>
                  <a:pt x="36223" y="24010"/>
                </a:lnTo>
                <a:lnTo>
                  <a:pt x="26157" y="25078"/>
                </a:lnTo>
                <a:lnTo>
                  <a:pt x="27524" y="37956"/>
                </a:lnTo>
                <a:lnTo>
                  <a:pt x="25486" y="40471"/>
                </a:lnTo>
                <a:lnTo>
                  <a:pt x="19869" y="41067"/>
                </a:lnTo>
                <a:lnTo>
                  <a:pt x="17354" y="39029"/>
                </a:lnTo>
                <a:lnTo>
                  <a:pt x="15988" y="26157"/>
                </a:lnTo>
                <a:lnTo>
                  <a:pt x="3110" y="27524"/>
                </a:lnTo>
                <a:lnTo>
                  <a:pt x="595" y="25486"/>
                </a:lnTo>
                <a:lnTo>
                  <a:pt x="0" y="19876"/>
                </a:lnTo>
                <a:lnTo>
                  <a:pt x="2037" y="17355"/>
                </a:lnTo>
                <a:lnTo>
                  <a:pt x="14908" y="15988"/>
                </a:lnTo>
                <a:lnTo>
                  <a:pt x="13542" y="3111"/>
                </a:lnTo>
                <a:lnTo>
                  <a:pt x="15580" y="596"/>
                </a:lnTo>
                <a:close/>
              </a:path>
            </a:pathLst>
          </a:custGeom>
          <a:solidFill>
            <a:srgbClr val="0070C8"/>
          </a:solidFill>
        </p:spPr>
        <p:txBody>
          <a:bodyPr wrap="square" lIns="0" tIns="0" rIns="0" bIns="0" rtlCol="0"/>
          <a:lstStyle/>
          <a:p>
            <a:endParaRPr sz="700"/>
          </a:p>
        </p:txBody>
      </p:sp>
      <p:sp>
        <p:nvSpPr>
          <p:cNvPr id="265" name="object 265"/>
          <p:cNvSpPr/>
          <p:nvPr/>
        </p:nvSpPr>
        <p:spPr>
          <a:xfrm>
            <a:off x="8964362" y="1052166"/>
            <a:ext cx="19050" cy="19050"/>
          </a:xfrm>
          <a:custGeom>
            <a:avLst/>
            <a:gdLst/>
            <a:ahLst/>
            <a:cxnLst/>
            <a:rect l="l" t="t" r="r" b="b"/>
            <a:pathLst>
              <a:path w="38100" h="38100">
                <a:moveTo>
                  <a:pt x="14396" y="550"/>
                </a:moveTo>
                <a:lnTo>
                  <a:pt x="19583" y="0"/>
                </a:lnTo>
                <a:lnTo>
                  <a:pt x="21911" y="1880"/>
                </a:lnTo>
                <a:lnTo>
                  <a:pt x="23174" y="13778"/>
                </a:lnTo>
                <a:lnTo>
                  <a:pt x="35072" y="12515"/>
                </a:lnTo>
                <a:lnTo>
                  <a:pt x="37399" y="14396"/>
                </a:lnTo>
                <a:lnTo>
                  <a:pt x="37950" y="19583"/>
                </a:lnTo>
                <a:lnTo>
                  <a:pt x="36069" y="21911"/>
                </a:lnTo>
                <a:lnTo>
                  <a:pt x="33475" y="22186"/>
                </a:lnTo>
                <a:lnTo>
                  <a:pt x="24171" y="23173"/>
                </a:lnTo>
                <a:lnTo>
                  <a:pt x="25434" y="35072"/>
                </a:lnTo>
                <a:lnTo>
                  <a:pt x="23553" y="37399"/>
                </a:lnTo>
                <a:lnTo>
                  <a:pt x="18366" y="37949"/>
                </a:lnTo>
                <a:lnTo>
                  <a:pt x="16038" y="36069"/>
                </a:lnTo>
                <a:lnTo>
                  <a:pt x="14776" y="24171"/>
                </a:lnTo>
                <a:lnTo>
                  <a:pt x="2877" y="25434"/>
                </a:lnTo>
                <a:lnTo>
                  <a:pt x="550" y="23553"/>
                </a:lnTo>
                <a:lnTo>
                  <a:pt x="0" y="18366"/>
                </a:lnTo>
                <a:lnTo>
                  <a:pt x="1880" y="16038"/>
                </a:lnTo>
                <a:lnTo>
                  <a:pt x="13778" y="14776"/>
                </a:lnTo>
                <a:lnTo>
                  <a:pt x="12515" y="2877"/>
                </a:lnTo>
                <a:lnTo>
                  <a:pt x="14396" y="550"/>
                </a:lnTo>
                <a:close/>
              </a:path>
            </a:pathLst>
          </a:custGeom>
          <a:solidFill>
            <a:srgbClr val="0070C8"/>
          </a:solidFill>
        </p:spPr>
        <p:txBody>
          <a:bodyPr wrap="square" lIns="0" tIns="0" rIns="0" bIns="0" rtlCol="0"/>
          <a:lstStyle/>
          <a:p>
            <a:endParaRPr sz="700"/>
          </a:p>
        </p:txBody>
      </p:sp>
      <p:sp>
        <p:nvSpPr>
          <p:cNvPr id="266" name="object 266"/>
          <p:cNvSpPr/>
          <p:nvPr/>
        </p:nvSpPr>
        <p:spPr>
          <a:xfrm>
            <a:off x="8971867" y="1115555"/>
            <a:ext cx="17463" cy="17463"/>
          </a:xfrm>
          <a:custGeom>
            <a:avLst/>
            <a:gdLst/>
            <a:ahLst/>
            <a:cxnLst/>
            <a:rect l="l" t="t" r="r" b="b"/>
            <a:pathLst>
              <a:path w="34925" h="34925">
                <a:moveTo>
                  <a:pt x="13223" y="505"/>
                </a:moveTo>
                <a:lnTo>
                  <a:pt x="17987" y="0"/>
                </a:lnTo>
                <a:lnTo>
                  <a:pt x="20127" y="1729"/>
                </a:lnTo>
                <a:lnTo>
                  <a:pt x="21287" y="12654"/>
                </a:lnTo>
                <a:lnTo>
                  <a:pt x="32212" y="11494"/>
                </a:lnTo>
                <a:lnTo>
                  <a:pt x="34351" y="13223"/>
                </a:lnTo>
                <a:lnTo>
                  <a:pt x="34857" y="17987"/>
                </a:lnTo>
                <a:lnTo>
                  <a:pt x="33128" y="20127"/>
                </a:lnTo>
                <a:lnTo>
                  <a:pt x="30746" y="20380"/>
                </a:lnTo>
                <a:lnTo>
                  <a:pt x="22203" y="21287"/>
                </a:lnTo>
                <a:lnTo>
                  <a:pt x="23363" y="32212"/>
                </a:lnTo>
                <a:lnTo>
                  <a:pt x="21633" y="34352"/>
                </a:lnTo>
                <a:lnTo>
                  <a:pt x="16869" y="34857"/>
                </a:lnTo>
                <a:lnTo>
                  <a:pt x="14729" y="33128"/>
                </a:lnTo>
                <a:lnTo>
                  <a:pt x="13570" y="22203"/>
                </a:lnTo>
                <a:lnTo>
                  <a:pt x="2645" y="23363"/>
                </a:lnTo>
                <a:lnTo>
                  <a:pt x="505" y="21634"/>
                </a:lnTo>
                <a:lnTo>
                  <a:pt x="0" y="16870"/>
                </a:lnTo>
                <a:lnTo>
                  <a:pt x="1729" y="14730"/>
                </a:lnTo>
                <a:lnTo>
                  <a:pt x="12653" y="13570"/>
                </a:lnTo>
                <a:lnTo>
                  <a:pt x="11494" y="2645"/>
                </a:lnTo>
                <a:lnTo>
                  <a:pt x="13223" y="505"/>
                </a:lnTo>
                <a:close/>
              </a:path>
            </a:pathLst>
          </a:custGeom>
          <a:solidFill>
            <a:srgbClr val="0070C8"/>
          </a:solidFill>
        </p:spPr>
        <p:txBody>
          <a:bodyPr wrap="square" lIns="0" tIns="0" rIns="0" bIns="0" rtlCol="0"/>
          <a:lstStyle/>
          <a:p>
            <a:endParaRPr sz="700"/>
          </a:p>
        </p:txBody>
      </p:sp>
      <p:sp>
        <p:nvSpPr>
          <p:cNvPr id="267" name="object 267"/>
          <p:cNvSpPr/>
          <p:nvPr/>
        </p:nvSpPr>
        <p:spPr>
          <a:xfrm>
            <a:off x="8979387" y="1178953"/>
            <a:ext cx="15875" cy="15875"/>
          </a:xfrm>
          <a:custGeom>
            <a:avLst/>
            <a:gdLst/>
            <a:ahLst/>
            <a:cxnLst/>
            <a:rect l="l" t="t" r="r" b="b"/>
            <a:pathLst>
              <a:path w="31750" h="31750">
                <a:moveTo>
                  <a:pt x="12034" y="460"/>
                </a:moveTo>
                <a:lnTo>
                  <a:pt x="16375" y="0"/>
                </a:lnTo>
                <a:lnTo>
                  <a:pt x="18321" y="1572"/>
                </a:lnTo>
                <a:lnTo>
                  <a:pt x="19377" y="11517"/>
                </a:lnTo>
                <a:lnTo>
                  <a:pt x="29322" y="10462"/>
                </a:lnTo>
                <a:lnTo>
                  <a:pt x="31268" y="12034"/>
                </a:lnTo>
                <a:lnTo>
                  <a:pt x="31729" y="16375"/>
                </a:lnTo>
                <a:lnTo>
                  <a:pt x="30156" y="18321"/>
                </a:lnTo>
                <a:lnTo>
                  <a:pt x="27986" y="18552"/>
                </a:lnTo>
                <a:lnTo>
                  <a:pt x="20211" y="19377"/>
                </a:lnTo>
                <a:lnTo>
                  <a:pt x="21267" y="29322"/>
                </a:lnTo>
                <a:lnTo>
                  <a:pt x="19694" y="31268"/>
                </a:lnTo>
                <a:lnTo>
                  <a:pt x="15353" y="31729"/>
                </a:lnTo>
                <a:lnTo>
                  <a:pt x="13407" y="30157"/>
                </a:lnTo>
                <a:lnTo>
                  <a:pt x="12352" y="20211"/>
                </a:lnTo>
                <a:lnTo>
                  <a:pt x="2406" y="21267"/>
                </a:lnTo>
                <a:lnTo>
                  <a:pt x="460" y="19694"/>
                </a:lnTo>
                <a:lnTo>
                  <a:pt x="0" y="15353"/>
                </a:lnTo>
                <a:lnTo>
                  <a:pt x="1572" y="13407"/>
                </a:lnTo>
                <a:lnTo>
                  <a:pt x="11517" y="12352"/>
                </a:lnTo>
                <a:lnTo>
                  <a:pt x="10462" y="2406"/>
                </a:lnTo>
                <a:lnTo>
                  <a:pt x="12034" y="460"/>
                </a:lnTo>
                <a:close/>
              </a:path>
            </a:pathLst>
          </a:custGeom>
          <a:solidFill>
            <a:srgbClr val="0070C8"/>
          </a:solidFill>
        </p:spPr>
        <p:txBody>
          <a:bodyPr wrap="square" lIns="0" tIns="0" rIns="0" bIns="0" rtlCol="0"/>
          <a:lstStyle/>
          <a:p>
            <a:endParaRPr sz="700"/>
          </a:p>
        </p:txBody>
      </p:sp>
      <p:sp>
        <p:nvSpPr>
          <p:cNvPr id="268" name="object 268"/>
          <p:cNvSpPr/>
          <p:nvPr/>
        </p:nvSpPr>
        <p:spPr>
          <a:xfrm>
            <a:off x="9020043" y="719841"/>
            <a:ext cx="26988" cy="26988"/>
          </a:xfrm>
          <a:custGeom>
            <a:avLst/>
            <a:gdLst/>
            <a:ahLst/>
            <a:cxnLst/>
            <a:rect l="l" t="t" r="r" b="b"/>
            <a:pathLst>
              <a:path w="53975" h="53975">
                <a:moveTo>
                  <a:pt x="20297" y="776"/>
                </a:moveTo>
                <a:lnTo>
                  <a:pt x="27613" y="0"/>
                </a:lnTo>
                <a:lnTo>
                  <a:pt x="30896" y="2653"/>
                </a:lnTo>
                <a:lnTo>
                  <a:pt x="32677" y="19424"/>
                </a:lnTo>
                <a:lnTo>
                  <a:pt x="49448" y="17644"/>
                </a:lnTo>
                <a:lnTo>
                  <a:pt x="52731" y="20297"/>
                </a:lnTo>
                <a:lnTo>
                  <a:pt x="53508" y="27619"/>
                </a:lnTo>
                <a:lnTo>
                  <a:pt x="50854" y="30896"/>
                </a:lnTo>
                <a:lnTo>
                  <a:pt x="47197" y="31284"/>
                </a:lnTo>
                <a:lnTo>
                  <a:pt x="34083" y="32676"/>
                </a:lnTo>
                <a:lnTo>
                  <a:pt x="35863" y="49447"/>
                </a:lnTo>
                <a:lnTo>
                  <a:pt x="33210" y="52731"/>
                </a:lnTo>
                <a:lnTo>
                  <a:pt x="25894" y="53507"/>
                </a:lnTo>
                <a:lnTo>
                  <a:pt x="22611" y="50854"/>
                </a:lnTo>
                <a:lnTo>
                  <a:pt x="20831" y="34083"/>
                </a:lnTo>
                <a:lnTo>
                  <a:pt x="4060" y="35863"/>
                </a:lnTo>
                <a:lnTo>
                  <a:pt x="776" y="33210"/>
                </a:lnTo>
                <a:lnTo>
                  <a:pt x="0" y="25894"/>
                </a:lnTo>
                <a:lnTo>
                  <a:pt x="2653" y="22611"/>
                </a:lnTo>
                <a:lnTo>
                  <a:pt x="19424" y="20831"/>
                </a:lnTo>
                <a:lnTo>
                  <a:pt x="17644" y="4060"/>
                </a:lnTo>
                <a:lnTo>
                  <a:pt x="20297" y="776"/>
                </a:lnTo>
                <a:close/>
              </a:path>
            </a:pathLst>
          </a:custGeom>
          <a:solidFill>
            <a:srgbClr val="0070C8"/>
          </a:solidFill>
        </p:spPr>
        <p:txBody>
          <a:bodyPr wrap="square" lIns="0" tIns="0" rIns="0" bIns="0" rtlCol="0"/>
          <a:lstStyle/>
          <a:p>
            <a:endParaRPr sz="700"/>
          </a:p>
        </p:txBody>
      </p:sp>
      <p:sp>
        <p:nvSpPr>
          <p:cNvPr id="269" name="object 269"/>
          <p:cNvSpPr/>
          <p:nvPr/>
        </p:nvSpPr>
        <p:spPr>
          <a:xfrm>
            <a:off x="9027530" y="782973"/>
            <a:ext cx="25400" cy="25400"/>
          </a:xfrm>
          <a:custGeom>
            <a:avLst/>
            <a:gdLst/>
            <a:ahLst/>
            <a:cxnLst/>
            <a:rect l="l" t="t" r="r" b="b"/>
            <a:pathLst>
              <a:path w="50800" h="50800">
                <a:moveTo>
                  <a:pt x="19114" y="731"/>
                </a:moveTo>
                <a:lnTo>
                  <a:pt x="26006" y="0"/>
                </a:lnTo>
                <a:lnTo>
                  <a:pt x="29096" y="2496"/>
                </a:lnTo>
                <a:lnTo>
                  <a:pt x="30773" y="18294"/>
                </a:lnTo>
                <a:lnTo>
                  <a:pt x="46570" y="16617"/>
                </a:lnTo>
                <a:lnTo>
                  <a:pt x="49660" y="19114"/>
                </a:lnTo>
                <a:lnTo>
                  <a:pt x="50392" y="26006"/>
                </a:lnTo>
                <a:lnTo>
                  <a:pt x="47895" y="29096"/>
                </a:lnTo>
                <a:lnTo>
                  <a:pt x="44449" y="29461"/>
                </a:lnTo>
                <a:lnTo>
                  <a:pt x="32097" y="30772"/>
                </a:lnTo>
                <a:lnTo>
                  <a:pt x="33774" y="46570"/>
                </a:lnTo>
                <a:lnTo>
                  <a:pt x="31277" y="49660"/>
                </a:lnTo>
                <a:lnTo>
                  <a:pt x="24385" y="50391"/>
                </a:lnTo>
                <a:lnTo>
                  <a:pt x="21295" y="47895"/>
                </a:lnTo>
                <a:lnTo>
                  <a:pt x="19619" y="32097"/>
                </a:lnTo>
                <a:lnTo>
                  <a:pt x="3821" y="33774"/>
                </a:lnTo>
                <a:lnTo>
                  <a:pt x="731" y="31277"/>
                </a:lnTo>
                <a:lnTo>
                  <a:pt x="0" y="24385"/>
                </a:lnTo>
                <a:lnTo>
                  <a:pt x="2496" y="21295"/>
                </a:lnTo>
                <a:lnTo>
                  <a:pt x="18294" y="19618"/>
                </a:lnTo>
                <a:lnTo>
                  <a:pt x="16617" y="3821"/>
                </a:lnTo>
                <a:lnTo>
                  <a:pt x="19114" y="731"/>
                </a:lnTo>
                <a:close/>
              </a:path>
            </a:pathLst>
          </a:custGeom>
          <a:solidFill>
            <a:srgbClr val="0070C8"/>
          </a:solidFill>
        </p:spPr>
        <p:txBody>
          <a:bodyPr wrap="square" lIns="0" tIns="0" rIns="0" bIns="0" rtlCol="0"/>
          <a:lstStyle/>
          <a:p>
            <a:endParaRPr sz="700"/>
          </a:p>
        </p:txBody>
      </p:sp>
      <p:sp>
        <p:nvSpPr>
          <p:cNvPr id="270" name="object 270"/>
          <p:cNvSpPr/>
          <p:nvPr/>
        </p:nvSpPr>
        <p:spPr>
          <a:xfrm>
            <a:off x="9035006" y="846094"/>
            <a:ext cx="23813" cy="23813"/>
          </a:xfrm>
          <a:custGeom>
            <a:avLst/>
            <a:gdLst/>
            <a:ahLst/>
            <a:cxnLst/>
            <a:rect l="l" t="t" r="r" b="b"/>
            <a:pathLst>
              <a:path w="47625" h="47625">
                <a:moveTo>
                  <a:pt x="17941" y="686"/>
                </a:moveTo>
                <a:lnTo>
                  <a:pt x="24410" y="0"/>
                </a:lnTo>
                <a:lnTo>
                  <a:pt x="27312" y="2345"/>
                </a:lnTo>
                <a:lnTo>
                  <a:pt x="28886" y="17169"/>
                </a:lnTo>
                <a:lnTo>
                  <a:pt x="43710" y="15596"/>
                </a:lnTo>
                <a:lnTo>
                  <a:pt x="46612" y="17941"/>
                </a:lnTo>
                <a:lnTo>
                  <a:pt x="47300" y="24416"/>
                </a:lnTo>
                <a:lnTo>
                  <a:pt x="44954" y="27312"/>
                </a:lnTo>
                <a:lnTo>
                  <a:pt x="41719" y="27656"/>
                </a:lnTo>
                <a:lnTo>
                  <a:pt x="30130" y="28886"/>
                </a:lnTo>
                <a:lnTo>
                  <a:pt x="31703" y="43710"/>
                </a:lnTo>
                <a:lnTo>
                  <a:pt x="29358" y="46613"/>
                </a:lnTo>
                <a:lnTo>
                  <a:pt x="22889" y="47299"/>
                </a:lnTo>
                <a:lnTo>
                  <a:pt x="19986" y="44954"/>
                </a:lnTo>
                <a:lnTo>
                  <a:pt x="18413" y="30130"/>
                </a:lnTo>
                <a:lnTo>
                  <a:pt x="3588" y="31703"/>
                </a:lnTo>
                <a:lnTo>
                  <a:pt x="686" y="29358"/>
                </a:lnTo>
                <a:lnTo>
                  <a:pt x="0" y="22889"/>
                </a:lnTo>
                <a:lnTo>
                  <a:pt x="2345" y="19986"/>
                </a:lnTo>
                <a:lnTo>
                  <a:pt x="17169" y="18413"/>
                </a:lnTo>
                <a:lnTo>
                  <a:pt x="15596" y="3589"/>
                </a:lnTo>
                <a:lnTo>
                  <a:pt x="17941" y="686"/>
                </a:lnTo>
                <a:close/>
              </a:path>
            </a:pathLst>
          </a:custGeom>
          <a:solidFill>
            <a:srgbClr val="0070C8"/>
          </a:solidFill>
        </p:spPr>
        <p:txBody>
          <a:bodyPr wrap="square" lIns="0" tIns="0" rIns="0" bIns="0" rtlCol="0"/>
          <a:lstStyle/>
          <a:p>
            <a:endParaRPr sz="700"/>
          </a:p>
        </p:txBody>
      </p:sp>
      <p:sp>
        <p:nvSpPr>
          <p:cNvPr id="271" name="object 271"/>
          <p:cNvSpPr/>
          <p:nvPr/>
        </p:nvSpPr>
        <p:spPr>
          <a:xfrm>
            <a:off x="9042495" y="909226"/>
            <a:ext cx="22225" cy="22225"/>
          </a:xfrm>
          <a:custGeom>
            <a:avLst/>
            <a:gdLst/>
            <a:ahLst/>
            <a:cxnLst/>
            <a:rect l="l" t="t" r="r" b="b"/>
            <a:pathLst>
              <a:path w="44450" h="44450">
                <a:moveTo>
                  <a:pt x="16757" y="641"/>
                </a:moveTo>
                <a:lnTo>
                  <a:pt x="22803" y="0"/>
                </a:lnTo>
                <a:lnTo>
                  <a:pt x="25512" y="2188"/>
                </a:lnTo>
                <a:lnTo>
                  <a:pt x="26982" y="16039"/>
                </a:lnTo>
                <a:lnTo>
                  <a:pt x="40833" y="14569"/>
                </a:lnTo>
                <a:lnTo>
                  <a:pt x="43541" y="16758"/>
                </a:lnTo>
                <a:lnTo>
                  <a:pt x="44183" y="22803"/>
                </a:lnTo>
                <a:lnTo>
                  <a:pt x="41988" y="25512"/>
                </a:lnTo>
                <a:lnTo>
                  <a:pt x="38971" y="25833"/>
                </a:lnTo>
                <a:lnTo>
                  <a:pt x="28143" y="26982"/>
                </a:lnTo>
                <a:lnTo>
                  <a:pt x="29614" y="40833"/>
                </a:lnTo>
                <a:lnTo>
                  <a:pt x="27425" y="43541"/>
                </a:lnTo>
                <a:lnTo>
                  <a:pt x="21379" y="44183"/>
                </a:lnTo>
                <a:lnTo>
                  <a:pt x="18671" y="41994"/>
                </a:lnTo>
                <a:lnTo>
                  <a:pt x="17200" y="28143"/>
                </a:lnTo>
                <a:lnTo>
                  <a:pt x="3350" y="29614"/>
                </a:lnTo>
                <a:lnTo>
                  <a:pt x="641" y="27425"/>
                </a:lnTo>
                <a:lnTo>
                  <a:pt x="0" y="21379"/>
                </a:lnTo>
                <a:lnTo>
                  <a:pt x="2188" y="18671"/>
                </a:lnTo>
                <a:lnTo>
                  <a:pt x="16039" y="17201"/>
                </a:lnTo>
                <a:lnTo>
                  <a:pt x="14569" y="3350"/>
                </a:lnTo>
                <a:lnTo>
                  <a:pt x="16757" y="641"/>
                </a:lnTo>
                <a:close/>
              </a:path>
            </a:pathLst>
          </a:custGeom>
          <a:solidFill>
            <a:srgbClr val="0070C8"/>
          </a:solidFill>
        </p:spPr>
        <p:txBody>
          <a:bodyPr wrap="square" lIns="0" tIns="0" rIns="0" bIns="0" rtlCol="0"/>
          <a:lstStyle/>
          <a:p>
            <a:endParaRPr sz="700"/>
          </a:p>
        </p:txBody>
      </p:sp>
      <p:sp>
        <p:nvSpPr>
          <p:cNvPr id="272" name="object 272"/>
          <p:cNvSpPr/>
          <p:nvPr/>
        </p:nvSpPr>
        <p:spPr>
          <a:xfrm>
            <a:off x="9049981" y="972355"/>
            <a:ext cx="20638" cy="20638"/>
          </a:xfrm>
          <a:custGeom>
            <a:avLst/>
            <a:gdLst/>
            <a:ahLst/>
            <a:cxnLst/>
            <a:rect l="l" t="t" r="r" b="b"/>
            <a:pathLst>
              <a:path w="41275" h="41275">
                <a:moveTo>
                  <a:pt x="15580" y="595"/>
                </a:moveTo>
                <a:lnTo>
                  <a:pt x="21190" y="0"/>
                </a:lnTo>
                <a:lnTo>
                  <a:pt x="23711" y="2037"/>
                </a:lnTo>
                <a:lnTo>
                  <a:pt x="25078" y="14908"/>
                </a:lnTo>
                <a:lnTo>
                  <a:pt x="37955" y="13541"/>
                </a:lnTo>
                <a:lnTo>
                  <a:pt x="40470" y="15579"/>
                </a:lnTo>
                <a:lnTo>
                  <a:pt x="41066" y="21190"/>
                </a:lnTo>
                <a:lnTo>
                  <a:pt x="39034" y="23711"/>
                </a:lnTo>
                <a:lnTo>
                  <a:pt x="36223" y="24009"/>
                </a:lnTo>
                <a:lnTo>
                  <a:pt x="26157" y="25077"/>
                </a:lnTo>
                <a:lnTo>
                  <a:pt x="27524" y="37955"/>
                </a:lnTo>
                <a:lnTo>
                  <a:pt x="25486" y="40470"/>
                </a:lnTo>
                <a:lnTo>
                  <a:pt x="19875" y="41066"/>
                </a:lnTo>
                <a:lnTo>
                  <a:pt x="17354" y="39028"/>
                </a:lnTo>
                <a:lnTo>
                  <a:pt x="15988" y="26157"/>
                </a:lnTo>
                <a:lnTo>
                  <a:pt x="3110" y="27524"/>
                </a:lnTo>
                <a:lnTo>
                  <a:pt x="595" y="25486"/>
                </a:lnTo>
                <a:lnTo>
                  <a:pt x="0" y="19875"/>
                </a:lnTo>
                <a:lnTo>
                  <a:pt x="2037" y="17354"/>
                </a:lnTo>
                <a:lnTo>
                  <a:pt x="14908" y="15988"/>
                </a:lnTo>
                <a:lnTo>
                  <a:pt x="13542" y="3110"/>
                </a:lnTo>
                <a:lnTo>
                  <a:pt x="15580" y="595"/>
                </a:lnTo>
                <a:close/>
              </a:path>
            </a:pathLst>
          </a:custGeom>
          <a:solidFill>
            <a:srgbClr val="0070C8"/>
          </a:solidFill>
        </p:spPr>
        <p:txBody>
          <a:bodyPr wrap="square" lIns="0" tIns="0" rIns="0" bIns="0" rtlCol="0"/>
          <a:lstStyle/>
          <a:p>
            <a:endParaRPr sz="700"/>
          </a:p>
        </p:txBody>
      </p:sp>
      <p:sp>
        <p:nvSpPr>
          <p:cNvPr id="273" name="object 273"/>
          <p:cNvSpPr/>
          <p:nvPr/>
        </p:nvSpPr>
        <p:spPr>
          <a:xfrm>
            <a:off x="9057467" y="1035487"/>
            <a:ext cx="19050" cy="19050"/>
          </a:xfrm>
          <a:custGeom>
            <a:avLst/>
            <a:gdLst/>
            <a:ahLst/>
            <a:cxnLst/>
            <a:rect l="l" t="t" r="r" b="b"/>
            <a:pathLst>
              <a:path w="38100" h="38100">
                <a:moveTo>
                  <a:pt x="14396" y="550"/>
                </a:moveTo>
                <a:lnTo>
                  <a:pt x="19583" y="0"/>
                </a:lnTo>
                <a:lnTo>
                  <a:pt x="21911" y="1880"/>
                </a:lnTo>
                <a:lnTo>
                  <a:pt x="23174" y="13778"/>
                </a:lnTo>
                <a:lnTo>
                  <a:pt x="35072" y="12515"/>
                </a:lnTo>
                <a:lnTo>
                  <a:pt x="37399" y="14396"/>
                </a:lnTo>
                <a:lnTo>
                  <a:pt x="37956" y="19583"/>
                </a:lnTo>
                <a:lnTo>
                  <a:pt x="36075" y="21910"/>
                </a:lnTo>
                <a:lnTo>
                  <a:pt x="33475" y="22186"/>
                </a:lnTo>
                <a:lnTo>
                  <a:pt x="24171" y="23173"/>
                </a:lnTo>
                <a:lnTo>
                  <a:pt x="25434" y="35072"/>
                </a:lnTo>
                <a:lnTo>
                  <a:pt x="23553" y="37399"/>
                </a:lnTo>
                <a:lnTo>
                  <a:pt x="18366" y="37949"/>
                </a:lnTo>
                <a:lnTo>
                  <a:pt x="16038" y="36069"/>
                </a:lnTo>
                <a:lnTo>
                  <a:pt x="14776" y="24171"/>
                </a:lnTo>
                <a:lnTo>
                  <a:pt x="2877" y="25434"/>
                </a:lnTo>
                <a:lnTo>
                  <a:pt x="550" y="23553"/>
                </a:lnTo>
                <a:lnTo>
                  <a:pt x="0" y="18366"/>
                </a:lnTo>
                <a:lnTo>
                  <a:pt x="1880" y="16038"/>
                </a:lnTo>
                <a:lnTo>
                  <a:pt x="13778" y="14776"/>
                </a:lnTo>
                <a:lnTo>
                  <a:pt x="12515" y="2877"/>
                </a:lnTo>
                <a:lnTo>
                  <a:pt x="14396" y="550"/>
                </a:lnTo>
                <a:close/>
              </a:path>
            </a:pathLst>
          </a:custGeom>
          <a:solidFill>
            <a:srgbClr val="0070C8"/>
          </a:solidFill>
        </p:spPr>
        <p:txBody>
          <a:bodyPr wrap="square" lIns="0" tIns="0" rIns="0" bIns="0" rtlCol="0"/>
          <a:lstStyle/>
          <a:p>
            <a:endParaRPr sz="700"/>
          </a:p>
        </p:txBody>
      </p:sp>
      <p:sp>
        <p:nvSpPr>
          <p:cNvPr id="274" name="object 274"/>
          <p:cNvSpPr/>
          <p:nvPr/>
        </p:nvSpPr>
        <p:spPr>
          <a:xfrm>
            <a:off x="9064947" y="1098607"/>
            <a:ext cx="17463" cy="17463"/>
          </a:xfrm>
          <a:custGeom>
            <a:avLst/>
            <a:gdLst/>
            <a:ahLst/>
            <a:cxnLst/>
            <a:rect l="l" t="t" r="r" b="b"/>
            <a:pathLst>
              <a:path w="34925" h="34925">
                <a:moveTo>
                  <a:pt x="13223" y="505"/>
                </a:moveTo>
                <a:lnTo>
                  <a:pt x="17987" y="0"/>
                </a:lnTo>
                <a:lnTo>
                  <a:pt x="20127" y="1729"/>
                </a:lnTo>
                <a:lnTo>
                  <a:pt x="21287" y="12654"/>
                </a:lnTo>
                <a:lnTo>
                  <a:pt x="32212" y="11494"/>
                </a:lnTo>
                <a:lnTo>
                  <a:pt x="34351" y="13223"/>
                </a:lnTo>
                <a:lnTo>
                  <a:pt x="34857" y="17987"/>
                </a:lnTo>
                <a:lnTo>
                  <a:pt x="33128" y="20127"/>
                </a:lnTo>
                <a:lnTo>
                  <a:pt x="30746" y="20380"/>
                </a:lnTo>
                <a:lnTo>
                  <a:pt x="22203" y="21287"/>
                </a:lnTo>
                <a:lnTo>
                  <a:pt x="23363" y="32212"/>
                </a:lnTo>
                <a:lnTo>
                  <a:pt x="21633" y="34352"/>
                </a:lnTo>
                <a:lnTo>
                  <a:pt x="16869" y="34857"/>
                </a:lnTo>
                <a:lnTo>
                  <a:pt x="14729" y="33128"/>
                </a:lnTo>
                <a:lnTo>
                  <a:pt x="13570" y="22203"/>
                </a:lnTo>
                <a:lnTo>
                  <a:pt x="2645" y="23363"/>
                </a:lnTo>
                <a:lnTo>
                  <a:pt x="505" y="21634"/>
                </a:lnTo>
                <a:lnTo>
                  <a:pt x="0" y="16870"/>
                </a:lnTo>
                <a:lnTo>
                  <a:pt x="1729" y="14730"/>
                </a:lnTo>
                <a:lnTo>
                  <a:pt x="12653" y="13570"/>
                </a:lnTo>
                <a:lnTo>
                  <a:pt x="11494" y="2645"/>
                </a:lnTo>
                <a:lnTo>
                  <a:pt x="13223" y="505"/>
                </a:lnTo>
                <a:close/>
              </a:path>
            </a:pathLst>
          </a:custGeom>
          <a:solidFill>
            <a:srgbClr val="0070C8"/>
          </a:solidFill>
        </p:spPr>
        <p:txBody>
          <a:bodyPr wrap="square" lIns="0" tIns="0" rIns="0" bIns="0" rtlCol="0"/>
          <a:lstStyle/>
          <a:p>
            <a:endParaRPr sz="700"/>
          </a:p>
        </p:txBody>
      </p:sp>
      <p:sp>
        <p:nvSpPr>
          <p:cNvPr id="275" name="object 275"/>
          <p:cNvSpPr/>
          <p:nvPr/>
        </p:nvSpPr>
        <p:spPr>
          <a:xfrm>
            <a:off x="9072438" y="1161739"/>
            <a:ext cx="15875" cy="15875"/>
          </a:xfrm>
          <a:custGeom>
            <a:avLst/>
            <a:gdLst/>
            <a:ahLst/>
            <a:cxnLst/>
            <a:rect l="l" t="t" r="r" b="b"/>
            <a:pathLst>
              <a:path w="31750" h="31750">
                <a:moveTo>
                  <a:pt x="12034" y="460"/>
                </a:moveTo>
                <a:lnTo>
                  <a:pt x="16375" y="0"/>
                </a:lnTo>
                <a:lnTo>
                  <a:pt x="18321" y="1572"/>
                </a:lnTo>
                <a:lnTo>
                  <a:pt x="19377" y="11517"/>
                </a:lnTo>
                <a:lnTo>
                  <a:pt x="29322" y="10462"/>
                </a:lnTo>
                <a:lnTo>
                  <a:pt x="31268" y="12034"/>
                </a:lnTo>
                <a:lnTo>
                  <a:pt x="31729" y="16375"/>
                </a:lnTo>
                <a:lnTo>
                  <a:pt x="30157" y="18321"/>
                </a:lnTo>
                <a:lnTo>
                  <a:pt x="27986" y="18552"/>
                </a:lnTo>
                <a:lnTo>
                  <a:pt x="20211" y="19377"/>
                </a:lnTo>
                <a:lnTo>
                  <a:pt x="21267" y="29322"/>
                </a:lnTo>
                <a:lnTo>
                  <a:pt x="19694" y="31268"/>
                </a:lnTo>
                <a:lnTo>
                  <a:pt x="15353" y="31729"/>
                </a:lnTo>
                <a:lnTo>
                  <a:pt x="13407" y="30157"/>
                </a:lnTo>
                <a:lnTo>
                  <a:pt x="12352" y="20211"/>
                </a:lnTo>
                <a:lnTo>
                  <a:pt x="2406" y="21267"/>
                </a:lnTo>
                <a:lnTo>
                  <a:pt x="460" y="19694"/>
                </a:lnTo>
                <a:lnTo>
                  <a:pt x="0" y="15353"/>
                </a:lnTo>
                <a:lnTo>
                  <a:pt x="1572" y="13407"/>
                </a:lnTo>
                <a:lnTo>
                  <a:pt x="11517" y="12352"/>
                </a:lnTo>
                <a:lnTo>
                  <a:pt x="10462" y="2406"/>
                </a:lnTo>
                <a:lnTo>
                  <a:pt x="12034" y="460"/>
                </a:lnTo>
                <a:close/>
              </a:path>
            </a:pathLst>
          </a:custGeom>
          <a:solidFill>
            <a:srgbClr val="0070C8"/>
          </a:solidFill>
        </p:spPr>
        <p:txBody>
          <a:bodyPr wrap="square" lIns="0" tIns="0" rIns="0" bIns="0" rtlCol="0"/>
          <a:lstStyle/>
          <a:p>
            <a:endParaRPr sz="700"/>
          </a:p>
        </p:txBody>
      </p:sp>
      <p:sp>
        <p:nvSpPr>
          <p:cNvPr id="276" name="object 276"/>
          <p:cNvSpPr/>
          <p:nvPr/>
        </p:nvSpPr>
        <p:spPr>
          <a:xfrm>
            <a:off x="9120136" y="761570"/>
            <a:ext cx="24130" cy="25400"/>
          </a:xfrm>
          <a:custGeom>
            <a:avLst/>
            <a:gdLst/>
            <a:ahLst/>
            <a:cxnLst/>
            <a:rect l="l" t="t" r="r" b="b"/>
            <a:pathLst>
              <a:path w="48259" h="50800">
                <a:moveTo>
                  <a:pt x="19618" y="32097"/>
                </a:moveTo>
                <a:lnTo>
                  <a:pt x="32097" y="30772"/>
                </a:lnTo>
                <a:lnTo>
                  <a:pt x="33774" y="46570"/>
                </a:lnTo>
                <a:lnTo>
                  <a:pt x="31277" y="49660"/>
                </a:lnTo>
                <a:lnTo>
                  <a:pt x="24385" y="50391"/>
                </a:lnTo>
                <a:lnTo>
                  <a:pt x="21295" y="47895"/>
                </a:lnTo>
                <a:lnTo>
                  <a:pt x="19618" y="32097"/>
                </a:lnTo>
                <a:close/>
              </a:path>
              <a:path w="48259" h="50800">
                <a:moveTo>
                  <a:pt x="2496" y="21295"/>
                </a:moveTo>
                <a:lnTo>
                  <a:pt x="46570" y="16617"/>
                </a:lnTo>
                <a:lnTo>
                  <a:pt x="47727" y="17552"/>
                </a:lnTo>
                <a:lnTo>
                  <a:pt x="47727" y="29113"/>
                </a:lnTo>
                <a:lnTo>
                  <a:pt x="3821" y="33774"/>
                </a:lnTo>
                <a:lnTo>
                  <a:pt x="731" y="31277"/>
                </a:lnTo>
                <a:lnTo>
                  <a:pt x="0" y="24385"/>
                </a:lnTo>
                <a:lnTo>
                  <a:pt x="2496" y="21295"/>
                </a:lnTo>
                <a:close/>
              </a:path>
              <a:path w="48259" h="50800">
                <a:moveTo>
                  <a:pt x="19114" y="731"/>
                </a:moveTo>
                <a:lnTo>
                  <a:pt x="26006" y="0"/>
                </a:lnTo>
                <a:lnTo>
                  <a:pt x="29096" y="2496"/>
                </a:lnTo>
                <a:lnTo>
                  <a:pt x="30773" y="18294"/>
                </a:lnTo>
                <a:lnTo>
                  <a:pt x="18294" y="19618"/>
                </a:lnTo>
                <a:lnTo>
                  <a:pt x="16617" y="3821"/>
                </a:lnTo>
                <a:lnTo>
                  <a:pt x="19114" y="731"/>
                </a:lnTo>
                <a:close/>
              </a:path>
            </a:pathLst>
          </a:custGeom>
          <a:solidFill>
            <a:srgbClr val="0070C8"/>
          </a:solidFill>
        </p:spPr>
        <p:txBody>
          <a:bodyPr wrap="square" lIns="0" tIns="0" rIns="0" bIns="0" rtlCol="0"/>
          <a:lstStyle/>
          <a:p>
            <a:endParaRPr sz="700"/>
          </a:p>
        </p:txBody>
      </p:sp>
      <p:sp>
        <p:nvSpPr>
          <p:cNvPr id="277" name="object 277"/>
          <p:cNvSpPr/>
          <p:nvPr/>
        </p:nvSpPr>
        <p:spPr>
          <a:xfrm>
            <a:off x="9127552" y="824119"/>
            <a:ext cx="16510" cy="23813"/>
          </a:xfrm>
          <a:custGeom>
            <a:avLst/>
            <a:gdLst/>
            <a:ahLst/>
            <a:cxnLst/>
            <a:rect l="l" t="t" r="r" b="b"/>
            <a:pathLst>
              <a:path w="33019" h="47625">
                <a:moveTo>
                  <a:pt x="18413" y="30130"/>
                </a:moveTo>
                <a:lnTo>
                  <a:pt x="30130" y="28886"/>
                </a:lnTo>
                <a:lnTo>
                  <a:pt x="31703" y="43710"/>
                </a:lnTo>
                <a:lnTo>
                  <a:pt x="29358" y="46613"/>
                </a:lnTo>
                <a:lnTo>
                  <a:pt x="22889" y="47299"/>
                </a:lnTo>
                <a:lnTo>
                  <a:pt x="19986" y="44954"/>
                </a:lnTo>
                <a:lnTo>
                  <a:pt x="18413" y="30130"/>
                </a:lnTo>
                <a:close/>
              </a:path>
              <a:path w="33019" h="47625">
                <a:moveTo>
                  <a:pt x="2345" y="19986"/>
                </a:moveTo>
                <a:lnTo>
                  <a:pt x="32895" y="16744"/>
                </a:lnTo>
                <a:lnTo>
                  <a:pt x="32895" y="28592"/>
                </a:lnTo>
                <a:lnTo>
                  <a:pt x="3588" y="31703"/>
                </a:lnTo>
                <a:lnTo>
                  <a:pt x="686" y="29358"/>
                </a:lnTo>
                <a:lnTo>
                  <a:pt x="0" y="22889"/>
                </a:lnTo>
                <a:lnTo>
                  <a:pt x="2345" y="19986"/>
                </a:lnTo>
                <a:close/>
              </a:path>
              <a:path w="33019" h="47625">
                <a:moveTo>
                  <a:pt x="17941" y="686"/>
                </a:moveTo>
                <a:lnTo>
                  <a:pt x="24410" y="0"/>
                </a:lnTo>
                <a:lnTo>
                  <a:pt x="27312" y="2345"/>
                </a:lnTo>
                <a:lnTo>
                  <a:pt x="28886" y="17169"/>
                </a:lnTo>
                <a:lnTo>
                  <a:pt x="17169" y="18413"/>
                </a:lnTo>
                <a:lnTo>
                  <a:pt x="15596" y="3589"/>
                </a:lnTo>
                <a:lnTo>
                  <a:pt x="17941" y="686"/>
                </a:lnTo>
                <a:close/>
              </a:path>
            </a:pathLst>
          </a:custGeom>
          <a:solidFill>
            <a:srgbClr val="0070C8"/>
          </a:solidFill>
        </p:spPr>
        <p:txBody>
          <a:bodyPr wrap="square" lIns="0" tIns="0" rIns="0" bIns="0" rtlCol="0"/>
          <a:lstStyle/>
          <a:p>
            <a:endParaRPr sz="700"/>
          </a:p>
        </p:txBody>
      </p:sp>
      <p:sp>
        <p:nvSpPr>
          <p:cNvPr id="278" name="object 278"/>
          <p:cNvSpPr/>
          <p:nvPr/>
        </p:nvSpPr>
        <p:spPr>
          <a:xfrm>
            <a:off x="9134977" y="886929"/>
            <a:ext cx="9208" cy="18098"/>
          </a:xfrm>
          <a:custGeom>
            <a:avLst/>
            <a:gdLst/>
            <a:ahLst/>
            <a:cxnLst/>
            <a:rect l="l" t="t" r="r" b="b"/>
            <a:pathLst>
              <a:path w="18415" h="36194">
                <a:moveTo>
                  <a:pt x="16757" y="136"/>
                </a:moveTo>
                <a:lnTo>
                  <a:pt x="18045" y="0"/>
                </a:lnTo>
                <a:lnTo>
                  <a:pt x="18045" y="35595"/>
                </a:lnTo>
                <a:lnTo>
                  <a:pt x="17201" y="27638"/>
                </a:lnTo>
                <a:lnTo>
                  <a:pt x="3350" y="29109"/>
                </a:lnTo>
                <a:lnTo>
                  <a:pt x="641" y="26920"/>
                </a:lnTo>
                <a:lnTo>
                  <a:pt x="0" y="20874"/>
                </a:lnTo>
                <a:lnTo>
                  <a:pt x="2188" y="18166"/>
                </a:lnTo>
                <a:lnTo>
                  <a:pt x="16039" y="16696"/>
                </a:lnTo>
                <a:lnTo>
                  <a:pt x="14569" y="2845"/>
                </a:lnTo>
                <a:lnTo>
                  <a:pt x="16757" y="136"/>
                </a:lnTo>
                <a:close/>
              </a:path>
            </a:pathLst>
          </a:custGeom>
          <a:solidFill>
            <a:srgbClr val="0070C8"/>
          </a:solidFill>
        </p:spPr>
        <p:txBody>
          <a:bodyPr wrap="square" lIns="0" tIns="0" rIns="0" bIns="0" rtlCol="0"/>
          <a:lstStyle/>
          <a:p>
            <a:endParaRPr sz="700"/>
          </a:p>
        </p:txBody>
      </p:sp>
      <p:sp>
        <p:nvSpPr>
          <p:cNvPr id="279" name="object 279"/>
          <p:cNvSpPr/>
          <p:nvPr/>
        </p:nvSpPr>
        <p:spPr>
          <a:xfrm>
            <a:off x="8738739" y="819350"/>
            <a:ext cx="25400" cy="25400"/>
          </a:xfrm>
          <a:custGeom>
            <a:avLst/>
            <a:gdLst/>
            <a:ahLst/>
            <a:cxnLst/>
            <a:rect l="l" t="t" r="r" b="b"/>
            <a:pathLst>
              <a:path w="50800" h="50800">
                <a:moveTo>
                  <a:pt x="19114" y="731"/>
                </a:moveTo>
                <a:lnTo>
                  <a:pt x="26006" y="0"/>
                </a:lnTo>
                <a:lnTo>
                  <a:pt x="29095" y="2496"/>
                </a:lnTo>
                <a:lnTo>
                  <a:pt x="30772" y="18294"/>
                </a:lnTo>
                <a:lnTo>
                  <a:pt x="46570" y="16617"/>
                </a:lnTo>
                <a:lnTo>
                  <a:pt x="49660" y="19114"/>
                </a:lnTo>
                <a:lnTo>
                  <a:pt x="50391" y="26006"/>
                </a:lnTo>
                <a:lnTo>
                  <a:pt x="47895" y="29096"/>
                </a:lnTo>
                <a:lnTo>
                  <a:pt x="32097" y="30772"/>
                </a:lnTo>
                <a:lnTo>
                  <a:pt x="33774" y="46570"/>
                </a:lnTo>
                <a:lnTo>
                  <a:pt x="31277" y="49660"/>
                </a:lnTo>
                <a:lnTo>
                  <a:pt x="24385" y="50391"/>
                </a:lnTo>
                <a:lnTo>
                  <a:pt x="21295" y="47895"/>
                </a:lnTo>
                <a:lnTo>
                  <a:pt x="19619" y="32097"/>
                </a:lnTo>
                <a:lnTo>
                  <a:pt x="7267" y="33408"/>
                </a:lnTo>
                <a:lnTo>
                  <a:pt x="3814" y="33774"/>
                </a:lnTo>
                <a:lnTo>
                  <a:pt x="731" y="31277"/>
                </a:lnTo>
                <a:lnTo>
                  <a:pt x="0" y="24385"/>
                </a:lnTo>
                <a:lnTo>
                  <a:pt x="2496" y="21295"/>
                </a:lnTo>
                <a:lnTo>
                  <a:pt x="18294" y="19618"/>
                </a:lnTo>
                <a:lnTo>
                  <a:pt x="16617" y="3821"/>
                </a:lnTo>
                <a:lnTo>
                  <a:pt x="19114" y="731"/>
                </a:lnTo>
                <a:close/>
              </a:path>
            </a:pathLst>
          </a:custGeom>
          <a:solidFill>
            <a:srgbClr val="0070C8"/>
          </a:solidFill>
        </p:spPr>
        <p:txBody>
          <a:bodyPr wrap="square" lIns="0" tIns="0" rIns="0" bIns="0" rtlCol="0"/>
          <a:lstStyle/>
          <a:p>
            <a:endParaRPr sz="700"/>
          </a:p>
        </p:txBody>
      </p:sp>
      <p:sp>
        <p:nvSpPr>
          <p:cNvPr id="280" name="object 280"/>
          <p:cNvSpPr/>
          <p:nvPr/>
        </p:nvSpPr>
        <p:spPr>
          <a:xfrm>
            <a:off x="8746071" y="882754"/>
            <a:ext cx="23813" cy="23813"/>
          </a:xfrm>
          <a:custGeom>
            <a:avLst/>
            <a:gdLst/>
            <a:ahLst/>
            <a:cxnLst/>
            <a:rect l="l" t="t" r="r" b="b"/>
            <a:pathLst>
              <a:path w="47625" h="47625">
                <a:moveTo>
                  <a:pt x="17941" y="686"/>
                </a:moveTo>
                <a:lnTo>
                  <a:pt x="24410" y="0"/>
                </a:lnTo>
                <a:lnTo>
                  <a:pt x="27312" y="2345"/>
                </a:lnTo>
                <a:lnTo>
                  <a:pt x="28886" y="17169"/>
                </a:lnTo>
                <a:lnTo>
                  <a:pt x="43710" y="15596"/>
                </a:lnTo>
                <a:lnTo>
                  <a:pt x="46612" y="17941"/>
                </a:lnTo>
                <a:lnTo>
                  <a:pt x="47299" y="24410"/>
                </a:lnTo>
                <a:lnTo>
                  <a:pt x="44954" y="27312"/>
                </a:lnTo>
                <a:lnTo>
                  <a:pt x="30129" y="28886"/>
                </a:lnTo>
                <a:lnTo>
                  <a:pt x="31703" y="43710"/>
                </a:lnTo>
                <a:lnTo>
                  <a:pt x="29357" y="46613"/>
                </a:lnTo>
                <a:lnTo>
                  <a:pt x="22889" y="47299"/>
                </a:lnTo>
                <a:lnTo>
                  <a:pt x="19986" y="44954"/>
                </a:lnTo>
                <a:lnTo>
                  <a:pt x="18413" y="30130"/>
                </a:lnTo>
                <a:lnTo>
                  <a:pt x="6823" y="31360"/>
                </a:lnTo>
                <a:lnTo>
                  <a:pt x="3589" y="31703"/>
                </a:lnTo>
                <a:lnTo>
                  <a:pt x="686" y="29358"/>
                </a:lnTo>
                <a:lnTo>
                  <a:pt x="0" y="22889"/>
                </a:lnTo>
                <a:lnTo>
                  <a:pt x="2345" y="19986"/>
                </a:lnTo>
                <a:lnTo>
                  <a:pt x="17169" y="18413"/>
                </a:lnTo>
                <a:lnTo>
                  <a:pt x="15596" y="3589"/>
                </a:lnTo>
                <a:lnTo>
                  <a:pt x="17941" y="686"/>
                </a:lnTo>
                <a:close/>
              </a:path>
            </a:pathLst>
          </a:custGeom>
          <a:solidFill>
            <a:srgbClr val="0070C8"/>
          </a:solidFill>
        </p:spPr>
        <p:txBody>
          <a:bodyPr wrap="square" lIns="0" tIns="0" rIns="0" bIns="0" rtlCol="0"/>
          <a:lstStyle/>
          <a:p>
            <a:endParaRPr sz="700"/>
          </a:p>
        </p:txBody>
      </p:sp>
      <p:sp>
        <p:nvSpPr>
          <p:cNvPr id="281" name="object 281"/>
          <p:cNvSpPr/>
          <p:nvPr/>
        </p:nvSpPr>
        <p:spPr>
          <a:xfrm>
            <a:off x="8753410" y="946171"/>
            <a:ext cx="22225" cy="22225"/>
          </a:xfrm>
          <a:custGeom>
            <a:avLst/>
            <a:gdLst/>
            <a:ahLst/>
            <a:cxnLst/>
            <a:rect l="l" t="t" r="r" b="b"/>
            <a:pathLst>
              <a:path w="44450" h="44450">
                <a:moveTo>
                  <a:pt x="16758" y="641"/>
                </a:moveTo>
                <a:lnTo>
                  <a:pt x="22804" y="0"/>
                </a:lnTo>
                <a:lnTo>
                  <a:pt x="25512" y="2188"/>
                </a:lnTo>
                <a:lnTo>
                  <a:pt x="26983" y="16039"/>
                </a:lnTo>
                <a:lnTo>
                  <a:pt x="40834" y="14569"/>
                </a:lnTo>
                <a:lnTo>
                  <a:pt x="43542" y="16757"/>
                </a:lnTo>
                <a:lnTo>
                  <a:pt x="44184" y="22803"/>
                </a:lnTo>
                <a:lnTo>
                  <a:pt x="41995" y="25512"/>
                </a:lnTo>
                <a:lnTo>
                  <a:pt x="28144" y="26982"/>
                </a:lnTo>
                <a:lnTo>
                  <a:pt x="29614" y="40833"/>
                </a:lnTo>
                <a:lnTo>
                  <a:pt x="27426" y="43541"/>
                </a:lnTo>
                <a:lnTo>
                  <a:pt x="21380" y="44183"/>
                </a:lnTo>
                <a:lnTo>
                  <a:pt x="18671" y="41994"/>
                </a:lnTo>
                <a:lnTo>
                  <a:pt x="17201" y="28144"/>
                </a:lnTo>
                <a:lnTo>
                  <a:pt x="6373" y="29293"/>
                </a:lnTo>
                <a:lnTo>
                  <a:pt x="3350" y="29614"/>
                </a:lnTo>
                <a:lnTo>
                  <a:pt x="641" y="27425"/>
                </a:lnTo>
                <a:lnTo>
                  <a:pt x="0" y="21379"/>
                </a:lnTo>
                <a:lnTo>
                  <a:pt x="2188" y="18671"/>
                </a:lnTo>
                <a:lnTo>
                  <a:pt x="16039" y="17201"/>
                </a:lnTo>
                <a:lnTo>
                  <a:pt x="14569" y="3350"/>
                </a:lnTo>
                <a:lnTo>
                  <a:pt x="16758" y="641"/>
                </a:lnTo>
                <a:close/>
              </a:path>
            </a:pathLst>
          </a:custGeom>
          <a:solidFill>
            <a:srgbClr val="0070C8"/>
          </a:solidFill>
        </p:spPr>
        <p:txBody>
          <a:bodyPr wrap="square" lIns="0" tIns="0" rIns="0" bIns="0" rtlCol="0"/>
          <a:lstStyle/>
          <a:p>
            <a:endParaRPr sz="700"/>
          </a:p>
        </p:txBody>
      </p:sp>
      <p:sp>
        <p:nvSpPr>
          <p:cNvPr id="282" name="object 282"/>
          <p:cNvSpPr/>
          <p:nvPr/>
        </p:nvSpPr>
        <p:spPr>
          <a:xfrm>
            <a:off x="8760749" y="1009585"/>
            <a:ext cx="20638" cy="20638"/>
          </a:xfrm>
          <a:custGeom>
            <a:avLst/>
            <a:gdLst/>
            <a:ahLst/>
            <a:cxnLst/>
            <a:rect l="l" t="t" r="r" b="b"/>
            <a:pathLst>
              <a:path w="41275" h="41275">
                <a:moveTo>
                  <a:pt x="15573" y="596"/>
                </a:moveTo>
                <a:lnTo>
                  <a:pt x="21190" y="0"/>
                </a:lnTo>
                <a:lnTo>
                  <a:pt x="23710" y="2031"/>
                </a:lnTo>
                <a:lnTo>
                  <a:pt x="25077" y="14908"/>
                </a:lnTo>
                <a:lnTo>
                  <a:pt x="37949" y="13542"/>
                </a:lnTo>
                <a:lnTo>
                  <a:pt x="40470" y="15579"/>
                </a:lnTo>
                <a:lnTo>
                  <a:pt x="41065" y="21190"/>
                </a:lnTo>
                <a:lnTo>
                  <a:pt x="39034" y="23711"/>
                </a:lnTo>
                <a:lnTo>
                  <a:pt x="26157" y="25077"/>
                </a:lnTo>
                <a:lnTo>
                  <a:pt x="27523" y="37949"/>
                </a:lnTo>
                <a:lnTo>
                  <a:pt x="25492" y="40470"/>
                </a:lnTo>
                <a:lnTo>
                  <a:pt x="19875" y="41066"/>
                </a:lnTo>
                <a:lnTo>
                  <a:pt x="17355" y="39034"/>
                </a:lnTo>
                <a:lnTo>
                  <a:pt x="15988" y="26157"/>
                </a:lnTo>
                <a:lnTo>
                  <a:pt x="5921" y="27225"/>
                </a:lnTo>
                <a:lnTo>
                  <a:pt x="3110" y="27524"/>
                </a:lnTo>
                <a:lnTo>
                  <a:pt x="595" y="25486"/>
                </a:lnTo>
                <a:lnTo>
                  <a:pt x="0" y="19875"/>
                </a:lnTo>
                <a:lnTo>
                  <a:pt x="2031" y="17355"/>
                </a:lnTo>
                <a:lnTo>
                  <a:pt x="14908" y="15988"/>
                </a:lnTo>
                <a:lnTo>
                  <a:pt x="13542" y="3116"/>
                </a:lnTo>
                <a:lnTo>
                  <a:pt x="15573" y="596"/>
                </a:lnTo>
                <a:close/>
              </a:path>
            </a:pathLst>
          </a:custGeom>
          <a:solidFill>
            <a:srgbClr val="0070C8"/>
          </a:solidFill>
        </p:spPr>
        <p:txBody>
          <a:bodyPr wrap="square" lIns="0" tIns="0" rIns="0" bIns="0" rtlCol="0"/>
          <a:lstStyle/>
          <a:p>
            <a:endParaRPr sz="700"/>
          </a:p>
        </p:txBody>
      </p:sp>
      <p:sp>
        <p:nvSpPr>
          <p:cNvPr id="283" name="object 283"/>
          <p:cNvSpPr/>
          <p:nvPr/>
        </p:nvSpPr>
        <p:spPr>
          <a:xfrm>
            <a:off x="8768085" y="1072999"/>
            <a:ext cx="19050" cy="19050"/>
          </a:xfrm>
          <a:custGeom>
            <a:avLst/>
            <a:gdLst/>
            <a:ahLst/>
            <a:cxnLst/>
            <a:rect l="l" t="t" r="r" b="b"/>
            <a:pathLst>
              <a:path w="38100" h="38100">
                <a:moveTo>
                  <a:pt x="14396" y="550"/>
                </a:moveTo>
                <a:lnTo>
                  <a:pt x="19583" y="0"/>
                </a:lnTo>
                <a:lnTo>
                  <a:pt x="21910" y="1880"/>
                </a:lnTo>
                <a:lnTo>
                  <a:pt x="23173" y="13778"/>
                </a:lnTo>
                <a:lnTo>
                  <a:pt x="35071" y="12515"/>
                </a:lnTo>
                <a:lnTo>
                  <a:pt x="37398" y="14396"/>
                </a:lnTo>
                <a:lnTo>
                  <a:pt x="37949" y="19583"/>
                </a:lnTo>
                <a:lnTo>
                  <a:pt x="36069" y="21910"/>
                </a:lnTo>
                <a:lnTo>
                  <a:pt x="24170" y="23173"/>
                </a:lnTo>
                <a:lnTo>
                  <a:pt x="25433" y="35072"/>
                </a:lnTo>
                <a:lnTo>
                  <a:pt x="23552" y="37399"/>
                </a:lnTo>
                <a:lnTo>
                  <a:pt x="18366" y="37949"/>
                </a:lnTo>
                <a:lnTo>
                  <a:pt x="16038" y="36069"/>
                </a:lnTo>
                <a:lnTo>
                  <a:pt x="14775" y="24171"/>
                </a:lnTo>
                <a:lnTo>
                  <a:pt x="5471" y="25158"/>
                </a:lnTo>
                <a:lnTo>
                  <a:pt x="2877" y="25434"/>
                </a:lnTo>
                <a:lnTo>
                  <a:pt x="550" y="23553"/>
                </a:lnTo>
                <a:lnTo>
                  <a:pt x="0" y="18366"/>
                </a:lnTo>
                <a:lnTo>
                  <a:pt x="1880" y="16038"/>
                </a:lnTo>
                <a:lnTo>
                  <a:pt x="13778" y="14775"/>
                </a:lnTo>
                <a:lnTo>
                  <a:pt x="12515" y="2877"/>
                </a:lnTo>
                <a:lnTo>
                  <a:pt x="14396" y="550"/>
                </a:lnTo>
                <a:close/>
              </a:path>
            </a:pathLst>
          </a:custGeom>
          <a:solidFill>
            <a:srgbClr val="0070C8"/>
          </a:solidFill>
        </p:spPr>
        <p:txBody>
          <a:bodyPr wrap="square" lIns="0" tIns="0" rIns="0" bIns="0" rtlCol="0"/>
          <a:lstStyle/>
          <a:p>
            <a:endParaRPr sz="700"/>
          </a:p>
        </p:txBody>
      </p:sp>
      <p:sp>
        <p:nvSpPr>
          <p:cNvPr id="284" name="object 284"/>
          <p:cNvSpPr/>
          <p:nvPr/>
        </p:nvSpPr>
        <p:spPr>
          <a:xfrm>
            <a:off x="8775421" y="1136407"/>
            <a:ext cx="17463" cy="17463"/>
          </a:xfrm>
          <a:custGeom>
            <a:avLst/>
            <a:gdLst/>
            <a:ahLst/>
            <a:cxnLst/>
            <a:rect l="l" t="t" r="r" b="b"/>
            <a:pathLst>
              <a:path w="34925" h="34925">
                <a:moveTo>
                  <a:pt x="13223" y="505"/>
                </a:moveTo>
                <a:lnTo>
                  <a:pt x="17987" y="0"/>
                </a:lnTo>
                <a:lnTo>
                  <a:pt x="20127" y="1729"/>
                </a:lnTo>
                <a:lnTo>
                  <a:pt x="21287" y="12654"/>
                </a:lnTo>
                <a:lnTo>
                  <a:pt x="32212" y="11494"/>
                </a:lnTo>
                <a:lnTo>
                  <a:pt x="34352" y="13223"/>
                </a:lnTo>
                <a:lnTo>
                  <a:pt x="34857" y="17987"/>
                </a:lnTo>
                <a:lnTo>
                  <a:pt x="33128" y="20127"/>
                </a:lnTo>
                <a:lnTo>
                  <a:pt x="22203" y="21287"/>
                </a:lnTo>
                <a:lnTo>
                  <a:pt x="23363" y="32212"/>
                </a:lnTo>
                <a:lnTo>
                  <a:pt x="21634" y="34352"/>
                </a:lnTo>
                <a:lnTo>
                  <a:pt x="16870" y="34857"/>
                </a:lnTo>
                <a:lnTo>
                  <a:pt x="14730" y="33128"/>
                </a:lnTo>
                <a:lnTo>
                  <a:pt x="13570" y="22203"/>
                </a:lnTo>
                <a:lnTo>
                  <a:pt x="5027" y="23110"/>
                </a:lnTo>
                <a:lnTo>
                  <a:pt x="2645" y="23363"/>
                </a:lnTo>
                <a:lnTo>
                  <a:pt x="505" y="21634"/>
                </a:lnTo>
                <a:lnTo>
                  <a:pt x="0" y="16870"/>
                </a:lnTo>
                <a:lnTo>
                  <a:pt x="1729" y="14730"/>
                </a:lnTo>
                <a:lnTo>
                  <a:pt x="12654" y="13570"/>
                </a:lnTo>
                <a:lnTo>
                  <a:pt x="11494" y="2645"/>
                </a:lnTo>
                <a:lnTo>
                  <a:pt x="13223" y="505"/>
                </a:lnTo>
                <a:close/>
              </a:path>
            </a:pathLst>
          </a:custGeom>
          <a:solidFill>
            <a:srgbClr val="0070C8"/>
          </a:solidFill>
        </p:spPr>
        <p:txBody>
          <a:bodyPr wrap="square" lIns="0" tIns="0" rIns="0" bIns="0" rtlCol="0"/>
          <a:lstStyle/>
          <a:p>
            <a:endParaRPr sz="700"/>
          </a:p>
        </p:txBody>
      </p:sp>
      <p:sp>
        <p:nvSpPr>
          <p:cNvPr id="285" name="object 285"/>
          <p:cNvSpPr/>
          <p:nvPr/>
        </p:nvSpPr>
        <p:spPr>
          <a:xfrm>
            <a:off x="8782759" y="1199824"/>
            <a:ext cx="15875" cy="15875"/>
          </a:xfrm>
          <a:custGeom>
            <a:avLst/>
            <a:gdLst/>
            <a:ahLst/>
            <a:cxnLst/>
            <a:rect l="l" t="t" r="r" b="b"/>
            <a:pathLst>
              <a:path w="31750" h="31750">
                <a:moveTo>
                  <a:pt x="12035" y="460"/>
                </a:moveTo>
                <a:lnTo>
                  <a:pt x="16376" y="0"/>
                </a:lnTo>
                <a:lnTo>
                  <a:pt x="18322" y="1572"/>
                </a:lnTo>
                <a:lnTo>
                  <a:pt x="19378" y="11517"/>
                </a:lnTo>
                <a:lnTo>
                  <a:pt x="29323" y="10462"/>
                </a:lnTo>
                <a:lnTo>
                  <a:pt x="31269" y="12034"/>
                </a:lnTo>
                <a:lnTo>
                  <a:pt x="31730" y="16375"/>
                </a:lnTo>
                <a:lnTo>
                  <a:pt x="30157" y="18321"/>
                </a:lnTo>
                <a:lnTo>
                  <a:pt x="20212" y="19377"/>
                </a:lnTo>
                <a:lnTo>
                  <a:pt x="21267" y="29322"/>
                </a:lnTo>
                <a:lnTo>
                  <a:pt x="19695" y="31268"/>
                </a:lnTo>
                <a:lnTo>
                  <a:pt x="15354" y="31729"/>
                </a:lnTo>
                <a:lnTo>
                  <a:pt x="13408" y="30157"/>
                </a:lnTo>
                <a:lnTo>
                  <a:pt x="12352" y="20211"/>
                </a:lnTo>
                <a:lnTo>
                  <a:pt x="4577" y="21037"/>
                </a:lnTo>
                <a:lnTo>
                  <a:pt x="2406" y="21267"/>
                </a:lnTo>
                <a:lnTo>
                  <a:pt x="460" y="19694"/>
                </a:lnTo>
                <a:lnTo>
                  <a:pt x="0" y="15353"/>
                </a:lnTo>
                <a:lnTo>
                  <a:pt x="1572" y="13407"/>
                </a:lnTo>
                <a:lnTo>
                  <a:pt x="11518" y="12352"/>
                </a:lnTo>
                <a:lnTo>
                  <a:pt x="10462" y="2406"/>
                </a:lnTo>
                <a:lnTo>
                  <a:pt x="12035" y="460"/>
                </a:lnTo>
                <a:close/>
              </a:path>
            </a:pathLst>
          </a:custGeom>
          <a:solidFill>
            <a:srgbClr val="0070C8"/>
          </a:solidFill>
        </p:spPr>
        <p:txBody>
          <a:bodyPr wrap="square" lIns="0" tIns="0" rIns="0" bIns="0" rtlCol="0"/>
          <a:lstStyle/>
          <a:p>
            <a:endParaRPr sz="700"/>
          </a:p>
        </p:txBody>
      </p:sp>
      <p:sp>
        <p:nvSpPr>
          <p:cNvPr id="286" name="object 286"/>
          <p:cNvSpPr/>
          <p:nvPr/>
        </p:nvSpPr>
        <p:spPr>
          <a:xfrm>
            <a:off x="8644316" y="823649"/>
            <a:ext cx="25400" cy="25400"/>
          </a:xfrm>
          <a:custGeom>
            <a:avLst/>
            <a:gdLst/>
            <a:ahLst/>
            <a:cxnLst/>
            <a:rect l="l" t="t" r="r" b="b"/>
            <a:pathLst>
              <a:path w="50800" h="50800">
                <a:moveTo>
                  <a:pt x="19114" y="731"/>
                </a:moveTo>
                <a:lnTo>
                  <a:pt x="26006" y="0"/>
                </a:lnTo>
                <a:lnTo>
                  <a:pt x="29095" y="2496"/>
                </a:lnTo>
                <a:lnTo>
                  <a:pt x="30772" y="18294"/>
                </a:lnTo>
                <a:lnTo>
                  <a:pt x="46570" y="16617"/>
                </a:lnTo>
                <a:lnTo>
                  <a:pt x="49660" y="19114"/>
                </a:lnTo>
                <a:lnTo>
                  <a:pt x="50391" y="26006"/>
                </a:lnTo>
                <a:lnTo>
                  <a:pt x="47895" y="29096"/>
                </a:lnTo>
                <a:lnTo>
                  <a:pt x="32097" y="30772"/>
                </a:lnTo>
                <a:lnTo>
                  <a:pt x="33774" y="46570"/>
                </a:lnTo>
                <a:lnTo>
                  <a:pt x="31277" y="49660"/>
                </a:lnTo>
                <a:lnTo>
                  <a:pt x="24385" y="50391"/>
                </a:lnTo>
                <a:lnTo>
                  <a:pt x="21295" y="47895"/>
                </a:lnTo>
                <a:lnTo>
                  <a:pt x="19618" y="32097"/>
                </a:lnTo>
                <a:lnTo>
                  <a:pt x="7267" y="33408"/>
                </a:lnTo>
                <a:lnTo>
                  <a:pt x="3821" y="33774"/>
                </a:lnTo>
                <a:lnTo>
                  <a:pt x="731" y="31277"/>
                </a:lnTo>
                <a:lnTo>
                  <a:pt x="0" y="24385"/>
                </a:lnTo>
                <a:lnTo>
                  <a:pt x="2496" y="21295"/>
                </a:lnTo>
                <a:lnTo>
                  <a:pt x="18294" y="19618"/>
                </a:lnTo>
                <a:lnTo>
                  <a:pt x="16617" y="3821"/>
                </a:lnTo>
                <a:lnTo>
                  <a:pt x="19114" y="731"/>
                </a:lnTo>
                <a:close/>
              </a:path>
            </a:pathLst>
          </a:custGeom>
          <a:solidFill>
            <a:srgbClr val="0070C8"/>
          </a:solidFill>
        </p:spPr>
        <p:txBody>
          <a:bodyPr wrap="square" lIns="0" tIns="0" rIns="0" bIns="0" rtlCol="0"/>
          <a:lstStyle/>
          <a:p>
            <a:endParaRPr sz="700"/>
          </a:p>
        </p:txBody>
      </p:sp>
      <p:sp>
        <p:nvSpPr>
          <p:cNvPr id="287" name="object 287"/>
          <p:cNvSpPr/>
          <p:nvPr/>
        </p:nvSpPr>
        <p:spPr>
          <a:xfrm>
            <a:off x="8651623" y="886788"/>
            <a:ext cx="23813" cy="23813"/>
          </a:xfrm>
          <a:custGeom>
            <a:avLst/>
            <a:gdLst/>
            <a:ahLst/>
            <a:cxnLst/>
            <a:rect l="l" t="t" r="r" b="b"/>
            <a:pathLst>
              <a:path w="47625" h="47625">
                <a:moveTo>
                  <a:pt x="17941" y="686"/>
                </a:moveTo>
                <a:lnTo>
                  <a:pt x="24410" y="0"/>
                </a:lnTo>
                <a:lnTo>
                  <a:pt x="27312" y="2345"/>
                </a:lnTo>
                <a:lnTo>
                  <a:pt x="28886" y="17169"/>
                </a:lnTo>
                <a:lnTo>
                  <a:pt x="43710" y="15596"/>
                </a:lnTo>
                <a:lnTo>
                  <a:pt x="46612" y="17941"/>
                </a:lnTo>
                <a:lnTo>
                  <a:pt x="47299" y="24410"/>
                </a:lnTo>
                <a:lnTo>
                  <a:pt x="44954" y="27312"/>
                </a:lnTo>
                <a:lnTo>
                  <a:pt x="30130" y="28886"/>
                </a:lnTo>
                <a:lnTo>
                  <a:pt x="31703" y="43710"/>
                </a:lnTo>
                <a:lnTo>
                  <a:pt x="29358" y="46613"/>
                </a:lnTo>
                <a:lnTo>
                  <a:pt x="22889" y="47299"/>
                </a:lnTo>
                <a:lnTo>
                  <a:pt x="19986" y="44954"/>
                </a:lnTo>
                <a:lnTo>
                  <a:pt x="18413" y="30130"/>
                </a:lnTo>
                <a:lnTo>
                  <a:pt x="6823" y="31360"/>
                </a:lnTo>
                <a:lnTo>
                  <a:pt x="3589" y="31703"/>
                </a:lnTo>
                <a:lnTo>
                  <a:pt x="687" y="29364"/>
                </a:lnTo>
                <a:lnTo>
                  <a:pt x="0" y="22889"/>
                </a:lnTo>
                <a:lnTo>
                  <a:pt x="2345" y="19986"/>
                </a:lnTo>
                <a:lnTo>
                  <a:pt x="17169" y="18413"/>
                </a:lnTo>
                <a:lnTo>
                  <a:pt x="15596" y="3589"/>
                </a:lnTo>
                <a:lnTo>
                  <a:pt x="17941" y="686"/>
                </a:lnTo>
                <a:close/>
              </a:path>
            </a:pathLst>
          </a:custGeom>
          <a:solidFill>
            <a:srgbClr val="0070C8"/>
          </a:solidFill>
        </p:spPr>
        <p:txBody>
          <a:bodyPr wrap="square" lIns="0" tIns="0" rIns="0" bIns="0" rtlCol="0"/>
          <a:lstStyle/>
          <a:p>
            <a:endParaRPr sz="700"/>
          </a:p>
        </p:txBody>
      </p:sp>
      <p:sp>
        <p:nvSpPr>
          <p:cNvPr id="288" name="object 288"/>
          <p:cNvSpPr/>
          <p:nvPr/>
        </p:nvSpPr>
        <p:spPr>
          <a:xfrm>
            <a:off x="8658931" y="949939"/>
            <a:ext cx="22225" cy="22225"/>
          </a:xfrm>
          <a:custGeom>
            <a:avLst/>
            <a:gdLst/>
            <a:ahLst/>
            <a:cxnLst/>
            <a:rect l="l" t="t" r="r" b="b"/>
            <a:pathLst>
              <a:path w="44450" h="44450">
                <a:moveTo>
                  <a:pt x="16758" y="641"/>
                </a:moveTo>
                <a:lnTo>
                  <a:pt x="22804" y="0"/>
                </a:lnTo>
                <a:lnTo>
                  <a:pt x="25512" y="2188"/>
                </a:lnTo>
                <a:lnTo>
                  <a:pt x="26983" y="16039"/>
                </a:lnTo>
                <a:lnTo>
                  <a:pt x="40834" y="14569"/>
                </a:lnTo>
                <a:lnTo>
                  <a:pt x="43542" y="16757"/>
                </a:lnTo>
                <a:lnTo>
                  <a:pt x="44184" y="22803"/>
                </a:lnTo>
                <a:lnTo>
                  <a:pt x="41995" y="25512"/>
                </a:lnTo>
                <a:lnTo>
                  <a:pt x="28144" y="26982"/>
                </a:lnTo>
                <a:lnTo>
                  <a:pt x="29614" y="40833"/>
                </a:lnTo>
                <a:lnTo>
                  <a:pt x="27426" y="43541"/>
                </a:lnTo>
                <a:lnTo>
                  <a:pt x="21380" y="44183"/>
                </a:lnTo>
                <a:lnTo>
                  <a:pt x="18671" y="41994"/>
                </a:lnTo>
                <a:lnTo>
                  <a:pt x="17201" y="28144"/>
                </a:lnTo>
                <a:lnTo>
                  <a:pt x="6373" y="29293"/>
                </a:lnTo>
                <a:lnTo>
                  <a:pt x="3356" y="29613"/>
                </a:lnTo>
                <a:lnTo>
                  <a:pt x="641" y="27425"/>
                </a:lnTo>
                <a:lnTo>
                  <a:pt x="0" y="21379"/>
                </a:lnTo>
                <a:lnTo>
                  <a:pt x="2188" y="18671"/>
                </a:lnTo>
                <a:lnTo>
                  <a:pt x="16039" y="17201"/>
                </a:lnTo>
                <a:lnTo>
                  <a:pt x="14569" y="3350"/>
                </a:lnTo>
                <a:lnTo>
                  <a:pt x="16758" y="641"/>
                </a:lnTo>
                <a:close/>
              </a:path>
            </a:pathLst>
          </a:custGeom>
          <a:solidFill>
            <a:srgbClr val="0070C8"/>
          </a:solidFill>
        </p:spPr>
        <p:txBody>
          <a:bodyPr wrap="square" lIns="0" tIns="0" rIns="0" bIns="0" rtlCol="0"/>
          <a:lstStyle/>
          <a:p>
            <a:endParaRPr sz="700"/>
          </a:p>
        </p:txBody>
      </p:sp>
      <p:sp>
        <p:nvSpPr>
          <p:cNvPr id="289" name="object 289"/>
          <p:cNvSpPr/>
          <p:nvPr/>
        </p:nvSpPr>
        <p:spPr>
          <a:xfrm>
            <a:off x="8666242" y="1013087"/>
            <a:ext cx="20638" cy="20638"/>
          </a:xfrm>
          <a:custGeom>
            <a:avLst/>
            <a:gdLst/>
            <a:ahLst/>
            <a:cxnLst/>
            <a:rect l="l" t="t" r="r" b="b"/>
            <a:pathLst>
              <a:path w="41275" h="41275">
                <a:moveTo>
                  <a:pt x="15573" y="596"/>
                </a:moveTo>
                <a:lnTo>
                  <a:pt x="21190" y="0"/>
                </a:lnTo>
                <a:lnTo>
                  <a:pt x="23710" y="2031"/>
                </a:lnTo>
                <a:lnTo>
                  <a:pt x="25077" y="14908"/>
                </a:lnTo>
                <a:lnTo>
                  <a:pt x="37949" y="13542"/>
                </a:lnTo>
                <a:lnTo>
                  <a:pt x="40470" y="15579"/>
                </a:lnTo>
                <a:lnTo>
                  <a:pt x="41065" y="21190"/>
                </a:lnTo>
                <a:lnTo>
                  <a:pt x="39034" y="23711"/>
                </a:lnTo>
                <a:lnTo>
                  <a:pt x="26157" y="25077"/>
                </a:lnTo>
                <a:lnTo>
                  <a:pt x="27523" y="37949"/>
                </a:lnTo>
                <a:lnTo>
                  <a:pt x="25492" y="40470"/>
                </a:lnTo>
                <a:lnTo>
                  <a:pt x="19875" y="41066"/>
                </a:lnTo>
                <a:lnTo>
                  <a:pt x="17355" y="39034"/>
                </a:lnTo>
                <a:lnTo>
                  <a:pt x="15988" y="26157"/>
                </a:lnTo>
                <a:lnTo>
                  <a:pt x="5921" y="27225"/>
                </a:lnTo>
                <a:lnTo>
                  <a:pt x="3110" y="27524"/>
                </a:lnTo>
                <a:lnTo>
                  <a:pt x="595" y="25486"/>
                </a:lnTo>
                <a:lnTo>
                  <a:pt x="0" y="19875"/>
                </a:lnTo>
                <a:lnTo>
                  <a:pt x="2031" y="17355"/>
                </a:lnTo>
                <a:lnTo>
                  <a:pt x="14908" y="15988"/>
                </a:lnTo>
                <a:lnTo>
                  <a:pt x="13542" y="3116"/>
                </a:lnTo>
                <a:lnTo>
                  <a:pt x="15573" y="596"/>
                </a:lnTo>
                <a:close/>
              </a:path>
            </a:pathLst>
          </a:custGeom>
          <a:solidFill>
            <a:srgbClr val="0070C8"/>
          </a:solidFill>
        </p:spPr>
        <p:txBody>
          <a:bodyPr wrap="square" lIns="0" tIns="0" rIns="0" bIns="0" rtlCol="0"/>
          <a:lstStyle/>
          <a:p>
            <a:endParaRPr sz="700"/>
          </a:p>
        </p:txBody>
      </p:sp>
      <p:sp>
        <p:nvSpPr>
          <p:cNvPr id="290" name="object 290"/>
          <p:cNvSpPr/>
          <p:nvPr/>
        </p:nvSpPr>
        <p:spPr>
          <a:xfrm>
            <a:off x="8673553" y="1076238"/>
            <a:ext cx="19050" cy="19050"/>
          </a:xfrm>
          <a:custGeom>
            <a:avLst/>
            <a:gdLst/>
            <a:ahLst/>
            <a:cxnLst/>
            <a:rect l="l" t="t" r="r" b="b"/>
            <a:pathLst>
              <a:path w="38100" h="38100">
                <a:moveTo>
                  <a:pt x="14396" y="550"/>
                </a:moveTo>
                <a:lnTo>
                  <a:pt x="19583" y="0"/>
                </a:lnTo>
                <a:lnTo>
                  <a:pt x="21910" y="1880"/>
                </a:lnTo>
                <a:lnTo>
                  <a:pt x="23173" y="13778"/>
                </a:lnTo>
                <a:lnTo>
                  <a:pt x="35071" y="12515"/>
                </a:lnTo>
                <a:lnTo>
                  <a:pt x="37398" y="14396"/>
                </a:lnTo>
                <a:lnTo>
                  <a:pt x="37949" y="19583"/>
                </a:lnTo>
                <a:lnTo>
                  <a:pt x="36069" y="21911"/>
                </a:lnTo>
                <a:lnTo>
                  <a:pt x="24170" y="23173"/>
                </a:lnTo>
                <a:lnTo>
                  <a:pt x="25433" y="35072"/>
                </a:lnTo>
                <a:lnTo>
                  <a:pt x="23552" y="37399"/>
                </a:lnTo>
                <a:lnTo>
                  <a:pt x="18366" y="37949"/>
                </a:lnTo>
                <a:lnTo>
                  <a:pt x="16038" y="36069"/>
                </a:lnTo>
                <a:lnTo>
                  <a:pt x="14775" y="24171"/>
                </a:lnTo>
                <a:lnTo>
                  <a:pt x="5471" y="25158"/>
                </a:lnTo>
                <a:lnTo>
                  <a:pt x="2871" y="25434"/>
                </a:lnTo>
                <a:lnTo>
                  <a:pt x="544" y="23554"/>
                </a:lnTo>
                <a:lnTo>
                  <a:pt x="0" y="18366"/>
                </a:lnTo>
                <a:lnTo>
                  <a:pt x="1880" y="16038"/>
                </a:lnTo>
                <a:lnTo>
                  <a:pt x="13778" y="14775"/>
                </a:lnTo>
                <a:lnTo>
                  <a:pt x="12515" y="2877"/>
                </a:lnTo>
                <a:lnTo>
                  <a:pt x="14396" y="550"/>
                </a:lnTo>
                <a:close/>
              </a:path>
            </a:pathLst>
          </a:custGeom>
          <a:solidFill>
            <a:srgbClr val="0070C8"/>
          </a:solidFill>
        </p:spPr>
        <p:txBody>
          <a:bodyPr wrap="square" lIns="0" tIns="0" rIns="0" bIns="0" rtlCol="0"/>
          <a:lstStyle/>
          <a:p>
            <a:endParaRPr sz="700"/>
          </a:p>
        </p:txBody>
      </p:sp>
      <p:sp>
        <p:nvSpPr>
          <p:cNvPr id="291" name="object 291"/>
          <p:cNvSpPr/>
          <p:nvPr/>
        </p:nvSpPr>
        <p:spPr>
          <a:xfrm>
            <a:off x="8680857" y="1139377"/>
            <a:ext cx="17463" cy="17463"/>
          </a:xfrm>
          <a:custGeom>
            <a:avLst/>
            <a:gdLst/>
            <a:ahLst/>
            <a:cxnLst/>
            <a:rect l="l" t="t" r="r" b="b"/>
            <a:pathLst>
              <a:path w="34925" h="34925">
                <a:moveTo>
                  <a:pt x="13223" y="505"/>
                </a:moveTo>
                <a:lnTo>
                  <a:pt x="17987" y="0"/>
                </a:lnTo>
                <a:lnTo>
                  <a:pt x="20127" y="1729"/>
                </a:lnTo>
                <a:lnTo>
                  <a:pt x="21287" y="12654"/>
                </a:lnTo>
                <a:lnTo>
                  <a:pt x="32212" y="11494"/>
                </a:lnTo>
                <a:lnTo>
                  <a:pt x="34352" y="13223"/>
                </a:lnTo>
                <a:lnTo>
                  <a:pt x="34857" y="17987"/>
                </a:lnTo>
                <a:lnTo>
                  <a:pt x="33128" y="20127"/>
                </a:lnTo>
                <a:lnTo>
                  <a:pt x="22203" y="21287"/>
                </a:lnTo>
                <a:lnTo>
                  <a:pt x="23363" y="32212"/>
                </a:lnTo>
                <a:lnTo>
                  <a:pt x="21634" y="34352"/>
                </a:lnTo>
                <a:lnTo>
                  <a:pt x="16870" y="34857"/>
                </a:lnTo>
                <a:lnTo>
                  <a:pt x="14730" y="33128"/>
                </a:lnTo>
                <a:lnTo>
                  <a:pt x="13570" y="22203"/>
                </a:lnTo>
                <a:lnTo>
                  <a:pt x="5027" y="23110"/>
                </a:lnTo>
                <a:lnTo>
                  <a:pt x="2645" y="23363"/>
                </a:lnTo>
                <a:lnTo>
                  <a:pt x="505" y="21634"/>
                </a:lnTo>
                <a:lnTo>
                  <a:pt x="0" y="16870"/>
                </a:lnTo>
                <a:lnTo>
                  <a:pt x="1729" y="14730"/>
                </a:lnTo>
                <a:lnTo>
                  <a:pt x="12654" y="13570"/>
                </a:lnTo>
                <a:lnTo>
                  <a:pt x="11494" y="2645"/>
                </a:lnTo>
                <a:lnTo>
                  <a:pt x="13223" y="505"/>
                </a:lnTo>
                <a:close/>
              </a:path>
            </a:pathLst>
          </a:custGeom>
          <a:solidFill>
            <a:srgbClr val="0070C8"/>
          </a:solidFill>
        </p:spPr>
        <p:txBody>
          <a:bodyPr wrap="square" lIns="0" tIns="0" rIns="0" bIns="0" rtlCol="0"/>
          <a:lstStyle/>
          <a:p>
            <a:endParaRPr sz="700"/>
          </a:p>
        </p:txBody>
      </p:sp>
      <p:sp>
        <p:nvSpPr>
          <p:cNvPr id="292" name="object 292"/>
          <p:cNvSpPr/>
          <p:nvPr/>
        </p:nvSpPr>
        <p:spPr>
          <a:xfrm>
            <a:off x="8688167" y="1202528"/>
            <a:ext cx="15875" cy="15875"/>
          </a:xfrm>
          <a:custGeom>
            <a:avLst/>
            <a:gdLst/>
            <a:ahLst/>
            <a:cxnLst/>
            <a:rect l="l" t="t" r="r" b="b"/>
            <a:pathLst>
              <a:path w="31750" h="31750">
                <a:moveTo>
                  <a:pt x="12035" y="460"/>
                </a:moveTo>
                <a:lnTo>
                  <a:pt x="16376" y="0"/>
                </a:lnTo>
                <a:lnTo>
                  <a:pt x="18322" y="1572"/>
                </a:lnTo>
                <a:lnTo>
                  <a:pt x="19378" y="11517"/>
                </a:lnTo>
                <a:lnTo>
                  <a:pt x="29323" y="10462"/>
                </a:lnTo>
                <a:lnTo>
                  <a:pt x="31269" y="12034"/>
                </a:lnTo>
                <a:lnTo>
                  <a:pt x="31730" y="16375"/>
                </a:lnTo>
                <a:lnTo>
                  <a:pt x="30157" y="18321"/>
                </a:lnTo>
                <a:lnTo>
                  <a:pt x="20212" y="19377"/>
                </a:lnTo>
                <a:lnTo>
                  <a:pt x="21267" y="29322"/>
                </a:lnTo>
                <a:lnTo>
                  <a:pt x="19695" y="31268"/>
                </a:lnTo>
                <a:lnTo>
                  <a:pt x="15354" y="31729"/>
                </a:lnTo>
                <a:lnTo>
                  <a:pt x="13408" y="30157"/>
                </a:lnTo>
                <a:lnTo>
                  <a:pt x="12352" y="20211"/>
                </a:lnTo>
                <a:lnTo>
                  <a:pt x="4577" y="21037"/>
                </a:lnTo>
                <a:lnTo>
                  <a:pt x="2406" y="21267"/>
                </a:lnTo>
                <a:lnTo>
                  <a:pt x="460" y="19694"/>
                </a:lnTo>
                <a:lnTo>
                  <a:pt x="0" y="15353"/>
                </a:lnTo>
                <a:lnTo>
                  <a:pt x="1572" y="13407"/>
                </a:lnTo>
                <a:lnTo>
                  <a:pt x="11518" y="12352"/>
                </a:lnTo>
                <a:lnTo>
                  <a:pt x="10462" y="2406"/>
                </a:lnTo>
                <a:lnTo>
                  <a:pt x="12035" y="460"/>
                </a:lnTo>
                <a:close/>
              </a:path>
            </a:pathLst>
          </a:custGeom>
          <a:solidFill>
            <a:srgbClr val="0070C8"/>
          </a:solidFill>
        </p:spPr>
        <p:txBody>
          <a:bodyPr wrap="square" lIns="0" tIns="0" rIns="0" bIns="0" rtlCol="0"/>
          <a:lstStyle/>
          <a:p>
            <a:endParaRPr sz="700"/>
          </a:p>
        </p:txBody>
      </p:sp>
      <p:sp>
        <p:nvSpPr>
          <p:cNvPr id="293" name="object 293"/>
          <p:cNvSpPr/>
          <p:nvPr/>
        </p:nvSpPr>
        <p:spPr>
          <a:xfrm>
            <a:off x="8549280" y="822163"/>
            <a:ext cx="25400" cy="25400"/>
          </a:xfrm>
          <a:custGeom>
            <a:avLst/>
            <a:gdLst/>
            <a:ahLst/>
            <a:cxnLst/>
            <a:rect l="l" t="t" r="r" b="b"/>
            <a:pathLst>
              <a:path w="50800" h="50800">
                <a:moveTo>
                  <a:pt x="19114" y="731"/>
                </a:moveTo>
                <a:lnTo>
                  <a:pt x="26006" y="0"/>
                </a:lnTo>
                <a:lnTo>
                  <a:pt x="29095" y="2496"/>
                </a:lnTo>
                <a:lnTo>
                  <a:pt x="30772" y="18294"/>
                </a:lnTo>
                <a:lnTo>
                  <a:pt x="46570" y="16617"/>
                </a:lnTo>
                <a:lnTo>
                  <a:pt x="49660" y="19114"/>
                </a:lnTo>
                <a:lnTo>
                  <a:pt x="50391" y="26006"/>
                </a:lnTo>
                <a:lnTo>
                  <a:pt x="47895" y="29096"/>
                </a:lnTo>
                <a:lnTo>
                  <a:pt x="32097" y="30772"/>
                </a:lnTo>
                <a:lnTo>
                  <a:pt x="33774" y="46570"/>
                </a:lnTo>
                <a:lnTo>
                  <a:pt x="31277" y="49660"/>
                </a:lnTo>
                <a:lnTo>
                  <a:pt x="24385" y="50391"/>
                </a:lnTo>
                <a:lnTo>
                  <a:pt x="21295" y="47895"/>
                </a:lnTo>
                <a:lnTo>
                  <a:pt x="19618" y="32097"/>
                </a:lnTo>
                <a:lnTo>
                  <a:pt x="7267" y="33408"/>
                </a:lnTo>
                <a:lnTo>
                  <a:pt x="3821" y="33774"/>
                </a:lnTo>
                <a:lnTo>
                  <a:pt x="731" y="31277"/>
                </a:lnTo>
                <a:lnTo>
                  <a:pt x="0" y="24385"/>
                </a:lnTo>
                <a:lnTo>
                  <a:pt x="2496" y="21295"/>
                </a:lnTo>
                <a:lnTo>
                  <a:pt x="18294" y="19618"/>
                </a:lnTo>
                <a:lnTo>
                  <a:pt x="16617" y="3821"/>
                </a:lnTo>
                <a:lnTo>
                  <a:pt x="19114" y="731"/>
                </a:lnTo>
                <a:close/>
              </a:path>
            </a:pathLst>
          </a:custGeom>
          <a:solidFill>
            <a:srgbClr val="0070C8"/>
          </a:solidFill>
        </p:spPr>
        <p:txBody>
          <a:bodyPr wrap="square" lIns="0" tIns="0" rIns="0" bIns="0" rtlCol="0"/>
          <a:lstStyle/>
          <a:p>
            <a:endParaRPr sz="700"/>
          </a:p>
        </p:txBody>
      </p:sp>
      <p:sp>
        <p:nvSpPr>
          <p:cNvPr id="294" name="object 294"/>
          <p:cNvSpPr/>
          <p:nvPr/>
        </p:nvSpPr>
        <p:spPr>
          <a:xfrm>
            <a:off x="8556526" y="884730"/>
            <a:ext cx="23813" cy="23813"/>
          </a:xfrm>
          <a:custGeom>
            <a:avLst/>
            <a:gdLst/>
            <a:ahLst/>
            <a:cxnLst/>
            <a:rect l="l" t="t" r="r" b="b"/>
            <a:pathLst>
              <a:path w="47625" h="47625">
                <a:moveTo>
                  <a:pt x="17941" y="686"/>
                </a:moveTo>
                <a:lnTo>
                  <a:pt x="24410" y="0"/>
                </a:lnTo>
                <a:lnTo>
                  <a:pt x="27312" y="2345"/>
                </a:lnTo>
                <a:lnTo>
                  <a:pt x="28886" y="17169"/>
                </a:lnTo>
                <a:lnTo>
                  <a:pt x="43710" y="15596"/>
                </a:lnTo>
                <a:lnTo>
                  <a:pt x="46612" y="17941"/>
                </a:lnTo>
                <a:lnTo>
                  <a:pt x="47299" y="24410"/>
                </a:lnTo>
                <a:lnTo>
                  <a:pt x="44954" y="27312"/>
                </a:lnTo>
                <a:lnTo>
                  <a:pt x="30129" y="28886"/>
                </a:lnTo>
                <a:lnTo>
                  <a:pt x="31703" y="43710"/>
                </a:lnTo>
                <a:lnTo>
                  <a:pt x="29357" y="46613"/>
                </a:lnTo>
                <a:lnTo>
                  <a:pt x="22889" y="47299"/>
                </a:lnTo>
                <a:lnTo>
                  <a:pt x="19986" y="44954"/>
                </a:lnTo>
                <a:lnTo>
                  <a:pt x="18413" y="30130"/>
                </a:lnTo>
                <a:lnTo>
                  <a:pt x="6823" y="31360"/>
                </a:lnTo>
                <a:lnTo>
                  <a:pt x="3589" y="31703"/>
                </a:lnTo>
                <a:lnTo>
                  <a:pt x="686" y="29358"/>
                </a:lnTo>
                <a:lnTo>
                  <a:pt x="0" y="22889"/>
                </a:lnTo>
                <a:lnTo>
                  <a:pt x="2345" y="19986"/>
                </a:lnTo>
                <a:lnTo>
                  <a:pt x="17169" y="18413"/>
                </a:lnTo>
                <a:lnTo>
                  <a:pt x="15596" y="3589"/>
                </a:lnTo>
                <a:lnTo>
                  <a:pt x="17941" y="686"/>
                </a:lnTo>
                <a:close/>
              </a:path>
            </a:pathLst>
          </a:custGeom>
          <a:solidFill>
            <a:srgbClr val="0070C8"/>
          </a:solidFill>
        </p:spPr>
        <p:txBody>
          <a:bodyPr wrap="square" lIns="0" tIns="0" rIns="0" bIns="0" rtlCol="0"/>
          <a:lstStyle/>
          <a:p>
            <a:endParaRPr sz="700"/>
          </a:p>
        </p:txBody>
      </p:sp>
      <p:sp>
        <p:nvSpPr>
          <p:cNvPr id="295" name="object 295"/>
          <p:cNvSpPr/>
          <p:nvPr/>
        </p:nvSpPr>
        <p:spPr>
          <a:xfrm>
            <a:off x="8563776" y="947307"/>
            <a:ext cx="22225" cy="22225"/>
          </a:xfrm>
          <a:custGeom>
            <a:avLst/>
            <a:gdLst/>
            <a:ahLst/>
            <a:cxnLst/>
            <a:rect l="l" t="t" r="r" b="b"/>
            <a:pathLst>
              <a:path w="44450" h="44450">
                <a:moveTo>
                  <a:pt x="16758" y="641"/>
                </a:moveTo>
                <a:lnTo>
                  <a:pt x="22804" y="0"/>
                </a:lnTo>
                <a:lnTo>
                  <a:pt x="25512" y="2188"/>
                </a:lnTo>
                <a:lnTo>
                  <a:pt x="26983" y="16039"/>
                </a:lnTo>
                <a:lnTo>
                  <a:pt x="40834" y="14569"/>
                </a:lnTo>
                <a:lnTo>
                  <a:pt x="43542" y="16757"/>
                </a:lnTo>
                <a:lnTo>
                  <a:pt x="44184" y="22803"/>
                </a:lnTo>
                <a:lnTo>
                  <a:pt x="41995" y="25512"/>
                </a:lnTo>
                <a:lnTo>
                  <a:pt x="28144" y="26982"/>
                </a:lnTo>
                <a:lnTo>
                  <a:pt x="29614" y="40833"/>
                </a:lnTo>
                <a:lnTo>
                  <a:pt x="27426" y="43541"/>
                </a:lnTo>
                <a:lnTo>
                  <a:pt x="21380" y="44183"/>
                </a:lnTo>
                <a:lnTo>
                  <a:pt x="18671" y="41994"/>
                </a:lnTo>
                <a:lnTo>
                  <a:pt x="17201" y="28144"/>
                </a:lnTo>
                <a:lnTo>
                  <a:pt x="6373" y="29293"/>
                </a:lnTo>
                <a:lnTo>
                  <a:pt x="3350" y="29614"/>
                </a:lnTo>
                <a:lnTo>
                  <a:pt x="641" y="27425"/>
                </a:lnTo>
                <a:lnTo>
                  <a:pt x="0" y="21379"/>
                </a:lnTo>
                <a:lnTo>
                  <a:pt x="2188" y="18671"/>
                </a:lnTo>
                <a:lnTo>
                  <a:pt x="16039" y="17201"/>
                </a:lnTo>
                <a:lnTo>
                  <a:pt x="14569" y="3350"/>
                </a:lnTo>
                <a:lnTo>
                  <a:pt x="16758" y="641"/>
                </a:lnTo>
                <a:close/>
              </a:path>
            </a:pathLst>
          </a:custGeom>
          <a:solidFill>
            <a:srgbClr val="0070C8"/>
          </a:solidFill>
        </p:spPr>
        <p:txBody>
          <a:bodyPr wrap="square" lIns="0" tIns="0" rIns="0" bIns="0" rtlCol="0"/>
          <a:lstStyle/>
          <a:p>
            <a:endParaRPr sz="700"/>
          </a:p>
        </p:txBody>
      </p:sp>
      <p:sp>
        <p:nvSpPr>
          <p:cNvPr id="296" name="object 296"/>
          <p:cNvSpPr/>
          <p:nvPr/>
        </p:nvSpPr>
        <p:spPr>
          <a:xfrm>
            <a:off x="8571023" y="1009887"/>
            <a:ext cx="20638" cy="20638"/>
          </a:xfrm>
          <a:custGeom>
            <a:avLst/>
            <a:gdLst/>
            <a:ahLst/>
            <a:cxnLst/>
            <a:rect l="l" t="t" r="r" b="b"/>
            <a:pathLst>
              <a:path w="41275" h="41275">
                <a:moveTo>
                  <a:pt x="15573" y="596"/>
                </a:moveTo>
                <a:lnTo>
                  <a:pt x="21190" y="0"/>
                </a:lnTo>
                <a:lnTo>
                  <a:pt x="23710" y="2031"/>
                </a:lnTo>
                <a:lnTo>
                  <a:pt x="25077" y="14908"/>
                </a:lnTo>
                <a:lnTo>
                  <a:pt x="37949" y="13542"/>
                </a:lnTo>
                <a:lnTo>
                  <a:pt x="40470" y="15579"/>
                </a:lnTo>
                <a:lnTo>
                  <a:pt x="41065" y="21190"/>
                </a:lnTo>
                <a:lnTo>
                  <a:pt x="39034" y="23711"/>
                </a:lnTo>
                <a:lnTo>
                  <a:pt x="26157" y="25077"/>
                </a:lnTo>
                <a:lnTo>
                  <a:pt x="27523" y="37949"/>
                </a:lnTo>
                <a:lnTo>
                  <a:pt x="25492" y="40470"/>
                </a:lnTo>
                <a:lnTo>
                  <a:pt x="19875" y="41066"/>
                </a:lnTo>
                <a:lnTo>
                  <a:pt x="17355" y="39034"/>
                </a:lnTo>
                <a:lnTo>
                  <a:pt x="15988" y="26157"/>
                </a:lnTo>
                <a:lnTo>
                  <a:pt x="5922" y="27225"/>
                </a:lnTo>
                <a:lnTo>
                  <a:pt x="3116" y="27523"/>
                </a:lnTo>
                <a:lnTo>
                  <a:pt x="595" y="25486"/>
                </a:lnTo>
                <a:lnTo>
                  <a:pt x="0" y="19875"/>
                </a:lnTo>
                <a:lnTo>
                  <a:pt x="2031" y="17355"/>
                </a:lnTo>
                <a:lnTo>
                  <a:pt x="14908" y="15988"/>
                </a:lnTo>
                <a:lnTo>
                  <a:pt x="13542" y="3116"/>
                </a:lnTo>
                <a:lnTo>
                  <a:pt x="15573" y="596"/>
                </a:lnTo>
                <a:close/>
              </a:path>
            </a:pathLst>
          </a:custGeom>
          <a:solidFill>
            <a:srgbClr val="0070C8"/>
          </a:solidFill>
        </p:spPr>
        <p:txBody>
          <a:bodyPr wrap="square" lIns="0" tIns="0" rIns="0" bIns="0" rtlCol="0"/>
          <a:lstStyle/>
          <a:p>
            <a:endParaRPr sz="700"/>
          </a:p>
        </p:txBody>
      </p:sp>
      <p:sp>
        <p:nvSpPr>
          <p:cNvPr id="297" name="object 297"/>
          <p:cNvSpPr/>
          <p:nvPr/>
        </p:nvSpPr>
        <p:spPr>
          <a:xfrm>
            <a:off x="8578273" y="1072464"/>
            <a:ext cx="19050" cy="19050"/>
          </a:xfrm>
          <a:custGeom>
            <a:avLst/>
            <a:gdLst/>
            <a:ahLst/>
            <a:cxnLst/>
            <a:rect l="l" t="t" r="r" b="b"/>
            <a:pathLst>
              <a:path w="38100" h="38100">
                <a:moveTo>
                  <a:pt x="14396" y="550"/>
                </a:moveTo>
                <a:lnTo>
                  <a:pt x="19583" y="0"/>
                </a:lnTo>
                <a:lnTo>
                  <a:pt x="21910" y="1880"/>
                </a:lnTo>
                <a:lnTo>
                  <a:pt x="23173" y="13778"/>
                </a:lnTo>
                <a:lnTo>
                  <a:pt x="35071" y="12515"/>
                </a:lnTo>
                <a:lnTo>
                  <a:pt x="37398" y="14396"/>
                </a:lnTo>
                <a:lnTo>
                  <a:pt x="37949" y="19583"/>
                </a:lnTo>
                <a:lnTo>
                  <a:pt x="36069" y="21911"/>
                </a:lnTo>
                <a:lnTo>
                  <a:pt x="24170" y="23173"/>
                </a:lnTo>
                <a:lnTo>
                  <a:pt x="25433" y="35072"/>
                </a:lnTo>
                <a:lnTo>
                  <a:pt x="23552" y="37399"/>
                </a:lnTo>
                <a:lnTo>
                  <a:pt x="18366" y="37949"/>
                </a:lnTo>
                <a:lnTo>
                  <a:pt x="16038" y="36069"/>
                </a:lnTo>
                <a:lnTo>
                  <a:pt x="14775" y="24171"/>
                </a:lnTo>
                <a:lnTo>
                  <a:pt x="5471" y="25158"/>
                </a:lnTo>
                <a:lnTo>
                  <a:pt x="2877" y="25434"/>
                </a:lnTo>
                <a:lnTo>
                  <a:pt x="550" y="23553"/>
                </a:lnTo>
                <a:lnTo>
                  <a:pt x="0" y="18366"/>
                </a:lnTo>
                <a:lnTo>
                  <a:pt x="1880" y="16038"/>
                </a:lnTo>
                <a:lnTo>
                  <a:pt x="13778" y="14775"/>
                </a:lnTo>
                <a:lnTo>
                  <a:pt x="12515" y="2877"/>
                </a:lnTo>
                <a:lnTo>
                  <a:pt x="14396" y="550"/>
                </a:lnTo>
                <a:close/>
              </a:path>
            </a:pathLst>
          </a:custGeom>
          <a:solidFill>
            <a:srgbClr val="0070C8"/>
          </a:solidFill>
        </p:spPr>
        <p:txBody>
          <a:bodyPr wrap="square" lIns="0" tIns="0" rIns="0" bIns="0" rtlCol="0"/>
          <a:lstStyle/>
          <a:p>
            <a:endParaRPr sz="700"/>
          </a:p>
        </p:txBody>
      </p:sp>
      <p:sp>
        <p:nvSpPr>
          <p:cNvPr id="298" name="object 298"/>
          <p:cNvSpPr/>
          <p:nvPr/>
        </p:nvSpPr>
        <p:spPr>
          <a:xfrm>
            <a:off x="8585520" y="1135031"/>
            <a:ext cx="17463" cy="17463"/>
          </a:xfrm>
          <a:custGeom>
            <a:avLst/>
            <a:gdLst/>
            <a:ahLst/>
            <a:cxnLst/>
            <a:rect l="l" t="t" r="r" b="b"/>
            <a:pathLst>
              <a:path w="34925" h="34925">
                <a:moveTo>
                  <a:pt x="13223" y="505"/>
                </a:moveTo>
                <a:lnTo>
                  <a:pt x="17987" y="0"/>
                </a:lnTo>
                <a:lnTo>
                  <a:pt x="20127" y="1729"/>
                </a:lnTo>
                <a:lnTo>
                  <a:pt x="21287" y="12654"/>
                </a:lnTo>
                <a:lnTo>
                  <a:pt x="32212" y="11494"/>
                </a:lnTo>
                <a:lnTo>
                  <a:pt x="34352" y="13223"/>
                </a:lnTo>
                <a:lnTo>
                  <a:pt x="34857" y="17987"/>
                </a:lnTo>
                <a:lnTo>
                  <a:pt x="33128" y="20127"/>
                </a:lnTo>
                <a:lnTo>
                  <a:pt x="22203" y="21287"/>
                </a:lnTo>
                <a:lnTo>
                  <a:pt x="23363" y="32212"/>
                </a:lnTo>
                <a:lnTo>
                  <a:pt x="21634" y="34352"/>
                </a:lnTo>
                <a:lnTo>
                  <a:pt x="16870" y="34857"/>
                </a:lnTo>
                <a:lnTo>
                  <a:pt x="14730" y="33128"/>
                </a:lnTo>
                <a:lnTo>
                  <a:pt x="13570" y="22203"/>
                </a:lnTo>
                <a:lnTo>
                  <a:pt x="5027" y="23110"/>
                </a:lnTo>
                <a:lnTo>
                  <a:pt x="2645" y="23363"/>
                </a:lnTo>
                <a:lnTo>
                  <a:pt x="506" y="21640"/>
                </a:lnTo>
                <a:lnTo>
                  <a:pt x="0" y="16870"/>
                </a:lnTo>
                <a:lnTo>
                  <a:pt x="1729" y="14730"/>
                </a:lnTo>
                <a:lnTo>
                  <a:pt x="12654" y="13570"/>
                </a:lnTo>
                <a:lnTo>
                  <a:pt x="11494" y="2645"/>
                </a:lnTo>
                <a:lnTo>
                  <a:pt x="13223" y="505"/>
                </a:lnTo>
                <a:close/>
              </a:path>
            </a:pathLst>
          </a:custGeom>
          <a:solidFill>
            <a:srgbClr val="0070C8"/>
          </a:solidFill>
        </p:spPr>
        <p:txBody>
          <a:bodyPr wrap="square" lIns="0" tIns="0" rIns="0" bIns="0" rtlCol="0"/>
          <a:lstStyle/>
          <a:p>
            <a:endParaRPr sz="700"/>
          </a:p>
        </p:txBody>
      </p:sp>
      <p:sp>
        <p:nvSpPr>
          <p:cNvPr id="299" name="object 299"/>
          <p:cNvSpPr/>
          <p:nvPr/>
        </p:nvSpPr>
        <p:spPr>
          <a:xfrm>
            <a:off x="8592767" y="1197614"/>
            <a:ext cx="15875" cy="15875"/>
          </a:xfrm>
          <a:custGeom>
            <a:avLst/>
            <a:gdLst/>
            <a:ahLst/>
            <a:cxnLst/>
            <a:rect l="l" t="t" r="r" b="b"/>
            <a:pathLst>
              <a:path w="31750" h="31750">
                <a:moveTo>
                  <a:pt x="12035" y="460"/>
                </a:moveTo>
                <a:lnTo>
                  <a:pt x="16376" y="0"/>
                </a:lnTo>
                <a:lnTo>
                  <a:pt x="18322" y="1572"/>
                </a:lnTo>
                <a:lnTo>
                  <a:pt x="19377" y="11517"/>
                </a:lnTo>
                <a:lnTo>
                  <a:pt x="29323" y="10462"/>
                </a:lnTo>
                <a:lnTo>
                  <a:pt x="31269" y="12034"/>
                </a:lnTo>
                <a:lnTo>
                  <a:pt x="31730" y="16375"/>
                </a:lnTo>
                <a:lnTo>
                  <a:pt x="30157" y="18321"/>
                </a:lnTo>
                <a:lnTo>
                  <a:pt x="20212" y="19377"/>
                </a:lnTo>
                <a:lnTo>
                  <a:pt x="21267" y="29322"/>
                </a:lnTo>
                <a:lnTo>
                  <a:pt x="19695" y="31268"/>
                </a:lnTo>
                <a:lnTo>
                  <a:pt x="15354" y="31729"/>
                </a:lnTo>
                <a:lnTo>
                  <a:pt x="13408" y="30157"/>
                </a:lnTo>
                <a:lnTo>
                  <a:pt x="12352" y="20211"/>
                </a:lnTo>
                <a:lnTo>
                  <a:pt x="4577" y="21037"/>
                </a:lnTo>
                <a:lnTo>
                  <a:pt x="2413" y="21266"/>
                </a:lnTo>
                <a:lnTo>
                  <a:pt x="460" y="19694"/>
                </a:lnTo>
                <a:lnTo>
                  <a:pt x="0" y="15353"/>
                </a:lnTo>
                <a:lnTo>
                  <a:pt x="1572" y="13407"/>
                </a:lnTo>
                <a:lnTo>
                  <a:pt x="11518" y="12352"/>
                </a:lnTo>
                <a:lnTo>
                  <a:pt x="10462" y="2406"/>
                </a:lnTo>
                <a:lnTo>
                  <a:pt x="12035" y="460"/>
                </a:lnTo>
                <a:close/>
              </a:path>
            </a:pathLst>
          </a:custGeom>
          <a:solidFill>
            <a:srgbClr val="0070C8"/>
          </a:solidFill>
        </p:spPr>
        <p:txBody>
          <a:bodyPr wrap="square" lIns="0" tIns="0" rIns="0" bIns="0" rtlCol="0"/>
          <a:lstStyle/>
          <a:p>
            <a:endParaRPr sz="700"/>
          </a:p>
        </p:txBody>
      </p:sp>
      <p:sp>
        <p:nvSpPr>
          <p:cNvPr id="300" name="object 300"/>
          <p:cNvSpPr/>
          <p:nvPr/>
        </p:nvSpPr>
        <p:spPr>
          <a:xfrm>
            <a:off x="8461101" y="879590"/>
            <a:ext cx="23813" cy="23813"/>
          </a:xfrm>
          <a:custGeom>
            <a:avLst/>
            <a:gdLst/>
            <a:ahLst/>
            <a:cxnLst/>
            <a:rect l="l" t="t" r="r" b="b"/>
            <a:pathLst>
              <a:path w="47625" h="47625">
                <a:moveTo>
                  <a:pt x="17941" y="686"/>
                </a:moveTo>
                <a:lnTo>
                  <a:pt x="24410" y="0"/>
                </a:lnTo>
                <a:lnTo>
                  <a:pt x="27312" y="2345"/>
                </a:lnTo>
                <a:lnTo>
                  <a:pt x="28886" y="17169"/>
                </a:lnTo>
                <a:lnTo>
                  <a:pt x="43710" y="15596"/>
                </a:lnTo>
                <a:lnTo>
                  <a:pt x="46612" y="17941"/>
                </a:lnTo>
                <a:lnTo>
                  <a:pt x="47299" y="24410"/>
                </a:lnTo>
                <a:lnTo>
                  <a:pt x="44954" y="27312"/>
                </a:lnTo>
                <a:lnTo>
                  <a:pt x="30129" y="28886"/>
                </a:lnTo>
                <a:lnTo>
                  <a:pt x="31703" y="43710"/>
                </a:lnTo>
                <a:lnTo>
                  <a:pt x="29357" y="46613"/>
                </a:lnTo>
                <a:lnTo>
                  <a:pt x="22889" y="47299"/>
                </a:lnTo>
                <a:lnTo>
                  <a:pt x="19986" y="44954"/>
                </a:lnTo>
                <a:lnTo>
                  <a:pt x="18413" y="30130"/>
                </a:lnTo>
                <a:lnTo>
                  <a:pt x="6823" y="31360"/>
                </a:lnTo>
                <a:lnTo>
                  <a:pt x="3588" y="31703"/>
                </a:lnTo>
                <a:lnTo>
                  <a:pt x="686" y="29358"/>
                </a:lnTo>
                <a:lnTo>
                  <a:pt x="0" y="22889"/>
                </a:lnTo>
                <a:lnTo>
                  <a:pt x="2345" y="19986"/>
                </a:lnTo>
                <a:lnTo>
                  <a:pt x="17169" y="18413"/>
                </a:lnTo>
                <a:lnTo>
                  <a:pt x="15596" y="3589"/>
                </a:lnTo>
                <a:lnTo>
                  <a:pt x="17941" y="686"/>
                </a:lnTo>
                <a:close/>
              </a:path>
            </a:pathLst>
          </a:custGeom>
          <a:solidFill>
            <a:srgbClr val="0070C8"/>
          </a:solidFill>
        </p:spPr>
        <p:txBody>
          <a:bodyPr wrap="square" lIns="0" tIns="0" rIns="0" bIns="0" rtlCol="0"/>
          <a:lstStyle/>
          <a:p>
            <a:endParaRPr sz="700"/>
          </a:p>
        </p:txBody>
      </p:sp>
      <p:sp>
        <p:nvSpPr>
          <p:cNvPr id="301" name="object 301"/>
          <p:cNvSpPr/>
          <p:nvPr/>
        </p:nvSpPr>
        <p:spPr>
          <a:xfrm>
            <a:off x="8468274" y="941432"/>
            <a:ext cx="22225" cy="22225"/>
          </a:xfrm>
          <a:custGeom>
            <a:avLst/>
            <a:gdLst/>
            <a:ahLst/>
            <a:cxnLst/>
            <a:rect l="l" t="t" r="r" b="b"/>
            <a:pathLst>
              <a:path w="44450" h="44450">
                <a:moveTo>
                  <a:pt x="16758" y="641"/>
                </a:moveTo>
                <a:lnTo>
                  <a:pt x="22804" y="0"/>
                </a:lnTo>
                <a:lnTo>
                  <a:pt x="25512" y="2188"/>
                </a:lnTo>
                <a:lnTo>
                  <a:pt x="26983" y="16039"/>
                </a:lnTo>
                <a:lnTo>
                  <a:pt x="40834" y="14569"/>
                </a:lnTo>
                <a:lnTo>
                  <a:pt x="43542" y="16757"/>
                </a:lnTo>
                <a:lnTo>
                  <a:pt x="44184" y="22803"/>
                </a:lnTo>
                <a:lnTo>
                  <a:pt x="41995" y="25512"/>
                </a:lnTo>
                <a:lnTo>
                  <a:pt x="28144" y="26982"/>
                </a:lnTo>
                <a:lnTo>
                  <a:pt x="29614" y="40833"/>
                </a:lnTo>
                <a:lnTo>
                  <a:pt x="27426" y="43541"/>
                </a:lnTo>
                <a:lnTo>
                  <a:pt x="21380" y="44183"/>
                </a:lnTo>
                <a:lnTo>
                  <a:pt x="18671" y="41994"/>
                </a:lnTo>
                <a:lnTo>
                  <a:pt x="17201" y="28144"/>
                </a:lnTo>
                <a:lnTo>
                  <a:pt x="6373" y="29293"/>
                </a:lnTo>
                <a:lnTo>
                  <a:pt x="3350" y="29614"/>
                </a:lnTo>
                <a:lnTo>
                  <a:pt x="641" y="27425"/>
                </a:lnTo>
                <a:lnTo>
                  <a:pt x="0" y="21379"/>
                </a:lnTo>
                <a:lnTo>
                  <a:pt x="2188" y="18671"/>
                </a:lnTo>
                <a:lnTo>
                  <a:pt x="16039" y="17201"/>
                </a:lnTo>
                <a:lnTo>
                  <a:pt x="14569" y="3350"/>
                </a:lnTo>
                <a:lnTo>
                  <a:pt x="16758" y="641"/>
                </a:lnTo>
                <a:close/>
              </a:path>
            </a:pathLst>
          </a:custGeom>
          <a:solidFill>
            <a:srgbClr val="0070C8"/>
          </a:solidFill>
        </p:spPr>
        <p:txBody>
          <a:bodyPr wrap="square" lIns="0" tIns="0" rIns="0" bIns="0" rtlCol="0"/>
          <a:lstStyle/>
          <a:p>
            <a:endParaRPr sz="700"/>
          </a:p>
        </p:txBody>
      </p:sp>
      <p:sp>
        <p:nvSpPr>
          <p:cNvPr id="302" name="object 302"/>
          <p:cNvSpPr/>
          <p:nvPr/>
        </p:nvSpPr>
        <p:spPr>
          <a:xfrm>
            <a:off x="8475445" y="1003271"/>
            <a:ext cx="20638" cy="20638"/>
          </a:xfrm>
          <a:custGeom>
            <a:avLst/>
            <a:gdLst/>
            <a:ahLst/>
            <a:cxnLst/>
            <a:rect l="l" t="t" r="r" b="b"/>
            <a:pathLst>
              <a:path w="41275" h="41275">
                <a:moveTo>
                  <a:pt x="15573" y="596"/>
                </a:moveTo>
                <a:lnTo>
                  <a:pt x="21190" y="0"/>
                </a:lnTo>
                <a:lnTo>
                  <a:pt x="23710" y="2031"/>
                </a:lnTo>
                <a:lnTo>
                  <a:pt x="25077" y="14908"/>
                </a:lnTo>
                <a:lnTo>
                  <a:pt x="37949" y="13542"/>
                </a:lnTo>
                <a:lnTo>
                  <a:pt x="40470" y="15579"/>
                </a:lnTo>
                <a:lnTo>
                  <a:pt x="41065" y="21190"/>
                </a:lnTo>
                <a:lnTo>
                  <a:pt x="39034" y="23711"/>
                </a:lnTo>
                <a:lnTo>
                  <a:pt x="26157" y="25077"/>
                </a:lnTo>
                <a:lnTo>
                  <a:pt x="27523" y="37949"/>
                </a:lnTo>
                <a:lnTo>
                  <a:pt x="25492" y="40470"/>
                </a:lnTo>
                <a:lnTo>
                  <a:pt x="19875" y="41066"/>
                </a:lnTo>
                <a:lnTo>
                  <a:pt x="17355" y="39034"/>
                </a:lnTo>
                <a:lnTo>
                  <a:pt x="15988" y="26157"/>
                </a:lnTo>
                <a:lnTo>
                  <a:pt x="5921" y="27225"/>
                </a:lnTo>
                <a:lnTo>
                  <a:pt x="3110" y="27524"/>
                </a:lnTo>
                <a:lnTo>
                  <a:pt x="595" y="25486"/>
                </a:lnTo>
                <a:lnTo>
                  <a:pt x="0" y="19875"/>
                </a:lnTo>
                <a:lnTo>
                  <a:pt x="2031" y="17355"/>
                </a:lnTo>
                <a:lnTo>
                  <a:pt x="14908" y="15988"/>
                </a:lnTo>
                <a:lnTo>
                  <a:pt x="13542" y="3116"/>
                </a:lnTo>
                <a:lnTo>
                  <a:pt x="15573" y="596"/>
                </a:lnTo>
                <a:close/>
              </a:path>
            </a:pathLst>
          </a:custGeom>
          <a:solidFill>
            <a:srgbClr val="0070C8"/>
          </a:solidFill>
        </p:spPr>
        <p:txBody>
          <a:bodyPr wrap="square" lIns="0" tIns="0" rIns="0" bIns="0" rtlCol="0"/>
          <a:lstStyle/>
          <a:p>
            <a:endParaRPr sz="700"/>
          </a:p>
        </p:txBody>
      </p:sp>
      <p:sp>
        <p:nvSpPr>
          <p:cNvPr id="303" name="object 303"/>
          <p:cNvSpPr/>
          <p:nvPr/>
        </p:nvSpPr>
        <p:spPr>
          <a:xfrm>
            <a:off x="8482614" y="1065113"/>
            <a:ext cx="19050" cy="19050"/>
          </a:xfrm>
          <a:custGeom>
            <a:avLst/>
            <a:gdLst/>
            <a:ahLst/>
            <a:cxnLst/>
            <a:rect l="l" t="t" r="r" b="b"/>
            <a:pathLst>
              <a:path w="38100" h="38100">
                <a:moveTo>
                  <a:pt x="14396" y="550"/>
                </a:moveTo>
                <a:lnTo>
                  <a:pt x="19583" y="0"/>
                </a:lnTo>
                <a:lnTo>
                  <a:pt x="21910" y="1880"/>
                </a:lnTo>
                <a:lnTo>
                  <a:pt x="23173" y="13778"/>
                </a:lnTo>
                <a:lnTo>
                  <a:pt x="35071" y="12515"/>
                </a:lnTo>
                <a:lnTo>
                  <a:pt x="37398" y="14396"/>
                </a:lnTo>
                <a:lnTo>
                  <a:pt x="37949" y="19583"/>
                </a:lnTo>
                <a:lnTo>
                  <a:pt x="36069" y="21911"/>
                </a:lnTo>
                <a:lnTo>
                  <a:pt x="24170" y="23173"/>
                </a:lnTo>
                <a:lnTo>
                  <a:pt x="25433" y="35072"/>
                </a:lnTo>
                <a:lnTo>
                  <a:pt x="23552" y="37399"/>
                </a:lnTo>
                <a:lnTo>
                  <a:pt x="18366" y="37949"/>
                </a:lnTo>
                <a:lnTo>
                  <a:pt x="16038" y="36069"/>
                </a:lnTo>
                <a:lnTo>
                  <a:pt x="14775" y="24171"/>
                </a:lnTo>
                <a:lnTo>
                  <a:pt x="5471" y="25158"/>
                </a:lnTo>
                <a:lnTo>
                  <a:pt x="2877" y="25434"/>
                </a:lnTo>
                <a:lnTo>
                  <a:pt x="550" y="23553"/>
                </a:lnTo>
                <a:lnTo>
                  <a:pt x="0" y="18366"/>
                </a:lnTo>
                <a:lnTo>
                  <a:pt x="1880" y="16038"/>
                </a:lnTo>
                <a:lnTo>
                  <a:pt x="13778" y="14775"/>
                </a:lnTo>
                <a:lnTo>
                  <a:pt x="12515" y="2877"/>
                </a:lnTo>
                <a:lnTo>
                  <a:pt x="14396" y="550"/>
                </a:lnTo>
                <a:close/>
              </a:path>
            </a:pathLst>
          </a:custGeom>
          <a:solidFill>
            <a:srgbClr val="0070C8"/>
          </a:solidFill>
        </p:spPr>
        <p:txBody>
          <a:bodyPr wrap="square" lIns="0" tIns="0" rIns="0" bIns="0" rtlCol="0"/>
          <a:lstStyle/>
          <a:p>
            <a:endParaRPr sz="700"/>
          </a:p>
        </p:txBody>
      </p:sp>
      <p:sp>
        <p:nvSpPr>
          <p:cNvPr id="304" name="object 304"/>
          <p:cNvSpPr/>
          <p:nvPr/>
        </p:nvSpPr>
        <p:spPr>
          <a:xfrm>
            <a:off x="8489783" y="1126946"/>
            <a:ext cx="17463" cy="17463"/>
          </a:xfrm>
          <a:custGeom>
            <a:avLst/>
            <a:gdLst/>
            <a:ahLst/>
            <a:cxnLst/>
            <a:rect l="l" t="t" r="r" b="b"/>
            <a:pathLst>
              <a:path w="34925" h="34925">
                <a:moveTo>
                  <a:pt x="13223" y="505"/>
                </a:moveTo>
                <a:lnTo>
                  <a:pt x="17987" y="0"/>
                </a:lnTo>
                <a:lnTo>
                  <a:pt x="20127" y="1729"/>
                </a:lnTo>
                <a:lnTo>
                  <a:pt x="21287" y="12654"/>
                </a:lnTo>
                <a:lnTo>
                  <a:pt x="32212" y="11494"/>
                </a:lnTo>
                <a:lnTo>
                  <a:pt x="34352" y="13223"/>
                </a:lnTo>
                <a:lnTo>
                  <a:pt x="34858" y="17987"/>
                </a:lnTo>
                <a:lnTo>
                  <a:pt x="33128" y="20127"/>
                </a:lnTo>
                <a:lnTo>
                  <a:pt x="22203" y="21287"/>
                </a:lnTo>
                <a:lnTo>
                  <a:pt x="23363" y="32212"/>
                </a:lnTo>
                <a:lnTo>
                  <a:pt x="21634" y="34352"/>
                </a:lnTo>
                <a:lnTo>
                  <a:pt x="16870" y="34857"/>
                </a:lnTo>
                <a:lnTo>
                  <a:pt x="14730" y="33128"/>
                </a:lnTo>
                <a:lnTo>
                  <a:pt x="13570" y="22203"/>
                </a:lnTo>
                <a:lnTo>
                  <a:pt x="5027" y="23110"/>
                </a:lnTo>
                <a:lnTo>
                  <a:pt x="2645" y="23363"/>
                </a:lnTo>
                <a:lnTo>
                  <a:pt x="505" y="21634"/>
                </a:lnTo>
                <a:lnTo>
                  <a:pt x="0" y="16870"/>
                </a:lnTo>
                <a:lnTo>
                  <a:pt x="1729" y="14730"/>
                </a:lnTo>
                <a:lnTo>
                  <a:pt x="12654" y="13570"/>
                </a:lnTo>
                <a:lnTo>
                  <a:pt x="11494" y="2645"/>
                </a:lnTo>
                <a:lnTo>
                  <a:pt x="13223" y="505"/>
                </a:lnTo>
                <a:close/>
              </a:path>
            </a:pathLst>
          </a:custGeom>
          <a:solidFill>
            <a:srgbClr val="0070C8"/>
          </a:solidFill>
        </p:spPr>
        <p:txBody>
          <a:bodyPr wrap="square" lIns="0" tIns="0" rIns="0" bIns="0" rtlCol="0"/>
          <a:lstStyle/>
          <a:p>
            <a:endParaRPr sz="700"/>
          </a:p>
        </p:txBody>
      </p:sp>
      <p:sp>
        <p:nvSpPr>
          <p:cNvPr id="305" name="object 305"/>
          <p:cNvSpPr/>
          <p:nvPr/>
        </p:nvSpPr>
        <p:spPr>
          <a:xfrm>
            <a:off x="8496954" y="1188788"/>
            <a:ext cx="15875" cy="15875"/>
          </a:xfrm>
          <a:custGeom>
            <a:avLst/>
            <a:gdLst/>
            <a:ahLst/>
            <a:cxnLst/>
            <a:rect l="l" t="t" r="r" b="b"/>
            <a:pathLst>
              <a:path w="31750" h="31750">
                <a:moveTo>
                  <a:pt x="12035" y="460"/>
                </a:moveTo>
                <a:lnTo>
                  <a:pt x="16376" y="0"/>
                </a:lnTo>
                <a:lnTo>
                  <a:pt x="18322" y="1572"/>
                </a:lnTo>
                <a:lnTo>
                  <a:pt x="19377" y="11517"/>
                </a:lnTo>
                <a:lnTo>
                  <a:pt x="29323" y="10462"/>
                </a:lnTo>
                <a:lnTo>
                  <a:pt x="31269" y="12034"/>
                </a:lnTo>
                <a:lnTo>
                  <a:pt x="31730" y="16375"/>
                </a:lnTo>
                <a:lnTo>
                  <a:pt x="30157" y="18321"/>
                </a:lnTo>
                <a:lnTo>
                  <a:pt x="20212" y="19377"/>
                </a:lnTo>
                <a:lnTo>
                  <a:pt x="21267" y="29322"/>
                </a:lnTo>
                <a:lnTo>
                  <a:pt x="19695" y="31268"/>
                </a:lnTo>
                <a:lnTo>
                  <a:pt x="15354" y="31729"/>
                </a:lnTo>
                <a:lnTo>
                  <a:pt x="13408" y="30157"/>
                </a:lnTo>
                <a:lnTo>
                  <a:pt x="12352" y="20211"/>
                </a:lnTo>
                <a:lnTo>
                  <a:pt x="4577" y="21037"/>
                </a:lnTo>
                <a:lnTo>
                  <a:pt x="2406" y="21267"/>
                </a:lnTo>
                <a:lnTo>
                  <a:pt x="460" y="19694"/>
                </a:lnTo>
                <a:lnTo>
                  <a:pt x="0" y="15353"/>
                </a:lnTo>
                <a:lnTo>
                  <a:pt x="1572" y="13407"/>
                </a:lnTo>
                <a:lnTo>
                  <a:pt x="11518" y="12352"/>
                </a:lnTo>
                <a:lnTo>
                  <a:pt x="10462" y="2406"/>
                </a:lnTo>
                <a:lnTo>
                  <a:pt x="12035" y="460"/>
                </a:lnTo>
                <a:close/>
              </a:path>
            </a:pathLst>
          </a:custGeom>
          <a:solidFill>
            <a:srgbClr val="0070C8"/>
          </a:solidFill>
        </p:spPr>
        <p:txBody>
          <a:bodyPr wrap="square" lIns="0" tIns="0" rIns="0" bIns="0" rtlCol="0"/>
          <a:lstStyle/>
          <a:p>
            <a:endParaRPr sz="700"/>
          </a:p>
        </p:txBody>
      </p:sp>
      <p:sp>
        <p:nvSpPr>
          <p:cNvPr id="306" name="object 306"/>
          <p:cNvSpPr/>
          <p:nvPr/>
        </p:nvSpPr>
        <p:spPr>
          <a:xfrm>
            <a:off x="8372332" y="931415"/>
            <a:ext cx="22225" cy="22225"/>
          </a:xfrm>
          <a:custGeom>
            <a:avLst/>
            <a:gdLst/>
            <a:ahLst/>
            <a:cxnLst/>
            <a:rect l="l" t="t" r="r" b="b"/>
            <a:pathLst>
              <a:path w="44450" h="44450">
                <a:moveTo>
                  <a:pt x="16758" y="641"/>
                </a:moveTo>
                <a:lnTo>
                  <a:pt x="22804" y="0"/>
                </a:lnTo>
                <a:lnTo>
                  <a:pt x="25512" y="2188"/>
                </a:lnTo>
                <a:lnTo>
                  <a:pt x="26983" y="16039"/>
                </a:lnTo>
                <a:lnTo>
                  <a:pt x="40834" y="14569"/>
                </a:lnTo>
                <a:lnTo>
                  <a:pt x="43542" y="16757"/>
                </a:lnTo>
                <a:lnTo>
                  <a:pt x="44184" y="22803"/>
                </a:lnTo>
                <a:lnTo>
                  <a:pt x="41995" y="25512"/>
                </a:lnTo>
                <a:lnTo>
                  <a:pt x="28144" y="26982"/>
                </a:lnTo>
                <a:lnTo>
                  <a:pt x="29614" y="40833"/>
                </a:lnTo>
                <a:lnTo>
                  <a:pt x="27426" y="43541"/>
                </a:lnTo>
                <a:lnTo>
                  <a:pt x="21380" y="44183"/>
                </a:lnTo>
                <a:lnTo>
                  <a:pt x="18671" y="41994"/>
                </a:lnTo>
                <a:lnTo>
                  <a:pt x="17201" y="28144"/>
                </a:lnTo>
                <a:lnTo>
                  <a:pt x="6373" y="29293"/>
                </a:lnTo>
                <a:lnTo>
                  <a:pt x="3356" y="29613"/>
                </a:lnTo>
                <a:lnTo>
                  <a:pt x="641" y="27425"/>
                </a:lnTo>
                <a:lnTo>
                  <a:pt x="0" y="21379"/>
                </a:lnTo>
                <a:lnTo>
                  <a:pt x="2188" y="18671"/>
                </a:lnTo>
                <a:lnTo>
                  <a:pt x="16039" y="17201"/>
                </a:lnTo>
                <a:lnTo>
                  <a:pt x="14569" y="3350"/>
                </a:lnTo>
                <a:lnTo>
                  <a:pt x="16758" y="641"/>
                </a:lnTo>
                <a:close/>
              </a:path>
            </a:pathLst>
          </a:custGeom>
          <a:solidFill>
            <a:srgbClr val="0070C8"/>
          </a:solidFill>
        </p:spPr>
        <p:txBody>
          <a:bodyPr wrap="square" lIns="0" tIns="0" rIns="0" bIns="0" rtlCol="0"/>
          <a:lstStyle/>
          <a:p>
            <a:endParaRPr sz="700"/>
          </a:p>
        </p:txBody>
      </p:sp>
      <p:sp>
        <p:nvSpPr>
          <p:cNvPr id="307" name="object 307"/>
          <p:cNvSpPr/>
          <p:nvPr/>
        </p:nvSpPr>
        <p:spPr>
          <a:xfrm>
            <a:off x="8379406" y="992341"/>
            <a:ext cx="20638" cy="20638"/>
          </a:xfrm>
          <a:custGeom>
            <a:avLst/>
            <a:gdLst/>
            <a:ahLst/>
            <a:cxnLst/>
            <a:rect l="l" t="t" r="r" b="b"/>
            <a:pathLst>
              <a:path w="41275" h="41275">
                <a:moveTo>
                  <a:pt x="15573" y="596"/>
                </a:moveTo>
                <a:lnTo>
                  <a:pt x="21190" y="0"/>
                </a:lnTo>
                <a:lnTo>
                  <a:pt x="23710" y="2031"/>
                </a:lnTo>
                <a:lnTo>
                  <a:pt x="25077" y="14908"/>
                </a:lnTo>
                <a:lnTo>
                  <a:pt x="37949" y="13542"/>
                </a:lnTo>
                <a:lnTo>
                  <a:pt x="40470" y="15579"/>
                </a:lnTo>
                <a:lnTo>
                  <a:pt x="41065" y="21190"/>
                </a:lnTo>
                <a:lnTo>
                  <a:pt x="39034" y="23711"/>
                </a:lnTo>
                <a:lnTo>
                  <a:pt x="26157" y="25077"/>
                </a:lnTo>
                <a:lnTo>
                  <a:pt x="27523" y="37949"/>
                </a:lnTo>
                <a:lnTo>
                  <a:pt x="25492" y="40470"/>
                </a:lnTo>
                <a:lnTo>
                  <a:pt x="19875" y="41066"/>
                </a:lnTo>
                <a:lnTo>
                  <a:pt x="17355" y="39034"/>
                </a:lnTo>
                <a:lnTo>
                  <a:pt x="15988" y="26157"/>
                </a:lnTo>
                <a:lnTo>
                  <a:pt x="5922" y="27225"/>
                </a:lnTo>
                <a:lnTo>
                  <a:pt x="3110" y="27524"/>
                </a:lnTo>
                <a:lnTo>
                  <a:pt x="595" y="25486"/>
                </a:lnTo>
                <a:lnTo>
                  <a:pt x="0" y="19875"/>
                </a:lnTo>
                <a:lnTo>
                  <a:pt x="2031" y="17355"/>
                </a:lnTo>
                <a:lnTo>
                  <a:pt x="14908" y="15988"/>
                </a:lnTo>
                <a:lnTo>
                  <a:pt x="13542" y="3116"/>
                </a:lnTo>
                <a:lnTo>
                  <a:pt x="15573" y="596"/>
                </a:lnTo>
                <a:close/>
              </a:path>
            </a:pathLst>
          </a:custGeom>
          <a:solidFill>
            <a:srgbClr val="0070C8"/>
          </a:solidFill>
        </p:spPr>
        <p:txBody>
          <a:bodyPr wrap="square" lIns="0" tIns="0" rIns="0" bIns="0" rtlCol="0"/>
          <a:lstStyle/>
          <a:p>
            <a:endParaRPr sz="700"/>
          </a:p>
        </p:txBody>
      </p:sp>
      <p:sp>
        <p:nvSpPr>
          <p:cNvPr id="308" name="object 308"/>
          <p:cNvSpPr/>
          <p:nvPr/>
        </p:nvSpPr>
        <p:spPr>
          <a:xfrm>
            <a:off x="8386481" y="1053267"/>
            <a:ext cx="19050" cy="19050"/>
          </a:xfrm>
          <a:custGeom>
            <a:avLst/>
            <a:gdLst/>
            <a:ahLst/>
            <a:cxnLst/>
            <a:rect l="l" t="t" r="r" b="b"/>
            <a:pathLst>
              <a:path w="38100" h="38100">
                <a:moveTo>
                  <a:pt x="14396" y="550"/>
                </a:moveTo>
                <a:lnTo>
                  <a:pt x="19583" y="0"/>
                </a:lnTo>
                <a:lnTo>
                  <a:pt x="21910" y="1880"/>
                </a:lnTo>
                <a:lnTo>
                  <a:pt x="23173" y="13778"/>
                </a:lnTo>
                <a:lnTo>
                  <a:pt x="35071" y="12515"/>
                </a:lnTo>
                <a:lnTo>
                  <a:pt x="37398" y="14396"/>
                </a:lnTo>
                <a:lnTo>
                  <a:pt x="37949" y="19583"/>
                </a:lnTo>
                <a:lnTo>
                  <a:pt x="36069" y="21911"/>
                </a:lnTo>
                <a:lnTo>
                  <a:pt x="24170" y="23173"/>
                </a:lnTo>
                <a:lnTo>
                  <a:pt x="25433" y="35072"/>
                </a:lnTo>
                <a:lnTo>
                  <a:pt x="23552" y="37399"/>
                </a:lnTo>
                <a:lnTo>
                  <a:pt x="18366" y="37949"/>
                </a:lnTo>
                <a:lnTo>
                  <a:pt x="16038" y="36069"/>
                </a:lnTo>
                <a:lnTo>
                  <a:pt x="14775" y="24171"/>
                </a:lnTo>
                <a:lnTo>
                  <a:pt x="5471" y="25158"/>
                </a:lnTo>
                <a:lnTo>
                  <a:pt x="2871" y="25434"/>
                </a:lnTo>
                <a:lnTo>
                  <a:pt x="550" y="23553"/>
                </a:lnTo>
                <a:lnTo>
                  <a:pt x="0" y="18366"/>
                </a:lnTo>
                <a:lnTo>
                  <a:pt x="1880" y="16038"/>
                </a:lnTo>
                <a:lnTo>
                  <a:pt x="13778" y="14775"/>
                </a:lnTo>
                <a:lnTo>
                  <a:pt x="12515" y="2877"/>
                </a:lnTo>
                <a:lnTo>
                  <a:pt x="14396" y="550"/>
                </a:lnTo>
                <a:close/>
              </a:path>
            </a:pathLst>
          </a:custGeom>
          <a:solidFill>
            <a:srgbClr val="0070C8"/>
          </a:solidFill>
        </p:spPr>
        <p:txBody>
          <a:bodyPr wrap="square" lIns="0" tIns="0" rIns="0" bIns="0" rtlCol="0"/>
          <a:lstStyle/>
          <a:p>
            <a:endParaRPr sz="700"/>
          </a:p>
        </p:txBody>
      </p:sp>
      <p:sp>
        <p:nvSpPr>
          <p:cNvPr id="309" name="object 309"/>
          <p:cNvSpPr/>
          <p:nvPr/>
        </p:nvSpPr>
        <p:spPr>
          <a:xfrm>
            <a:off x="8393549" y="1114181"/>
            <a:ext cx="17463" cy="17463"/>
          </a:xfrm>
          <a:custGeom>
            <a:avLst/>
            <a:gdLst/>
            <a:ahLst/>
            <a:cxnLst/>
            <a:rect l="l" t="t" r="r" b="b"/>
            <a:pathLst>
              <a:path w="34925" h="34925">
                <a:moveTo>
                  <a:pt x="13223" y="505"/>
                </a:moveTo>
                <a:lnTo>
                  <a:pt x="17987" y="0"/>
                </a:lnTo>
                <a:lnTo>
                  <a:pt x="20127" y="1729"/>
                </a:lnTo>
                <a:lnTo>
                  <a:pt x="21287" y="12654"/>
                </a:lnTo>
                <a:lnTo>
                  <a:pt x="32212" y="11494"/>
                </a:lnTo>
                <a:lnTo>
                  <a:pt x="34352" y="13223"/>
                </a:lnTo>
                <a:lnTo>
                  <a:pt x="34858" y="17987"/>
                </a:lnTo>
                <a:lnTo>
                  <a:pt x="33128" y="20127"/>
                </a:lnTo>
                <a:lnTo>
                  <a:pt x="22203" y="21287"/>
                </a:lnTo>
                <a:lnTo>
                  <a:pt x="23363" y="32212"/>
                </a:lnTo>
                <a:lnTo>
                  <a:pt x="21634" y="34352"/>
                </a:lnTo>
                <a:lnTo>
                  <a:pt x="16870" y="34857"/>
                </a:lnTo>
                <a:lnTo>
                  <a:pt x="14730" y="33128"/>
                </a:lnTo>
                <a:lnTo>
                  <a:pt x="13570" y="22203"/>
                </a:lnTo>
                <a:lnTo>
                  <a:pt x="5027" y="23110"/>
                </a:lnTo>
                <a:lnTo>
                  <a:pt x="2645" y="23363"/>
                </a:lnTo>
                <a:lnTo>
                  <a:pt x="512" y="21639"/>
                </a:lnTo>
                <a:lnTo>
                  <a:pt x="0" y="16870"/>
                </a:lnTo>
                <a:lnTo>
                  <a:pt x="1729" y="14730"/>
                </a:lnTo>
                <a:lnTo>
                  <a:pt x="12654" y="13570"/>
                </a:lnTo>
                <a:lnTo>
                  <a:pt x="11494" y="2645"/>
                </a:lnTo>
                <a:lnTo>
                  <a:pt x="13223" y="505"/>
                </a:lnTo>
                <a:close/>
              </a:path>
            </a:pathLst>
          </a:custGeom>
          <a:solidFill>
            <a:srgbClr val="0070C8"/>
          </a:solidFill>
        </p:spPr>
        <p:txBody>
          <a:bodyPr wrap="square" lIns="0" tIns="0" rIns="0" bIns="0" rtlCol="0"/>
          <a:lstStyle/>
          <a:p>
            <a:endParaRPr sz="700"/>
          </a:p>
        </p:txBody>
      </p:sp>
      <p:sp>
        <p:nvSpPr>
          <p:cNvPr id="310" name="object 310"/>
          <p:cNvSpPr/>
          <p:nvPr/>
        </p:nvSpPr>
        <p:spPr>
          <a:xfrm>
            <a:off x="8400624" y="1175111"/>
            <a:ext cx="15875" cy="15875"/>
          </a:xfrm>
          <a:custGeom>
            <a:avLst/>
            <a:gdLst/>
            <a:ahLst/>
            <a:cxnLst/>
            <a:rect l="l" t="t" r="r" b="b"/>
            <a:pathLst>
              <a:path w="31750" h="31750">
                <a:moveTo>
                  <a:pt x="12035" y="460"/>
                </a:moveTo>
                <a:lnTo>
                  <a:pt x="16376" y="0"/>
                </a:lnTo>
                <a:lnTo>
                  <a:pt x="18322" y="1572"/>
                </a:lnTo>
                <a:lnTo>
                  <a:pt x="19377" y="11517"/>
                </a:lnTo>
                <a:lnTo>
                  <a:pt x="29323" y="10462"/>
                </a:lnTo>
                <a:lnTo>
                  <a:pt x="31269" y="12034"/>
                </a:lnTo>
                <a:lnTo>
                  <a:pt x="31730" y="16375"/>
                </a:lnTo>
                <a:lnTo>
                  <a:pt x="30157" y="18321"/>
                </a:lnTo>
                <a:lnTo>
                  <a:pt x="20212" y="19377"/>
                </a:lnTo>
                <a:lnTo>
                  <a:pt x="21267" y="29322"/>
                </a:lnTo>
                <a:lnTo>
                  <a:pt x="19695" y="31268"/>
                </a:lnTo>
                <a:lnTo>
                  <a:pt x="15354" y="31729"/>
                </a:lnTo>
                <a:lnTo>
                  <a:pt x="13408" y="30157"/>
                </a:lnTo>
                <a:lnTo>
                  <a:pt x="12352" y="20211"/>
                </a:lnTo>
                <a:lnTo>
                  <a:pt x="4577" y="21037"/>
                </a:lnTo>
                <a:lnTo>
                  <a:pt x="2406" y="21267"/>
                </a:lnTo>
                <a:lnTo>
                  <a:pt x="460" y="19694"/>
                </a:lnTo>
                <a:lnTo>
                  <a:pt x="0" y="15353"/>
                </a:lnTo>
                <a:lnTo>
                  <a:pt x="1572" y="13407"/>
                </a:lnTo>
                <a:lnTo>
                  <a:pt x="11518" y="12352"/>
                </a:lnTo>
                <a:lnTo>
                  <a:pt x="10462" y="2406"/>
                </a:lnTo>
                <a:lnTo>
                  <a:pt x="12035" y="460"/>
                </a:lnTo>
                <a:close/>
              </a:path>
            </a:pathLst>
          </a:custGeom>
          <a:solidFill>
            <a:srgbClr val="0070C8"/>
          </a:solidFill>
        </p:spPr>
        <p:txBody>
          <a:bodyPr wrap="square" lIns="0" tIns="0" rIns="0" bIns="0" rtlCol="0"/>
          <a:lstStyle/>
          <a:p>
            <a:endParaRPr sz="700"/>
          </a:p>
        </p:txBody>
      </p:sp>
      <p:sp>
        <p:nvSpPr>
          <p:cNvPr id="311" name="object 311"/>
          <p:cNvSpPr/>
          <p:nvPr/>
        </p:nvSpPr>
        <p:spPr>
          <a:xfrm>
            <a:off x="8282701" y="975136"/>
            <a:ext cx="20638" cy="20638"/>
          </a:xfrm>
          <a:custGeom>
            <a:avLst/>
            <a:gdLst/>
            <a:ahLst/>
            <a:cxnLst/>
            <a:rect l="l" t="t" r="r" b="b"/>
            <a:pathLst>
              <a:path w="41275" h="41275">
                <a:moveTo>
                  <a:pt x="15573" y="596"/>
                </a:moveTo>
                <a:lnTo>
                  <a:pt x="21190" y="0"/>
                </a:lnTo>
                <a:lnTo>
                  <a:pt x="23710" y="2031"/>
                </a:lnTo>
                <a:lnTo>
                  <a:pt x="25077" y="14908"/>
                </a:lnTo>
                <a:lnTo>
                  <a:pt x="37949" y="13542"/>
                </a:lnTo>
                <a:lnTo>
                  <a:pt x="40470" y="15579"/>
                </a:lnTo>
                <a:lnTo>
                  <a:pt x="41065" y="21190"/>
                </a:lnTo>
                <a:lnTo>
                  <a:pt x="39034" y="23711"/>
                </a:lnTo>
                <a:lnTo>
                  <a:pt x="26157" y="25077"/>
                </a:lnTo>
                <a:lnTo>
                  <a:pt x="27523" y="37949"/>
                </a:lnTo>
                <a:lnTo>
                  <a:pt x="25492" y="40470"/>
                </a:lnTo>
                <a:lnTo>
                  <a:pt x="19875" y="41066"/>
                </a:lnTo>
                <a:lnTo>
                  <a:pt x="17355" y="39034"/>
                </a:lnTo>
                <a:lnTo>
                  <a:pt x="15988" y="26157"/>
                </a:lnTo>
                <a:lnTo>
                  <a:pt x="5921" y="27225"/>
                </a:lnTo>
                <a:lnTo>
                  <a:pt x="3116" y="27523"/>
                </a:lnTo>
                <a:lnTo>
                  <a:pt x="595" y="25486"/>
                </a:lnTo>
                <a:lnTo>
                  <a:pt x="0" y="19875"/>
                </a:lnTo>
                <a:lnTo>
                  <a:pt x="2031" y="17355"/>
                </a:lnTo>
                <a:lnTo>
                  <a:pt x="14908" y="15988"/>
                </a:lnTo>
                <a:lnTo>
                  <a:pt x="13542" y="3116"/>
                </a:lnTo>
                <a:lnTo>
                  <a:pt x="15573" y="596"/>
                </a:lnTo>
                <a:close/>
              </a:path>
            </a:pathLst>
          </a:custGeom>
          <a:solidFill>
            <a:srgbClr val="0070C8"/>
          </a:solidFill>
        </p:spPr>
        <p:txBody>
          <a:bodyPr wrap="square" lIns="0" tIns="0" rIns="0" bIns="0" rtlCol="0"/>
          <a:lstStyle/>
          <a:p>
            <a:endParaRPr sz="700"/>
          </a:p>
        </p:txBody>
      </p:sp>
      <p:sp>
        <p:nvSpPr>
          <p:cNvPr id="312" name="object 312"/>
          <p:cNvSpPr/>
          <p:nvPr/>
        </p:nvSpPr>
        <p:spPr>
          <a:xfrm>
            <a:off x="8289648" y="1034856"/>
            <a:ext cx="19050" cy="19050"/>
          </a:xfrm>
          <a:custGeom>
            <a:avLst/>
            <a:gdLst/>
            <a:ahLst/>
            <a:cxnLst/>
            <a:rect l="l" t="t" r="r" b="b"/>
            <a:pathLst>
              <a:path w="38100" h="38100">
                <a:moveTo>
                  <a:pt x="14396" y="550"/>
                </a:moveTo>
                <a:lnTo>
                  <a:pt x="19583" y="0"/>
                </a:lnTo>
                <a:lnTo>
                  <a:pt x="21910" y="1880"/>
                </a:lnTo>
                <a:lnTo>
                  <a:pt x="23173" y="13778"/>
                </a:lnTo>
                <a:lnTo>
                  <a:pt x="35071" y="12515"/>
                </a:lnTo>
                <a:lnTo>
                  <a:pt x="37398" y="14396"/>
                </a:lnTo>
                <a:lnTo>
                  <a:pt x="37949" y="19583"/>
                </a:lnTo>
                <a:lnTo>
                  <a:pt x="36069" y="21910"/>
                </a:lnTo>
                <a:lnTo>
                  <a:pt x="24170" y="23173"/>
                </a:lnTo>
                <a:lnTo>
                  <a:pt x="25433" y="35072"/>
                </a:lnTo>
                <a:lnTo>
                  <a:pt x="23552" y="37399"/>
                </a:lnTo>
                <a:lnTo>
                  <a:pt x="18366" y="37949"/>
                </a:lnTo>
                <a:lnTo>
                  <a:pt x="16038" y="36069"/>
                </a:lnTo>
                <a:lnTo>
                  <a:pt x="14775" y="24171"/>
                </a:lnTo>
                <a:lnTo>
                  <a:pt x="5471" y="25158"/>
                </a:lnTo>
                <a:lnTo>
                  <a:pt x="2877" y="25434"/>
                </a:lnTo>
                <a:lnTo>
                  <a:pt x="550" y="23553"/>
                </a:lnTo>
                <a:lnTo>
                  <a:pt x="0" y="18366"/>
                </a:lnTo>
                <a:lnTo>
                  <a:pt x="1880" y="16038"/>
                </a:lnTo>
                <a:lnTo>
                  <a:pt x="13778" y="14775"/>
                </a:lnTo>
                <a:lnTo>
                  <a:pt x="12515" y="2877"/>
                </a:lnTo>
                <a:lnTo>
                  <a:pt x="14396" y="550"/>
                </a:lnTo>
                <a:close/>
              </a:path>
            </a:pathLst>
          </a:custGeom>
          <a:solidFill>
            <a:srgbClr val="0070C8"/>
          </a:solidFill>
        </p:spPr>
        <p:txBody>
          <a:bodyPr wrap="square" lIns="0" tIns="0" rIns="0" bIns="0" rtlCol="0"/>
          <a:lstStyle/>
          <a:p>
            <a:endParaRPr sz="700"/>
          </a:p>
        </p:txBody>
      </p:sp>
      <p:sp>
        <p:nvSpPr>
          <p:cNvPr id="313" name="object 313"/>
          <p:cNvSpPr/>
          <p:nvPr/>
        </p:nvSpPr>
        <p:spPr>
          <a:xfrm>
            <a:off x="8296591" y="1094564"/>
            <a:ext cx="17463" cy="17463"/>
          </a:xfrm>
          <a:custGeom>
            <a:avLst/>
            <a:gdLst/>
            <a:ahLst/>
            <a:cxnLst/>
            <a:rect l="l" t="t" r="r" b="b"/>
            <a:pathLst>
              <a:path w="34925" h="34925">
                <a:moveTo>
                  <a:pt x="13223" y="505"/>
                </a:moveTo>
                <a:lnTo>
                  <a:pt x="17987" y="0"/>
                </a:lnTo>
                <a:lnTo>
                  <a:pt x="20127" y="1729"/>
                </a:lnTo>
                <a:lnTo>
                  <a:pt x="21287" y="12654"/>
                </a:lnTo>
                <a:lnTo>
                  <a:pt x="32212" y="11494"/>
                </a:lnTo>
                <a:lnTo>
                  <a:pt x="34352" y="13223"/>
                </a:lnTo>
                <a:lnTo>
                  <a:pt x="34858" y="17987"/>
                </a:lnTo>
                <a:lnTo>
                  <a:pt x="33128" y="20127"/>
                </a:lnTo>
                <a:lnTo>
                  <a:pt x="22203" y="21287"/>
                </a:lnTo>
                <a:lnTo>
                  <a:pt x="23363" y="32212"/>
                </a:lnTo>
                <a:lnTo>
                  <a:pt x="21634" y="34352"/>
                </a:lnTo>
                <a:lnTo>
                  <a:pt x="16870" y="34857"/>
                </a:lnTo>
                <a:lnTo>
                  <a:pt x="14730" y="33128"/>
                </a:lnTo>
                <a:lnTo>
                  <a:pt x="13570" y="22203"/>
                </a:lnTo>
                <a:lnTo>
                  <a:pt x="5027" y="23110"/>
                </a:lnTo>
                <a:lnTo>
                  <a:pt x="2645" y="23363"/>
                </a:lnTo>
                <a:lnTo>
                  <a:pt x="505" y="21640"/>
                </a:lnTo>
                <a:lnTo>
                  <a:pt x="0" y="16870"/>
                </a:lnTo>
                <a:lnTo>
                  <a:pt x="1729" y="14730"/>
                </a:lnTo>
                <a:lnTo>
                  <a:pt x="12654" y="13570"/>
                </a:lnTo>
                <a:lnTo>
                  <a:pt x="11494" y="2645"/>
                </a:lnTo>
                <a:lnTo>
                  <a:pt x="13223" y="505"/>
                </a:lnTo>
                <a:close/>
              </a:path>
            </a:pathLst>
          </a:custGeom>
          <a:solidFill>
            <a:srgbClr val="0070C8"/>
          </a:solidFill>
        </p:spPr>
        <p:txBody>
          <a:bodyPr wrap="square" lIns="0" tIns="0" rIns="0" bIns="0" rtlCol="0"/>
          <a:lstStyle/>
          <a:p>
            <a:endParaRPr sz="700"/>
          </a:p>
        </p:txBody>
      </p:sp>
      <p:sp>
        <p:nvSpPr>
          <p:cNvPr id="314" name="object 314"/>
          <p:cNvSpPr/>
          <p:nvPr/>
        </p:nvSpPr>
        <p:spPr>
          <a:xfrm>
            <a:off x="8303534" y="1154287"/>
            <a:ext cx="15875" cy="15875"/>
          </a:xfrm>
          <a:custGeom>
            <a:avLst/>
            <a:gdLst/>
            <a:ahLst/>
            <a:cxnLst/>
            <a:rect l="l" t="t" r="r" b="b"/>
            <a:pathLst>
              <a:path w="31750" h="31750">
                <a:moveTo>
                  <a:pt x="12035" y="460"/>
                </a:moveTo>
                <a:lnTo>
                  <a:pt x="16376" y="0"/>
                </a:lnTo>
                <a:lnTo>
                  <a:pt x="18322" y="1572"/>
                </a:lnTo>
                <a:lnTo>
                  <a:pt x="19377" y="11517"/>
                </a:lnTo>
                <a:lnTo>
                  <a:pt x="29323" y="10462"/>
                </a:lnTo>
                <a:lnTo>
                  <a:pt x="31269" y="12034"/>
                </a:lnTo>
                <a:lnTo>
                  <a:pt x="31730" y="16375"/>
                </a:lnTo>
                <a:lnTo>
                  <a:pt x="30157" y="18321"/>
                </a:lnTo>
                <a:lnTo>
                  <a:pt x="20212" y="19377"/>
                </a:lnTo>
                <a:lnTo>
                  <a:pt x="21267" y="29322"/>
                </a:lnTo>
                <a:lnTo>
                  <a:pt x="19695" y="31268"/>
                </a:lnTo>
                <a:lnTo>
                  <a:pt x="15354" y="31729"/>
                </a:lnTo>
                <a:lnTo>
                  <a:pt x="13408" y="30157"/>
                </a:lnTo>
                <a:lnTo>
                  <a:pt x="12352" y="20211"/>
                </a:lnTo>
                <a:lnTo>
                  <a:pt x="4577" y="21037"/>
                </a:lnTo>
                <a:lnTo>
                  <a:pt x="2406" y="21267"/>
                </a:lnTo>
                <a:lnTo>
                  <a:pt x="460" y="19694"/>
                </a:lnTo>
                <a:lnTo>
                  <a:pt x="0" y="15353"/>
                </a:lnTo>
                <a:lnTo>
                  <a:pt x="1572" y="13407"/>
                </a:lnTo>
                <a:lnTo>
                  <a:pt x="11518" y="12352"/>
                </a:lnTo>
                <a:lnTo>
                  <a:pt x="10462" y="2406"/>
                </a:lnTo>
                <a:lnTo>
                  <a:pt x="12035" y="460"/>
                </a:lnTo>
                <a:close/>
              </a:path>
            </a:pathLst>
          </a:custGeom>
          <a:solidFill>
            <a:srgbClr val="0070C8"/>
          </a:solidFill>
        </p:spPr>
        <p:txBody>
          <a:bodyPr wrap="square" lIns="0" tIns="0" rIns="0" bIns="0" rtlCol="0"/>
          <a:lstStyle/>
          <a:p>
            <a:endParaRPr sz="700"/>
          </a:p>
        </p:txBody>
      </p:sp>
      <p:grpSp>
        <p:nvGrpSpPr>
          <p:cNvPr id="315" name="object 315"/>
          <p:cNvGrpSpPr/>
          <p:nvPr/>
        </p:nvGrpSpPr>
        <p:grpSpPr>
          <a:xfrm>
            <a:off x="7218383" y="0"/>
            <a:ext cx="1925638" cy="1033780"/>
            <a:chOff x="14436766" y="0"/>
            <a:chExt cx="3851275" cy="2067560"/>
          </a:xfrm>
        </p:grpSpPr>
        <p:pic>
          <p:nvPicPr>
            <p:cNvPr id="316" name="object 316"/>
            <p:cNvPicPr/>
            <p:nvPr/>
          </p:nvPicPr>
          <p:blipFill>
            <a:blip r:embed="rId62" cstate="print"/>
            <a:stretch>
              <a:fillRect/>
            </a:stretch>
          </p:blipFill>
          <p:spPr>
            <a:xfrm>
              <a:off x="14436766" y="0"/>
              <a:ext cx="3851232" cy="2059383"/>
            </a:xfrm>
            <a:prstGeom prst="rect">
              <a:avLst/>
            </a:prstGeom>
          </p:spPr>
        </p:pic>
        <p:sp>
          <p:nvSpPr>
            <p:cNvPr id="317" name="object 317"/>
            <p:cNvSpPr/>
            <p:nvPr/>
          </p:nvSpPr>
          <p:spPr>
            <a:xfrm>
              <a:off x="16385271" y="2029522"/>
              <a:ext cx="38100" cy="38100"/>
            </a:xfrm>
            <a:custGeom>
              <a:avLst/>
              <a:gdLst/>
              <a:ahLst/>
              <a:cxnLst/>
              <a:rect l="l" t="t" r="r" b="b"/>
              <a:pathLst>
                <a:path w="38100" h="38100">
                  <a:moveTo>
                    <a:pt x="14396" y="550"/>
                  </a:moveTo>
                  <a:lnTo>
                    <a:pt x="19583" y="0"/>
                  </a:lnTo>
                  <a:lnTo>
                    <a:pt x="21910" y="1880"/>
                  </a:lnTo>
                  <a:lnTo>
                    <a:pt x="23173" y="13778"/>
                  </a:lnTo>
                  <a:lnTo>
                    <a:pt x="35071" y="12515"/>
                  </a:lnTo>
                  <a:lnTo>
                    <a:pt x="37398" y="14396"/>
                  </a:lnTo>
                  <a:lnTo>
                    <a:pt x="37949" y="19583"/>
                  </a:lnTo>
                  <a:lnTo>
                    <a:pt x="36069" y="21911"/>
                  </a:lnTo>
                  <a:lnTo>
                    <a:pt x="24170" y="23173"/>
                  </a:lnTo>
                  <a:lnTo>
                    <a:pt x="25433" y="35072"/>
                  </a:lnTo>
                  <a:lnTo>
                    <a:pt x="23552" y="37399"/>
                  </a:lnTo>
                  <a:lnTo>
                    <a:pt x="18366" y="37949"/>
                  </a:lnTo>
                  <a:lnTo>
                    <a:pt x="16038" y="36069"/>
                  </a:lnTo>
                  <a:lnTo>
                    <a:pt x="14775" y="24171"/>
                  </a:lnTo>
                  <a:lnTo>
                    <a:pt x="5471" y="25158"/>
                  </a:lnTo>
                  <a:lnTo>
                    <a:pt x="2877" y="25434"/>
                  </a:lnTo>
                  <a:lnTo>
                    <a:pt x="550" y="23553"/>
                  </a:lnTo>
                  <a:lnTo>
                    <a:pt x="0" y="18366"/>
                  </a:lnTo>
                  <a:lnTo>
                    <a:pt x="1880" y="16038"/>
                  </a:lnTo>
                  <a:lnTo>
                    <a:pt x="13778" y="14775"/>
                  </a:lnTo>
                  <a:lnTo>
                    <a:pt x="12515" y="2877"/>
                  </a:lnTo>
                  <a:lnTo>
                    <a:pt x="14396" y="550"/>
                  </a:lnTo>
                  <a:close/>
                </a:path>
              </a:pathLst>
            </a:custGeom>
            <a:solidFill>
              <a:srgbClr val="0070C8"/>
            </a:solidFill>
          </p:spPr>
          <p:txBody>
            <a:bodyPr wrap="square" lIns="0" tIns="0" rIns="0" bIns="0" rtlCol="0"/>
            <a:lstStyle/>
            <a:p>
              <a:endParaRPr sz="700"/>
            </a:p>
          </p:txBody>
        </p:sp>
      </p:grpSp>
      <p:sp>
        <p:nvSpPr>
          <p:cNvPr id="318" name="object 318"/>
          <p:cNvSpPr/>
          <p:nvPr/>
        </p:nvSpPr>
        <p:spPr>
          <a:xfrm>
            <a:off x="8199444" y="1073202"/>
            <a:ext cx="17463" cy="17463"/>
          </a:xfrm>
          <a:custGeom>
            <a:avLst/>
            <a:gdLst/>
            <a:ahLst/>
            <a:cxnLst/>
            <a:rect l="l" t="t" r="r" b="b"/>
            <a:pathLst>
              <a:path w="34925" h="34925">
                <a:moveTo>
                  <a:pt x="13223" y="505"/>
                </a:moveTo>
                <a:lnTo>
                  <a:pt x="17987" y="0"/>
                </a:lnTo>
                <a:lnTo>
                  <a:pt x="20127" y="1729"/>
                </a:lnTo>
                <a:lnTo>
                  <a:pt x="21287" y="12654"/>
                </a:lnTo>
                <a:lnTo>
                  <a:pt x="32212" y="11494"/>
                </a:lnTo>
                <a:lnTo>
                  <a:pt x="34352" y="13223"/>
                </a:lnTo>
                <a:lnTo>
                  <a:pt x="34857" y="17987"/>
                </a:lnTo>
                <a:lnTo>
                  <a:pt x="33128" y="20127"/>
                </a:lnTo>
                <a:lnTo>
                  <a:pt x="22203" y="21287"/>
                </a:lnTo>
                <a:lnTo>
                  <a:pt x="23363" y="32212"/>
                </a:lnTo>
                <a:lnTo>
                  <a:pt x="21634" y="34352"/>
                </a:lnTo>
                <a:lnTo>
                  <a:pt x="16870" y="34857"/>
                </a:lnTo>
                <a:lnTo>
                  <a:pt x="14730" y="33128"/>
                </a:lnTo>
                <a:lnTo>
                  <a:pt x="13570" y="22203"/>
                </a:lnTo>
                <a:lnTo>
                  <a:pt x="5027" y="23110"/>
                </a:lnTo>
                <a:lnTo>
                  <a:pt x="2645" y="23363"/>
                </a:lnTo>
                <a:lnTo>
                  <a:pt x="506" y="21640"/>
                </a:lnTo>
                <a:lnTo>
                  <a:pt x="0" y="16870"/>
                </a:lnTo>
                <a:lnTo>
                  <a:pt x="1729" y="14730"/>
                </a:lnTo>
                <a:lnTo>
                  <a:pt x="12654" y="13570"/>
                </a:lnTo>
                <a:lnTo>
                  <a:pt x="11494" y="2645"/>
                </a:lnTo>
                <a:lnTo>
                  <a:pt x="13223" y="505"/>
                </a:lnTo>
                <a:close/>
              </a:path>
            </a:pathLst>
          </a:custGeom>
          <a:solidFill>
            <a:srgbClr val="0070C8"/>
          </a:solidFill>
        </p:spPr>
        <p:txBody>
          <a:bodyPr wrap="square" lIns="0" tIns="0" rIns="0" bIns="0" rtlCol="0"/>
          <a:lstStyle/>
          <a:p>
            <a:endParaRPr sz="700"/>
          </a:p>
        </p:txBody>
      </p:sp>
      <p:sp>
        <p:nvSpPr>
          <p:cNvPr id="319" name="object 319"/>
          <p:cNvSpPr/>
          <p:nvPr/>
        </p:nvSpPr>
        <p:spPr>
          <a:xfrm>
            <a:off x="8206256" y="1131655"/>
            <a:ext cx="15875" cy="15875"/>
          </a:xfrm>
          <a:custGeom>
            <a:avLst/>
            <a:gdLst/>
            <a:ahLst/>
            <a:cxnLst/>
            <a:rect l="l" t="t" r="r" b="b"/>
            <a:pathLst>
              <a:path w="31750" h="31750">
                <a:moveTo>
                  <a:pt x="12035" y="460"/>
                </a:moveTo>
                <a:lnTo>
                  <a:pt x="16376" y="0"/>
                </a:lnTo>
                <a:lnTo>
                  <a:pt x="18322" y="1572"/>
                </a:lnTo>
                <a:lnTo>
                  <a:pt x="19377" y="11517"/>
                </a:lnTo>
                <a:lnTo>
                  <a:pt x="29323" y="10462"/>
                </a:lnTo>
                <a:lnTo>
                  <a:pt x="31269" y="12034"/>
                </a:lnTo>
                <a:lnTo>
                  <a:pt x="31730" y="16375"/>
                </a:lnTo>
                <a:lnTo>
                  <a:pt x="30157" y="18321"/>
                </a:lnTo>
                <a:lnTo>
                  <a:pt x="20212" y="19377"/>
                </a:lnTo>
                <a:lnTo>
                  <a:pt x="21267" y="29322"/>
                </a:lnTo>
                <a:lnTo>
                  <a:pt x="19695" y="31268"/>
                </a:lnTo>
                <a:lnTo>
                  <a:pt x="15354" y="31729"/>
                </a:lnTo>
                <a:lnTo>
                  <a:pt x="13408" y="30157"/>
                </a:lnTo>
                <a:lnTo>
                  <a:pt x="12352" y="20211"/>
                </a:lnTo>
                <a:lnTo>
                  <a:pt x="4577" y="21037"/>
                </a:lnTo>
                <a:lnTo>
                  <a:pt x="2406" y="21267"/>
                </a:lnTo>
                <a:lnTo>
                  <a:pt x="461" y="19694"/>
                </a:lnTo>
                <a:lnTo>
                  <a:pt x="0" y="15353"/>
                </a:lnTo>
                <a:lnTo>
                  <a:pt x="1572" y="13407"/>
                </a:lnTo>
                <a:lnTo>
                  <a:pt x="11518" y="12352"/>
                </a:lnTo>
                <a:lnTo>
                  <a:pt x="10462" y="2406"/>
                </a:lnTo>
                <a:lnTo>
                  <a:pt x="12035" y="460"/>
                </a:lnTo>
                <a:close/>
              </a:path>
            </a:pathLst>
          </a:custGeom>
          <a:solidFill>
            <a:srgbClr val="0070C8"/>
          </a:solidFill>
        </p:spPr>
        <p:txBody>
          <a:bodyPr wrap="square" lIns="0" tIns="0" rIns="0" bIns="0" rtlCol="0"/>
          <a:lstStyle/>
          <a:p>
            <a:endParaRPr sz="700"/>
          </a:p>
        </p:txBody>
      </p:sp>
      <p:sp>
        <p:nvSpPr>
          <p:cNvPr id="320" name="object 320"/>
          <p:cNvSpPr/>
          <p:nvPr/>
        </p:nvSpPr>
        <p:spPr>
          <a:xfrm>
            <a:off x="8101332" y="1042732"/>
            <a:ext cx="17463" cy="17463"/>
          </a:xfrm>
          <a:custGeom>
            <a:avLst/>
            <a:gdLst/>
            <a:ahLst/>
            <a:cxnLst/>
            <a:rect l="l" t="t" r="r" b="b"/>
            <a:pathLst>
              <a:path w="34925" h="34925">
                <a:moveTo>
                  <a:pt x="13223" y="505"/>
                </a:moveTo>
                <a:lnTo>
                  <a:pt x="17987" y="0"/>
                </a:lnTo>
                <a:lnTo>
                  <a:pt x="20127" y="1729"/>
                </a:lnTo>
                <a:lnTo>
                  <a:pt x="21287" y="12654"/>
                </a:lnTo>
                <a:lnTo>
                  <a:pt x="32212" y="11494"/>
                </a:lnTo>
                <a:lnTo>
                  <a:pt x="34352" y="13223"/>
                </a:lnTo>
                <a:lnTo>
                  <a:pt x="34857" y="17987"/>
                </a:lnTo>
                <a:lnTo>
                  <a:pt x="33128" y="20127"/>
                </a:lnTo>
                <a:lnTo>
                  <a:pt x="22203" y="21287"/>
                </a:lnTo>
                <a:lnTo>
                  <a:pt x="23363" y="32212"/>
                </a:lnTo>
                <a:lnTo>
                  <a:pt x="21634" y="34352"/>
                </a:lnTo>
                <a:lnTo>
                  <a:pt x="16870" y="34857"/>
                </a:lnTo>
                <a:lnTo>
                  <a:pt x="14730" y="33128"/>
                </a:lnTo>
                <a:lnTo>
                  <a:pt x="13570" y="22203"/>
                </a:lnTo>
                <a:lnTo>
                  <a:pt x="5027" y="23110"/>
                </a:lnTo>
                <a:lnTo>
                  <a:pt x="2645" y="23363"/>
                </a:lnTo>
                <a:lnTo>
                  <a:pt x="505" y="21634"/>
                </a:lnTo>
                <a:lnTo>
                  <a:pt x="0" y="16870"/>
                </a:lnTo>
                <a:lnTo>
                  <a:pt x="1729" y="14730"/>
                </a:lnTo>
                <a:lnTo>
                  <a:pt x="12654" y="13570"/>
                </a:lnTo>
                <a:lnTo>
                  <a:pt x="11494" y="2645"/>
                </a:lnTo>
                <a:lnTo>
                  <a:pt x="13223" y="505"/>
                </a:lnTo>
                <a:close/>
              </a:path>
            </a:pathLst>
          </a:custGeom>
          <a:solidFill>
            <a:srgbClr val="0070C8"/>
          </a:solidFill>
        </p:spPr>
        <p:txBody>
          <a:bodyPr wrap="square" lIns="0" tIns="0" rIns="0" bIns="0" rtlCol="0"/>
          <a:lstStyle/>
          <a:p>
            <a:endParaRPr sz="700"/>
          </a:p>
        </p:txBody>
      </p:sp>
      <p:sp>
        <p:nvSpPr>
          <p:cNvPr id="321" name="object 321"/>
          <p:cNvSpPr/>
          <p:nvPr/>
        </p:nvSpPr>
        <p:spPr>
          <a:xfrm>
            <a:off x="8107969" y="1099538"/>
            <a:ext cx="15875" cy="15875"/>
          </a:xfrm>
          <a:custGeom>
            <a:avLst/>
            <a:gdLst/>
            <a:ahLst/>
            <a:cxnLst/>
            <a:rect l="l" t="t" r="r" b="b"/>
            <a:pathLst>
              <a:path w="31750" h="31750">
                <a:moveTo>
                  <a:pt x="12035" y="460"/>
                </a:moveTo>
                <a:lnTo>
                  <a:pt x="16376" y="0"/>
                </a:lnTo>
                <a:lnTo>
                  <a:pt x="18322" y="1572"/>
                </a:lnTo>
                <a:lnTo>
                  <a:pt x="19378" y="11517"/>
                </a:lnTo>
                <a:lnTo>
                  <a:pt x="29323" y="10462"/>
                </a:lnTo>
                <a:lnTo>
                  <a:pt x="31269" y="12034"/>
                </a:lnTo>
                <a:lnTo>
                  <a:pt x="31730" y="16375"/>
                </a:lnTo>
                <a:lnTo>
                  <a:pt x="30157" y="18321"/>
                </a:lnTo>
                <a:lnTo>
                  <a:pt x="20212" y="19377"/>
                </a:lnTo>
                <a:lnTo>
                  <a:pt x="21267" y="29322"/>
                </a:lnTo>
                <a:lnTo>
                  <a:pt x="19695" y="31268"/>
                </a:lnTo>
                <a:lnTo>
                  <a:pt x="15354" y="31729"/>
                </a:lnTo>
                <a:lnTo>
                  <a:pt x="13408" y="30157"/>
                </a:lnTo>
                <a:lnTo>
                  <a:pt x="12352" y="20211"/>
                </a:lnTo>
                <a:lnTo>
                  <a:pt x="4577" y="21037"/>
                </a:lnTo>
                <a:lnTo>
                  <a:pt x="2406" y="21267"/>
                </a:lnTo>
                <a:lnTo>
                  <a:pt x="460" y="19694"/>
                </a:lnTo>
                <a:lnTo>
                  <a:pt x="0" y="15353"/>
                </a:lnTo>
                <a:lnTo>
                  <a:pt x="1572" y="13407"/>
                </a:lnTo>
                <a:lnTo>
                  <a:pt x="11518" y="12352"/>
                </a:lnTo>
                <a:lnTo>
                  <a:pt x="10462" y="2406"/>
                </a:lnTo>
                <a:lnTo>
                  <a:pt x="12035" y="460"/>
                </a:lnTo>
                <a:close/>
              </a:path>
            </a:pathLst>
          </a:custGeom>
          <a:solidFill>
            <a:srgbClr val="0070C8"/>
          </a:solidFill>
        </p:spPr>
        <p:txBody>
          <a:bodyPr wrap="square" lIns="0" tIns="0" rIns="0" bIns="0" rtlCol="0"/>
          <a:lstStyle/>
          <a:p>
            <a:endParaRPr sz="700"/>
          </a:p>
        </p:txBody>
      </p:sp>
      <p:pic>
        <p:nvPicPr>
          <p:cNvPr id="322" name="object 322"/>
          <p:cNvPicPr/>
          <p:nvPr/>
        </p:nvPicPr>
        <p:blipFill>
          <a:blip r:embed="rId63" cstate="print"/>
          <a:stretch>
            <a:fillRect/>
          </a:stretch>
        </p:blipFill>
        <p:spPr>
          <a:xfrm>
            <a:off x="7126743" y="0"/>
            <a:ext cx="49413" cy="113649"/>
          </a:xfrm>
          <a:prstGeom prst="rect">
            <a:avLst/>
          </a:prstGeom>
        </p:spPr>
      </p:pic>
      <p:sp>
        <p:nvSpPr>
          <p:cNvPr id="323" name="Rectangle 322"/>
          <p:cNvSpPr/>
          <p:nvPr/>
        </p:nvSpPr>
        <p:spPr>
          <a:xfrm>
            <a:off x="1115479" y="198425"/>
            <a:ext cx="6743103" cy="553998"/>
          </a:xfrm>
          <a:prstGeom prst="rect">
            <a:avLst/>
          </a:prstGeom>
        </p:spPr>
        <p:txBody>
          <a:bodyPr wrap="square">
            <a:spAutoFit/>
          </a:bodyPr>
          <a:lstStyle/>
          <a:p>
            <a:pPr algn="ctr">
              <a:defRPr sz="3000">
                <a:solidFill>
                  <a:srgbClr val="003868"/>
                </a:solidFill>
                <a:latin typeface="Montserrat Bold"/>
                <a:ea typeface="Montserrat Bold"/>
                <a:cs typeface="Montserrat Bold"/>
                <a:sym typeface="Montserrat Bold"/>
              </a:defRPr>
            </a:pPr>
            <a:r>
              <a:rPr lang="en-GB" sz="3000" dirty="0">
                <a:solidFill>
                  <a:srgbClr val="003868"/>
                </a:solidFill>
                <a:latin typeface="Montserrat Bold"/>
              </a:rPr>
              <a:t>Vacation Request</a:t>
            </a:r>
          </a:p>
        </p:txBody>
      </p:sp>
      <p:sp>
        <p:nvSpPr>
          <p:cNvPr id="329" name="Rectangle 328"/>
          <p:cNvSpPr/>
          <p:nvPr/>
        </p:nvSpPr>
        <p:spPr>
          <a:xfrm>
            <a:off x="359394" y="1200150"/>
            <a:ext cx="8728919" cy="459869"/>
          </a:xfrm>
          <a:prstGeom prst="rect">
            <a:avLst/>
          </a:prstGeom>
        </p:spPr>
        <p:txBody>
          <a:bodyPr wrap="square">
            <a:spAutoFit/>
          </a:bodyPr>
          <a:lstStyle/>
          <a:p>
            <a:pPr marL="171450" indent="-171450">
              <a:lnSpc>
                <a:spcPct val="200000"/>
              </a:lnSpc>
              <a:buFont typeface="Arial" panose="020B0604020202020204" pitchFamily="34" charset="0"/>
              <a:buChar char="•"/>
            </a:pPr>
            <a:endParaRPr lang="en-GB" b="1" spc="440" dirty="0">
              <a:solidFill>
                <a:srgbClr val="FFFFFF"/>
              </a:solidFill>
              <a:latin typeface="Bahnschrift SemiBold" panose="020B0502040204020203" pitchFamily="34" charset="0"/>
              <a:ea typeface="+mj-ea"/>
              <a:cs typeface="Arial" panose="020B0604020202020204" pitchFamily="34" charset="0"/>
            </a:endParaRPr>
          </a:p>
        </p:txBody>
      </p:sp>
      <p:pic>
        <p:nvPicPr>
          <p:cNvPr id="325" name="Content Placeholder 3"/>
          <p:cNvPicPr>
            <a:picLocks noChangeAspect="1"/>
          </p:cNvPicPr>
          <p:nvPr/>
        </p:nvPicPr>
        <p:blipFill rotWithShape="1">
          <a:blip r:embed="rId64"/>
          <a:srcRect l="44157" t="54197" r="46020" b="29516"/>
          <a:stretch/>
        </p:blipFill>
        <p:spPr>
          <a:xfrm>
            <a:off x="7980252" y="23569"/>
            <a:ext cx="1143001" cy="1029904"/>
          </a:xfrm>
          <a:prstGeom prst="rect">
            <a:avLst/>
          </a:prstGeom>
        </p:spPr>
      </p:pic>
      <p:pic>
        <p:nvPicPr>
          <p:cNvPr id="2" name="Picture 1"/>
          <p:cNvPicPr>
            <a:picLocks noChangeAspect="1"/>
          </p:cNvPicPr>
          <p:nvPr/>
        </p:nvPicPr>
        <p:blipFill>
          <a:blip r:embed="rId65" cstate="print">
            <a:extLst>
              <a:ext uri="{28A0092B-C50C-407E-A947-70E740481C1C}">
                <a14:useLocalDpi xmlns:a14="http://schemas.microsoft.com/office/drawing/2010/main" val="0"/>
              </a:ext>
            </a:extLst>
          </a:blip>
          <a:stretch>
            <a:fillRect/>
          </a:stretch>
        </p:blipFill>
        <p:spPr>
          <a:xfrm>
            <a:off x="5897" y="1052115"/>
            <a:ext cx="4254299" cy="1733131"/>
          </a:xfrm>
          <a:prstGeom prst="rect">
            <a:avLst/>
          </a:prstGeom>
        </p:spPr>
      </p:pic>
      <p:pic>
        <p:nvPicPr>
          <p:cNvPr id="7" name="Picture 6"/>
          <p:cNvPicPr>
            <a:picLocks noChangeAspect="1"/>
          </p:cNvPicPr>
          <p:nvPr/>
        </p:nvPicPr>
        <p:blipFill>
          <a:blip r:embed="rId66" cstate="print">
            <a:extLst>
              <a:ext uri="{28A0092B-C50C-407E-A947-70E740481C1C}">
                <a14:useLocalDpi xmlns:a14="http://schemas.microsoft.com/office/drawing/2010/main" val="0"/>
              </a:ext>
            </a:extLst>
          </a:blip>
          <a:stretch>
            <a:fillRect/>
          </a:stretch>
        </p:blipFill>
        <p:spPr>
          <a:xfrm>
            <a:off x="4260195" y="1515347"/>
            <a:ext cx="4874634" cy="1991853"/>
          </a:xfrm>
          <a:prstGeom prst="rect">
            <a:avLst/>
          </a:prstGeom>
        </p:spPr>
      </p:pic>
      <p:pic>
        <p:nvPicPr>
          <p:cNvPr id="326" name="Picture 325"/>
          <p:cNvPicPr>
            <a:picLocks noChangeAspect="1"/>
          </p:cNvPicPr>
          <p:nvPr/>
        </p:nvPicPr>
        <p:blipFill>
          <a:blip r:embed="rId67" cstate="print">
            <a:extLst>
              <a:ext uri="{28A0092B-C50C-407E-A947-70E740481C1C}">
                <a14:useLocalDpi xmlns:a14="http://schemas.microsoft.com/office/drawing/2010/main" val="0"/>
              </a:ext>
            </a:extLst>
          </a:blip>
          <a:stretch>
            <a:fillRect/>
          </a:stretch>
        </p:blipFill>
        <p:spPr>
          <a:xfrm>
            <a:off x="-1270" y="3507199"/>
            <a:ext cx="5263013" cy="1638846"/>
          </a:xfrm>
          <a:prstGeom prst="rect">
            <a:avLst/>
          </a:prstGeom>
        </p:spPr>
      </p:pic>
      <p:sp>
        <p:nvSpPr>
          <p:cNvPr id="327" name="Oval 326"/>
          <p:cNvSpPr/>
          <p:nvPr/>
        </p:nvSpPr>
        <p:spPr>
          <a:xfrm>
            <a:off x="5587394" y="2762250"/>
            <a:ext cx="723900" cy="394412"/>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sz="700"/>
          </a:p>
        </p:txBody>
      </p:sp>
      <p:sp>
        <p:nvSpPr>
          <p:cNvPr id="330" name="Oval 329"/>
          <p:cNvSpPr/>
          <p:nvPr/>
        </p:nvSpPr>
        <p:spPr>
          <a:xfrm>
            <a:off x="3086100" y="2000250"/>
            <a:ext cx="457200" cy="26670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sz="700"/>
          </a:p>
        </p:txBody>
      </p:sp>
      <p:cxnSp>
        <p:nvCxnSpPr>
          <p:cNvPr id="333" name="Curved Connector 332"/>
          <p:cNvCxnSpPr>
            <a:stCxn id="2" idx="0"/>
            <a:endCxn id="7" idx="0"/>
          </p:cNvCxnSpPr>
          <p:nvPr/>
        </p:nvCxnSpPr>
        <p:spPr>
          <a:xfrm rot="16200000" flipH="1">
            <a:off x="4183663" y="-998501"/>
            <a:ext cx="463232" cy="4564465"/>
          </a:xfrm>
          <a:prstGeom prst="curvedConnector3">
            <a:avLst>
              <a:gd name="adj1" fmla="val -4934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8" name="Curved Connector 337"/>
          <p:cNvCxnSpPr>
            <a:stCxn id="7" idx="2"/>
            <a:endCxn id="326" idx="3"/>
          </p:cNvCxnSpPr>
          <p:nvPr/>
        </p:nvCxnSpPr>
        <p:spPr>
          <a:xfrm rot="5400000">
            <a:off x="5569917" y="3199027"/>
            <a:ext cx="819422" cy="1435769"/>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24" name="GVCLASSIFICATIONHEADER70836956">
            <a:extLst>
              <a:ext uri="{FF2B5EF4-FFF2-40B4-BE49-F238E27FC236}">
                <a16:creationId xmlns:a16="http://schemas.microsoft.com/office/drawing/2014/main" id="{CDAD859B-2A31-7BDF-EEC2-7B6EEF028B48}"/>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extLst>
      <p:ext uri="{BB962C8B-B14F-4D97-AF65-F5344CB8AC3E}">
        <p14:creationId xmlns:p14="http://schemas.microsoft.com/office/powerpoint/2010/main" val="1925477667"/>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4" name="Google Shape;895;p45" descr="Google Shape;895;p45"/>
          <p:cNvPicPr>
            <a:picLocks noChangeAspect="1"/>
          </p:cNvPicPr>
          <p:nvPr/>
        </p:nvPicPr>
        <p:blipFill>
          <a:blip r:embed="rId2"/>
          <a:stretch>
            <a:fillRect/>
          </a:stretch>
        </p:blipFill>
        <p:spPr>
          <a:xfrm>
            <a:off x="252350" y="146743"/>
            <a:ext cx="998700" cy="364316"/>
          </a:xfrm>
          <a:prstGeom prst="rect">
            <a:avLst/>
          </a:prstGeom>
          <a:ln w="12700">
            <a:miter lim="400000"/>
          </a:ln>
        </p:spPr>
      </p:pic>
      <p:sp>
        <p:nvSpPr>
          <p:cNvPr id="945" name="Google Shape;896;p45"/>
          <p:cNvSpPr/>
          <p:nvPr/>
        </p:nvSpPr>
        <p:spPr>
          <a:xfrm>
            <a:off x="1114381" y="4887445"/>
            <a:ext cx="7375757" cy="17706"/>
          </a:xfrm>
          <a:prstGeom prst="rect">
            <a:avLst/>
          </a:prstGeom>
          <a:solidFill>
            <a:srgbClr val="004A7A"/>
          </a:solidFill>
          <a:ln w="12700">
            <a:miter lim="400000"/>
          </a:ln>
        </p:spPr>
        <p:txBody>
          <a:bodyPr lIns="0" tIns="0" rIns="0" bIns="0" anchor="ctr"/>
          <a:lstStyle/>
          <a:p>
            <a:pPr algn="ctr"/>
            <a:endParaRPr/>
          </a:p>
        </p:txBody>
      </p:sp>
      <p:sp>
        <p:nvSpPr>
          <p:cNvPr id="946" name="Google Shape;897;p45"/>
          <p:cNvSpPr txBox="1"/>
          <p:nvPr/>
        </p:nvSpPr>
        <p:spPr>
          <a:xfrm>
            <a:off x="252346" y="4832797"/>
            <a:ext cx="998707"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Certificate  Request</a:t>
            </a:r>
          </a:p>
        </p:txBody>
      </p:sp>
      <p:sp>
        <p:nvSpPr>
          <p:cNvPr id="947" name="Google Shape;898;p45"/>
          <p:cNvSpPr txBox="1"/>
          <p:nvPr/>
        </p:nvSpPr>
        <p:spPr>
          <a:xfrm>
            <a:off x="8660803" y="4832795"/>
            <a:ext cx="251404"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45</a:t>
            </a:r>
          </a:p>
        </p:txBody>
      </p:sp>
      <p:sp>
        <p:nvSpPr>
          <p:cNvPr id="948" name="Google Shape;899;p45"/>
          <p:cNvSpPr txBox="1"/>
          <p:nvPr/>
        </p:nvSpPr>
        <p:spPr>
          <a:xfrm>
            <a:off x="1547446" y="98068"/>
            <a:ext cx="6794981" cy="461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ctr">
            <a:spAutoFit/>
          </a:bodyPr>
          <a:lstStyle/>
          <a:p>
            <a:pPr>
              <a:defRPr sz="3000">
                <a:solidFill>
                  <a:srgbClr val="003868"/>
                </a:solidFill>
                <a:latin typeface="Montserrat Bold"/>
                <a:ea typeface="Montserrat Bold"/>
                <a:cs typeface="Montserrat Bold"/>
                <a:sym typeface="Montserrat Bold"/>
              </a:defRPr>
            </a:pPr>
            <a:r>
              <a:rPr dirty="0"/>
              <a:t>Employment Certificate Request</a:t>
            </a:r>
          </a:p>
        </p:txBody>
      </p:sp>
      <p:pic>
        <p:nvPicPr>
          <p:cNvPr id="7" name="Picture 6">
            <a:extLst>
              <a:ext uri="{FF2B5EF4-FFF2-40B4-BE49-F238E27FC236}">
                <a16:creationId xmlns:a16="http://schemas.microsoft.com/office/drawing/2014/main" id="{E9B3B394-CCF7-ED78-B5A1-2A268D150F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6" y="3425501"/>
            <a:ext cx="5024930" cy="1724129"/>
          </a:xfrm>
          <a:prstGeom prst="rect">
            <a:avLst/>
          </a:prstGeom>
        </p:spPr>
      </p:pic>
      <p:pic>
        <p:nvPicPr>
          <p:cNvPr id="8" name="Picture 7">
            <a:extLst>
              <a:ext uri="{FF2B5EF4-FFF2-40B4-BE49-F238E27FC236}">
                <a16:creationId xmlns:a16="http://schemas.microsoft.com/office/drawing/2014/main" id="{DB38FF2D-2927-E492-8C90-E2C7D42C1B2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46" y="978772"/>
            <a:ext cx="5029200" cy="1732611"/>
          </a:xfrm>
          <a:prstGeom prst="rect">
            <a:avLst/>
          </a:prstGeom>
        </p:spPr>
      </p:pic>
      <p:pic>
        <p:nvPicPr>
          <p:cNvPr id="9" name="Picture 8">
            <a:extLst>
              <a:ext uri="{FF2B5EF4-FFF2-40B4-BE49-F238E27FC236}">
                <a16:creationId xmlns:a16="http://schemas.microsoft.com/office/drawing/2014/main" id="{AA39BCE2-DE7F-4AF2-D224-804D70AAAFD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27845" y="2396629"/>
            <a:ext cx="4116155" cy="1013321"/>
          </a:xfrm>
          <a:prstGeom prst="rect">
            <a:avLst/>
          </a:prstGeom>
        </p:spPr>
      </p:pic>
      <p:cxnSp>
        <p:nvCxnSpPr>
          <p:cNvPr id="10" name="Curved Connector 336">
            <a:extLst>
              <a:ext uri="{FF2B5EF4-FFF2-40B4-BE49-F238E27FC236}">
                <a16:creationId xmlns:a16="http://schemas.microsoft.com/office/drawing/2014/main" id="{E01C25B0-A891-2F9E-5EAE-26A30168484B}"/>
              </a:ext>
            </a:extLst>
          </p:cNvPr>
          <p:cNvCxnSpPr>
            <a:cxnSpLocks/>
            <a:stCxn id="8" idx="0"/>
            <a:endCxn id="9" idx="0"/>
          </p:cNvCxnSpPr>
          <p:nvPr/>
        </p:nvCxnSpPr>
        <p:spPr>
          <a:xfrm rot="16200000" flipH="1">
            <a:off x="4089659" y="-599634"/>
            <a:ext cx="1417857" cy="4574669"/>
          </a:xfrm>
          <a:prstGeom prst="curvedConnector3">
            <a:avLst>
              <a:gd name="adj1" fmla="val -1612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urved Connector 339">
            <a:extLst>
              <a:ext uri="{FF2B5EF4-FFF2-40B4-BE49-F238E27FC236}">
                <a16:creationId xmlns:a16="http://schemas.microsoft.com/office/drawing/2014/main" id="{2F4BD3C3-54CE-5DE0-4AC5-E5A217EA2172}"/>
              </a:ext>
            </a:extLst>
          </p:cNvPr>
          <p:cNvCxnSpPr>
            <a:cxnSpLocks/>
            <a:stCxn id="9" idx="2"/>
          </p:cNvCxnSpPr>
          <p:nvPr/>
        </p:nvCxnSpPr>
        <p:spPr>
          <a:xfrm rot="5400000">
            <a:off x="5571385" y="2853222"/>
            <a:ext cx="957810" cy="207126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3377DA9B-9371-6F29-E4D7-4DF04A7788EA}"/>
              </a:ext>
            </a:extLst>
          </p:cNvPr>
          <p:cNvSpPr/>
          <p:nvPr/>
        </p:nvSpPr>
        <p:spPr>
          <a:xfrm>
            <a:off x="1547446" y="2175162"/>
            <a:ext cx="513977" cy="164097"/>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17" name="Oval 16">
            <a:extLst>
              <a:ext uri="{FF2B5EF4-FFF2-40B4-BE49-F238E27FC236}">
                <a16:creationId xmlns:a16="http://schemas.microsoft.com/office/drawing/2014/main" id="{70A63918-9B70-EB6D-8ADB-E3120731E99E}"/>
              </a:ext>
            </a:extLst>
          </p:cNvPr>
          <p:cNvSpPr/>
          <p:nvPr/>
        </p:nvSpPr>
        <p:spPr>
          <a:xfrm>
            <a:off x="1025839" y="4018003"/>
            <a:ext cx="1485415" cy="29345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2" name="GVCLASSIFICATIONHEADER1611892812">
            <a:extLst>
              <a:ext uri="{FF2B5EF4-FFF2-40B4-BE49-F238E27FC236}">
                <a16:creationId xmlns:a16="http://schemas.microsoft.com/office/drawing/2014/main" id="{3CA67C27-1DE4-C4B3-F02A-A0D5C0DFDEB7}"/>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8" name="Google Shape;912;p46" descr="Google Shape;912;p46"/>
          <p:cNvPicPr>
            <a:picLocks noChangeAspect="1"/>
          </p:cNvPicPr>
          <p:nvPr/>
        </p:nvPicPr>
        <p:blipFill>
          <a:blip r:embed="rId2"/>
          <a:stretch>
            <a:fillRect/>
          </a:stretch>
        </p:blipFill>
        <p:spPr>
          <a:xfrm>
            <a:off x="252350" y="146743"/>
            <a:ext cx="998700" cy="364316"/>
          </a:xfrm>
          <a:prstGeom prst="rect">
            <a:avLst/>
          </a:prstGeom>
          <a:ln w="12700">
            <a:miter lim="400000"/>
          </a:ln>
        </p:spPr>
      </p:pic>
      <p:grpSp>
        <p:nvGrpSpPr>
          <p:cNvPr id="962" name="Google Shape;913;p46"/>
          <p:cNvGrpSpPr/>
          <p:nvPr/>
        </p:nvGrpSpPr>
        <p:grpSpPr>
          <a:xfrm>
            <a:off x="252346" y="4832796"/>
            <a:ext cx="8659860" cy="127001"/>
            <a:chOff x="0" y="0"/>
            <a:chExt cx="8659858" cy="127000"/>
          </a:xfrm>
        </p:grpSpPr>
        <p:sp>
          <p:nvSpPr>
            <p:cNvPr id="959" name="Google Shape;914;p46"/>
            <p:cNvSpPr/>
            <p:nvPr/>
          </p:nvSpPr>
          <p:spPr>
            <a:xfrm>
              <a:off x="543982" y="54650"/>
              <a:ext cx="7881852" cy="17706"/>
            </a:xfrm>
            <a:prstGeom prst="rect">
              <a:avLst/>
            </a:prstGeom>
            <a:solidFill>
              <a:srgbClr val="004A7A"/>
            </a:solidFill>
            <a:ln w="12700" cap="flat">
              <a:noFill/>
              <a:miter lim="400000"/>
            </a:ln>
            <a:effectLst/>
          </p:spPr>
          <p:txBody>
            <a:bodyPr wrap="square" lIns="0" tIns="0" rIns="0" bIns="0" numCol="1" anchor="ctr">
              <a:noAutofit/>
            </a:bodyPr>
            <a:lstStyle/>
            <a:p>
              <a:pPr algn="ctr"/>
              <a:endParaRPr/>
            </a:p>
          </p:txBody>
        </p:sp>
        <p:sp>
          <p:nvSpPr>
            <p:cNvPr id="960" name="Google Shape;915;p46"/>
            <p:cNvSpPr txBox="1"/>
            <p:nvPr/>
          </p:nvSpPr>
          <p:spPr>
            <a:xfrm>
              <a:off x="0" y="0"/>
              <a:ext cx="731105"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Portal</a:t>
              </a:r>
            </a:p>
          </p:txBody>
        </p:sp>
        <p:sp>
          <p:nvSpPr>
            <p:cNvPr id="961" name="Google Shape;916;p46"/>
            <p:cNvSpPr txBox="1"/>
            <p:nvPr/>
          </p:nvSpPr>
          <p:spPr>
            <a:xfrm>
              <a:off x="8408455" y="0"/>
              <a:ext cx="251404"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46</a:t>
              </a:r>
            </a:p>
          </p:txBody>
        </p:sp>
      </p:grpSp>
      <p:sp>
        <p:nvSpPr>
          <p:cNvPr id="963" name="Google Shape;917;p46"/>
          <p:cNvSpPr txBox="1"/>
          <p:nvPr/>
        </p:nvSpPr>
        <p:spPr>
          <a:xfrm>
            <a:off x="261048" y="949586"/>
            <a:ext cx="5370280"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3000">
                <a:solidFill>
                  <a:srgbClr val="003868"/>
                </a:solidFill>
                <a:latin typeface="Montserrat Bold"/>
                <a:ea typeface="Montserrat Bold"/>
                <a:cs typeface="Montserrat Bold"/>
                <a:sym typeface="Montserrat Bold"/>
              </a:defRPr>
            </a:lvl1pPr>
          </a:lstStyle>
          <a:p>
            <a:r>
              <a:t>My Clinic Intranet Portal</a:t>
            </a:r>
          </a:p>
        </p:txBody>
      </p:sp>
      <p:pic>
        <p:nvPicPr>
          <p:cNvPr id="964" name="Google Shape;918;p46" descr="Google Shape;918;p46"/>
          <p:cNvPicPr>
            <a:picLocks noChangeAspect="1"/>
          </p:cNvPicPr>
          <p:nvPr/>
        </p:nvPicPr>
        <p:blipFill>
          <a:blip r:embed="rId3"/>
          <a:stretch>
            <a:fillRect/>
          </a:stretch>
        </p:blipFill>
        <p:spPr>
          <a:xfrm>
            <a:off x="3390682" y="2033064"/>
            <a:ext cx="5370282" cy="2585016"/>
          </a:xfrm>
          <a:prstGeom prst="rect">
            <a:avLst/>
          </a:prstGeom>
          <a:ln w="12700">
            <a:miter lim="400000"/>
          </a:ln>
        </p:spPr>
      </p:pic>
      <p:sp>
        <p:nvSpPr>
          <p:cNvPr id="965" name="Google Shape;919;p46"/>
          <p:cNvSpPr txBox="1"/>
          <p:nvPr/>
        </p:nvSpPr>
        <p:spPr>
          <a:xfrm>
            <a:off x="335858" y="1419910"/>
            <a:ext cx="6436113" cy="241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marL="114300" indent="-95250">
              <a:buClr>
                <a:srgbClr val="003868"/>
              </a:buClr>
              <a:buSzPts val="1500"/>
              <a:buFont typeface="Montserrat Medium"/>
              <a:buChar char="-"/>
              <a:defRPr sz="1500">
                <a:solidFill>
                  <a:srgbClr val="003868"/>
                </a:solidFill>
                <a:latin typeface="Montserrat Medium"/>
                <a:ea typeface="Montserrat Medium"/>
                <a:cs typeface="Montserrat Medium"/>
                <a:sym typeface="Montserrat Medium"/>
              </a:defRPr>
            </a:lvl1pPr>
          </a:lstStyle>
          <a:p>
            <a:r>
              <a:t>My Clinic Intranet Portal - Home (sharepoint.com)</a:t>
            </a:r>
          </a:p>
        </p:txBody>
      </p:sp>
      <p:sp>
        <p:nvSpPr>
          <p:cNvPr id="2" name="GVCLASSIFICATIONHEADER2031048849">
            <a:extLst>
              <a:ext uri="{FF2B5EF4-FFF2-40B4-BE49-F238E27FC236}">
                <a16:creationId xmlns:a16="http://schemas.microsoft.com/office/drawing/2014/main" id="{90CA3977-5838-6EB1-90E5-873DD93C1F8E}"/>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3BC78-C44A-1977-06F0-833A0E8E6A5C}"/>
            </a:ext>
          </a:extLst>
        </p:cNvPr>
        <p:cNvGrpSpPr/>
        <p:nvPr/>
      </p:nvGrpSpPr>
      <p:grpSpPr>
        <a:xfrm>
          <a:off x="0" y="0"/>
          <a:ext cx="0" cy="0"/>
          <a:chOff x="0" y="0"/>
          <a:chExt cx="0" cy="0"/>
        </a:xfrm>
      </p:grpSpPr>
      <p:pic>
        <p:nvPicPr>
          <p:cNvPr id="922" name="Google Shape;867;p43" descr="Google Shape;867;p43">
            <a:extLst>
              <a:ext uri="{FF2B5EF4-FFF2-40B4-BE49-F238E27FC236}">
                <a16:creationId xmlns:a16="http://schemas.microsoft.com/office/drawing/2014/main" id="{11638EFE-AB02-496A-2DCE-B4A742ADBECF}"/>
              </a:ext>
            </a:extLst>
          </p:cNvPr>
          <p:cNvPicPr>
            <a:picLocks noChangeAspect="1"/>
          </p:cNvPicPr>
          <p:nvPr/>
        </p:nvPicPr>
        <p:blipFill>
          <a:blip r:embed="rId2"/>
          <a:stretch>
            <a:fillRect/>
          </a:stretch>
        </p:blipFill>
        <p:spPr>
          <a:xfrm>
            <a:off x="252350" y="146743"/>
            <a:ext cx="998700" cy="364316"/>
          </a:xfrm>
          <a:prstGeom prst="rect">
            <a:avLst/>
          </a:prstGeom>
          <a:ln w="12700">
            <a:miter lim="400000"/>
          </a:ln>
        </p:spPr>
      </p:pic>
      <p:grpSp>
        <p:nvGrpSpPr>
          <p:cNvPr id="926" name="Google Shape;868;p43">
            <a:extLst>
              <a:ext uri="{FF2B5EF4-FFF2-40B4-BE49-F238E27FC236}">
                <a16:creationId xmlns:a16="http://schemas.microsoft.com/office/drawing/2014/main" id="{26AE6FCD-8850-32FA-5E41-74BFBCE72476}"/>
              </a:ext>
            </a:extLst>
          </p:cNvPr>
          <p:cNvGrpSpPr/>
          <p:nvPr/>
        </p:nvGrpSpPr>
        <p:grpSpPr>
          <a:xfrm>
            <a:off x="252346" y="4832796"/>
            <a:ext cx="8659860" cy="127001"/>
            <a:chOff x="0" y="0"/>
            <a:chExt cx="8659858" cy="127000"/>
          </a:xfrm>
        </p:grpSpPr>
        <p:sp>
          <p:nvSpPr>
            <p:cNvPr id="923" name="Google Shape;869;p43">
              <a:extLst>
                <a:ext uri="{FF2B5EF4-FFF2-40B4-BE49-F238E27FC236}">
                  <a16:creationId xmlns:a16="http://schemas.microsoft.com/office/drawing/2014/main" id="{F0B91301-AE79-6EA6-1F0F-F8B3F262DB9B}"/>
                </a:ext>
              </a:extLst>
            </p:cNvPr>
            <p:cNvSpPr/>
            <p:nvPr/>
          </p:nvSpPr>
          <p:spPr>
            <a:xfrm>
              <a:off x="543982" y="54650"/>
              <a:ext cx="7881852" cy="17706"/>
            </a:xfrm>
            <a:prstGeom prst="rect">
              <a:avLst/>
            </a:prstGeom>
            <a:solidFill>
              <a:srgbClr val="004A7A"/>
            </a:solidFill>
            <a:ln w="12700" cap="flat">
              <a:noFill/>
              <a:miter lim="400000"/>
            </a:ln>
            <a:effectLst/>
          </p:spPr>
          <p:txBody>
            <a:bodyPr wrap="square" lIns="0" tIns="0" rIns="0" bIns="0" numCol="1" anchor="ctr">
              <a:noAutofit/>
            </a:bodyPr>
            <a:lstStyle/>
            <a:p>
              <a:pPr algn="ctr"/>
              <a:endParaRPr/>
            </a:p>
          </p:txBody>
        </p:sp>
        <p:sp>
          <p:nvSpPr>
            <p:cNvPr id="924" name="Google Shape;870;p43">
              <a:extLst>
                <a:ext uri="{FF2B5EF4-FFF2-40B4-BE49-F238E27FC236}">
                  <a16:creationId xmlns:a16="http://schemas.microsoft.com/office/drawing/2014/main" id="{02EDDAE8-0F37-C2D6-586B-97D434590808}"/>
                </a:ext>
              </a:extLst>
            </p:cNvPr>
            <p:cNvSpPr txBox="1"/>
            <p:nvPr/>
          </p:nvSpPr>
          <p:spPr>
            <a:xfrm>
              <a:off x="0" y="0"/>
              <a:ext cx="731105" cy="1270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rPr lang="en-GB" dirty="0"/>
                <a:t>Oracle</a:t>
              </a:r>
              <a:endParaRPr dirty="0"/>
            </a:p>
          </p:txBody>
        </p:sp>
        <p:sp>
          <p:nvSpPr>
            <p:cNvPr id="925" name="Google Shape;871;p43">
              <a:extLst>
                <a:ext uri="{FF2B5EF4-FFF2-40B4-BE49-F238E27FC236}">
                  <a16:creationId xmlns:a16="http://schemas.microsoft.com/office/drawing/2014/main" id="{0E5AE8AB-E909-653D-1567-7D254CE28D4A}"/>
                </a:ext>
              </a:extLst>
            </p:cNvPr>
            <p:cNvSpPr txBox="1"/>
            <p:nvPr/>
          </p:nvSpPr>
          <p:spPr>
            <a:xfrm>
              <a:off x="8408455" y="0"/>
              <a:ext cx="251404" cy="1270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43</a:t>
              </a:r>
            </a:p>
          </p:txBody>
        </p:sp>
      </p:grpSp>
      <p:pic>
        <p:nvPicPr>
          <p:cNvPr id="927" name="Google Shape;872;p43" descr="Google Shape;872;p43">
            <a:extLst>
              <a:ext uri="{FF2B5EF4-FFF2-40B4-BE49-F238E27FC236}">
                <a16:creationId xmlns:a16="http://schemas.microsoft.com/office/drawing/2014/main" id="{15E6D89E-A4AA-C6CD-69E6-9B3493F40B62}"/>
              </a:ext>
            </a:extLst>
          </p:cNvPr>
          <p:cNvPicPr>
            <a:picLocks noChangeAspect="1"/>
          </p:cNvPicPr>
          <p:nvPr/>
        </p:nvPicPr>
        <p:blipFill>
          <a:blip r:embed="rId3"/>
          <a:srcRect l="46020" t="56124" r="47548" b="32193"/>
          <a:stretch>
            <a:fillRect/>
          </a:stretch>
        </p:blipFill>
        <p:spPr>
          <a:xfrm>
            <a:off x="8658790" y="136089"/>
            <a:ext cx="369130" cy="364307"/>
          </a:xfrm>
          <a:prstGeom prst="rect">
            <a:avLst/>
          </a:prstGeom>
          <a:ln w="12700">
            <a:miter lim="400000"/>
          </a:ln>
        </p:spPr>
      </p:pic>
      <p:pic>
        <p:nvPicPr>
          <p:cNvPr id="3" name="Graphic 2" descr="Presentation with media with solid fill">
            <a:extLst>
              <a:ext uri="{FF2B5EF4-FFF2-40B4-BE49-F238E27FC236}">
                <a16:creationId xmlns:a16="http://schemas.microsoft.com/office/drawing/2014/main" id="{C50261E2-9E86-CF00-36B5-D98C0ED354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60052" y="863550"/>
            <a:ext cx="4023896" cy="4023896"/>
          </a:xfrm>
          <a:prstGeom prst="rect">
            <a:avLst/>
          </a:prstGeom>
        </p:spPr>
      </p:pic>
      <p:sp>
        <p:nvSpPr>
          <p:cNvPr id="5" name="TextBox 4">
            <a:extLst>
              <a:ext uri="{FF2B5EF4-FFF2-40B4-BE49-F238E27FC236}">
                <a16:creationId xmlns:a16="http://schemas.microsoft.com/office/drawing/2014/main" id="{2A6373C2-03D9-6C47-83F7-CD2BE7412547}"/>
              </a:ext>
            </a:extLst>
          </p:cNvPr>
          <p:cNvSpPr txBox="1"/>
          <p:nvPr/>
        </p:nvSpPr>
        <p:spPr>
          <a:xfrm>
            <a:off x="1459900" y="157116"/>
            <a:ext cx="6554709" cy="707886"/>
          </a:xfrm>
          <a:prstGeom prst="rect">
            <a:avLst/>
          </a:prstGeom>
          <a:noFill/>
        </p:spPr>
        <p:txBody>
          <a:bodyPr wrap="square" rtlCol="0">
            <a:spAutoFit/>
          </a:bodyPr>
          <a:lstStyle/>
          <a:p>
            <a:pPr>
              <a:defRPr sz="3000">
                <a:solidFill>
                  <a:srgbClr val="003868"/>
                </a:solidFill>
                <a:latin typeface="Montserrat Bold"/>
                <a:ea typeface="Montserrat Bold"/>
                <a:cs typeface="Montserrat Bold"/>
                <a:sym typeface="Montserrat Bold"/>
              </a:defRPr>
            </a:pPr>
            <a:r>
              <a:rPr lang="en-US" sz="4000" dirty="0">
                <a:solidFill>
                  <a:srgbClr val="003868"/>
                </a:solidFill>
                <a:latin typeface="Montserrat Bold"/>
              </a:rPr>
              <a:t>HRMS Oracle User Guide</a:t>
            </a:r>
          </a:p>
        </p:txBody>
      </p:sp>
      <p:sp>
        <p:nvSpPr>
          <p:cNvPr id="2" name="GVCLASSIFICATIONHEADER302721239">
            <a:extLst>
              <a:ext uri="{FF2B5EF4-FFF2-40B4-BE49-F238E27FC236}">
                <a16:creationId xmlns:a16="http://schemas.microsoft.com/office/drawing/2014/main" id="{5C6EE2E6-58FD-D7BB-4AFC-0A0525836E04}"/>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extLst>
      <p:ext uri="{BB962C8B-B14F-4D97-AF65-F5344CB8AC3E}">
        <p14:creationId xmlns:p14="http://schemas.microsoft.com/office/powerpoint/2010/main" val="337303401"/>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4" name="Google Shape;931;p47" descr="Google Shape;931;p47"/>
          <p:cNvPicPr>
            <a:picLocks noChangeAspect="1"/>
          </p:cNvPicPr>
          <p:nvPr/>
        </p:nvPicPr>
        <p:blipFill>
          <a:blip r:embed="rId2"/>
          <a:stretch>
            <a:fillRect/>
          </a:stretch>
        </p:blipFill>
        <p:spPr>
          <a:xfrm>
            <a:off x="0" y="0"/>
            <a:ext cx="9144000" cy="5143502"/>
          </a:xfrm>
          <a:prstGeom prst="rect">
            <a:avLst/>
          </a:prstGeom>
          <a:ln w="12700">
            <a:miter lim="400000"/>
          </a:ln>
        </p:spPr>
      </p:pic>
      <p:sp>
        <p:nvSpPr>
          <p:cNvPr id="967" name="Google Shape;924;p47"/>
          <p:cNvSpPr txBox="1"/>
          <p:nvPr/>
        </p:nvSpPr>
        <p:spPr>
          <a:xfrm>
            <a:off x="261048" y="949586"/>
            <a:ext cx="5370280"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3000">
                <a:solidFill>
                  <a:srgbClr val="003868"/>
                </a:solidFill>
                <a:latin typeface="Montserrat Bold"/>
                <a:ea typeface="Montserrat Bold"/>
                <a:cs typeface="Montserrat Bold"/>
                <a:sym typeface="Montserrat Bold"/>
              </a:defRPr>
            </a:lvl1pPr>
          </a:lstStyle>
          <a:p>
            <a:r>
              <a:rPr dirty="0"/>
              <a:t>ID Card </a:t>
            </a:r>
          </a:p>
        </p:txBody>
      </p:sp>
      <p:pic>
        <p:nvPicPr>
          <p:cNvPr id="968" name="Google Shape;925;p47" descr="Google Shape;925;p47"/>
          <p:cNvPicPr>
            <a:picLocks noChangeAspect="1"/>
          </p:cNvPicPr>
          <p:nvPr/>
        </p:nvPicPr>
        <p:blipFill>
          <a:blip r:embed="rId3"/>
          <a:stretch>
            <a:fillRect/>
          </a:stretch>
        </p:blipFill>
        <p:spPr>
          <a:xfrm>
            <a:off x="252350" y="146743"/>
            <a:ext cx="998700" cy="364316"/>
          </a:xfrm>
          <a:prstGeom prst="rect">
            <a:avLst/>
          </a:prstGeom>
          <a:ln w="12700">
            <a:miter lim="400000"/>
          </a:ln>
        </p:spPr>
      </p:pic>
      <p:grpSp>
        <p:nvGrpSpPr>
          <p:cNvPr id="972" name="Google Shape;926;p47"/>
          <p:cNvGrpSpPr/>
          <p:nvPr/>
        </p:nvGrpSpPr>
        <p:grpSpPr>
          <a:xfrm>
            <a:off x="252346" y="4832796"/>
            <a:ext cx="8659860" cy="127001"/>
            <a:chOff x="0" y="0"/>
            <a:chExt cx="8659858" cy="127000"/>
          </a:xfrm>
        </p:grpSpPr>
        <p:sp>
          <p:nvSpPr>
            <p:cNvPr id="969" name="Google Shape;927;p47"/>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970" name="Google Shape;928;p47"/>
            <p:cNvSpPr txBox="1"/>
            <p:nvPr/>
          </p:nvSpPr>
          <p:spPr>
            <a:xfrm>
              <a:off x="0" y="0"/>
              <a:ext cx="731105"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ID Card </a:t>
              </a:r>
            </a:p>
          </p:txBody>
        </p:sp>
        <p:sp>
          <p:nvSpPr>
            <p:cNvPr id="971" name="Google Shape;929;p47"/>
            <p:cNvSpPr txBox="1"/>
            <p:nvPr/>
          </p:nvSpPr>
          <p:spPr>
            <a:xfrm>
              <a:off x="8408455" y="0"/>
              <a:ext cx="251404"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47</a:t>
              </a:r>
            </a:p>
          </p:txBody>
        </p:sp>
      </p:grpSp>
      <p:sp>
        <p:nvSpPr>
          <p:cNvPr id="973" name="Google Shape;930;p47"/>
          <p:cNvSpPr txBox="1"/>
          <p:nvPr/>
        </p:nvSpPr>
        <p:spPr>
          <a:xfrm>
            <a:off x="261048" y="1858014"/>
            <a:ext cx="6436113" cy="1422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marL="317500" indent="-285750">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dirty="0"/>
              <a:t>In the event that an ID card is lost, the employee must send an email to HR.</a:t>
            </a:r>
          </a:p>
          <a:p>
            <a:pPr marL="317500" indent="-285750">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endParaRPr lang="en-GB" dirty="0"/>
          </a:p>
          <a:p>
            <a:pPr marL="317500" indent="-285750">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dirty="0"/>
              <a:t>An employee will incur a penalty of 100 SAR, which will be deducted from their monthly salary.</a:t>
            </a:r>
          </a:p>
          <a:p>
            <a:pPr marL="317500" indent="-285750">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endParaRPr lang="en-GB" dirty="0"/>
          </a:p>
          <a:p>
            <a:pPr marL="317500" indent="-285750">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dirty="0"/>
              <a:t>If the ID card is damaged or broken, the employee will receive a replacement ID card at no charge.</a:t>
            </a:r>
            <a:endParaRPr dirty="0"/>
          </a:p>
        </p:txBody>
      </p:sp>
      <p:sp>
        <p:nvSpPr>
          <p:cNvPr id="2" name="GVCLASSIFICATIONHEADER1492405204">
            <a:extLst>
              <a:ext uri="{FF2B5EF4-FFF2-40B4-BE49-F238E27FC236}">
                <a16:creationId xmlns:a16="http://schemas.microsoft.com/office/drawing/2014/main" id="{622AAC56-3042-C798-1A8E-45E012497021}"/>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6" name="Google Shape;553;p19" descr="Google Shape;553;p19"/>
          <p:cNvPicPr>
            <a:picLocks noChangeAspect="1"/>
          </p:cNvPicPr>
          <p:nvPr/>
        </p:nvPicPr>
        <p:blipFill>
          <a:blip r:embed="rId2"/>
          <a:srcRect r="43173" b="3808"/>
          <a:stretch>
            <a:fillRect/>
          </a:stretch>
        </p:blipFill>
        <p:spPr>
          <a:xfrm>
            <a:off x="6083246" y="195890"/>
            <a:ext cx="3076649" cy="4947610"/>
          </a:xfrm>
          <a:prstGeom prst="rect">
            <a:avLst/>
          </a:prstGeom>
          <a:ln w="12700">
            <a:miter lim="400000"/>
          </a:ln>
        </p:spPr>
      </p:pic>
      <p:sp>
        <p:nvSpPr>
          <p:cNvPr id="677" name="Google Shape;554;p19"/>
          <p:cNvSpPr txBox="1"/>
          <p:nvPr/>
        </p:nvSpPr>
        <p:spPr>
          <a:xfrm>
            <a:off x="280098" y="1626837"/>
            <a:ext cx="2194878" cy="18466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ctr">
            <a:spAutoFit/>
          </a:bodyPr>
          <a:lstStyle/>
          <a:p>
            <a:pPr>
              <a:defRPr sz="4000">
                <a:solidFill>
                  <a:srgbClr val="003868"/>
                </a:solidFill>
                <a:latin typeface="Montserrat Bold"/>
                <a:ea typeface="Montserrat Bold"/>
                <a:cs typeface="Montserrat Bold"/>
                <a:sym typeface="Montserrat Bold"/>
              </a:defRPr>
            </a:pPr>
            <a:r>
              <a:rPr lang="en-US" dirty="0"/>
              <a:t>Benefits &amp; </a:t>
            </a:r>
            <a:r>
              <a:rPr dirty="0"/>
              <a:t>Dress </a:t>
            </a:r>
          </a:p>
          <a:p>
            <a:pPr>
              <a:defRPr sz="4000">
                <a:solidFill>
                  <a:srgbClr val="003868"/>
                </a:solidFill>
                <a:latin typeface="Montserrat Bold"/>
                <a:ea typeface="Montserrat Bold"/>
                <a:cs typeface="Montserrat Bold"/>
                <a:sym typeface="Montserrat Bold"/>
              </a:defRPr>
            </a:pPr>
            <a:r>
              <a:rPr dirty="0"/>
              <a:t>Code</a:t>
            </a:r>
          </a:p>
        </p:txBody>
      </p:sp>
      <p:pic>
        <p:nvPicPr>
          <p:cNvPr id="678" name="Google Shape;555;p19" descr="Google Shape;555;p19"/>
          <p:cNvPicPr>
            <a:picLocks noChangeAspect="1"/>
          </p:cNvPicPr>
          <p:nvPr/>
        </p:nvPicPr>
        <p:blipFill>
          <a:blip r:embed="rId3"/>
          <a:stretch>
            <a:fillRect/>
          </a:stretch>
        </p:blipFill>
        <p:spPr>
          <a:xfrm>
            <a:off x="252350" y="146743"/>
            <a:ext cx="998700" cy="364316"/>
          </a:xfrm>
          <a:prstGeom prst="rect">
            <a:avLst/>
          </a:prstGeom>
          <a:ln w="12700">
            <a:miter lim="400000"/>
          </a:ln>
        </p:spPr>
      </p:pic>
      <p:grpSp>
        <p:nvGrpSpPr>
          <p:cNvPr id="682" name="Google Shape;556;p19"/>
          <p:cNvGrpSpPr/>
          <p:nvPr/>
        </p:nvGrpSpPr>
        <p:grpSpPr>
          <a:xfrm>
            <a:off x="252346" y="4832796"/>
            <a:ext cx="8659860" cy="127001"/>
            <a:chOff x="0" y="0"/>
            <a:chExt cx="8659858" cy="127000"/>
          </a:xfrm>
        </p:grpSpPr>
        <p:sp>
          <p:nvSpPr>
            <p:cNvPr id="679" name="Google Shape;557;p19"/>
            <p:cNvSpPr/>
            <p:nvPr/>
          </p:nvSpPr>
          <p:spPr>
            <a:xfrm>
              <a:off x="543982" y="54650"/>
              <a:ext cx="7881852" cy="17706"/>
            </a:xfrm>
            <a:prstGeom prst="rect">
              <a:avLst/>
            </a:prstGeom>
            <a:solidFill>
              <a:srgbClr val="003868"/>
            </a:solidFill>
            <a:ln w="12700" cap="flat">
              <a:noFill/>
              <a:miter lim="400000"/>
            </a:ln>
            <a:effectLst/>
          </p:spPr>
          <p:txBody>
            <a:bodyPr wrap="square" lIns="0" tIns="0" rIns="0" bIns="0" numCol="1" anchor="ctr">
              <a:noAutofit/>
            </a:bodyPr>
            <a:lstStyle/>
            <a:p>
              <a:pPr algn="ctr"/>
              <a:endParaRPr/>
            </a:p>
          </p:txBody>
        </p:sp>
        <p:sp>
          <p:nvSpPr>
            <p:cNvPr id="680" name="Google Shape;558;p19"/>
            <p:cNvSpPr txBox="1"/>
            <p:nvPr/>
          </p:nvSpPr>
          <p:spPr>
            <a:xfrm>
              <a:off x="0" y="0"/>
              <a:ext cx="731105"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Dress Code</a:t>
              </a:r>
            </a:p>
          </p:txBody>
        </p:sp>
        <p:sp>
          <p:nvSpPr>
            <p:cNvPr id="681" name="Google Shape;559;p19"/>
            <p:cNvSpPr txBox="1"/>
            <p:nvPr/>
          </p:nvSpPr>
          <p:spPr>
            <a:xfrm>
              <a:off x="8408455" y="0"/>
              <a:ext cx="251404"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19</a:t>
              </a:r>
            </a:p>
          </p:txBody>
        </p:sp>
      </p:grpSp>
      <p:sp>
        <p:nvSpPr>
          <p:cNvPr id="2" name="GVCLASSIFICATIONHEADER1911561241">
            <a:extLst>
              <a:ext uri="{FF2B5EF4-FFF2-40B4-BE49-F238E27FC236}">
                <a16:creationId xmlns:a16="http://schemas.microsoft.com/office/drawing/2014/main" id="{698BD5B7-627A-6EC7-4B19-DCB470F67EC5}"/>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1" name="Google Shape;536;p18" descr="Google Shape;536;p18"/>
          <p:cNvPicPr>
            <a:picLocks noChangeAspect="1"/>
          </p:cNvPicPr>
          <p:nvPr/>
        </p:nvPicPr>
        <p:blipFill>
          <a:blip r:embed="rId2"/>
          <a:stretch>
            <a:fillRect/>
          </a:stretch>
        </p:blipFill>
        <p:spPr>
          <a:xfrm>
            <a:off x="252350" y="146743"/>
            <a:ext cx="998700" cy="364316"/>
          </a:xfrm>
          <a:prstGeom prst="rect">
            <a:avLst/>
          </a:prstGeom>
          <a:ln w="12700">
            <a:miter lim="400000"/>
          </a:ln>
        </p:spPr>
      </p:pic>
      <p:pic>
        <p:nvPicPr>
          <p:cNvPr id="662" name="Google Shape;537;p18" descr="Google Shape;537;p18"/>
          <p:cNvPicPr>
            <a:picLocks noChangeAspect="1"/>
          </p:cNvPicPr>
          <p:nvPr/>
        </p:nvPicPr>
        <p:blipFill>
          <a:blip r:embed="rId3"/>
          <a:stretch>
            <a:fillRect/>
          </a:stretch>
        </p:blipFill>
        <p:spPr>
          <a:xfrm>
            <a:off x="1495265" y="1376640"/>
            <a:ext cx="6173878" cy="2364310"/>
          </a:xfrm>
          <a:prstGeom prst="rect">
            <a:avLst/>
          </a:prstGeom>
          <a:ln w="12700">
            <a:miter lim="400000"/>
          </a:ln>
        </p:spPr>
      </p:pic>
      <p:sp>
        <p:nvSpPr>
          <p:cNvPr id="663" name="Google Shape;538;p18"/>
          <p:cNvSpPr txBox="1"/>
          <p:nvPr/>
        </p:nvSpPr>
        <p:spPr>
          <a:xfrm>
            <a:off x="261048" y="676914"/>
            <a:ext cx="2538105" cy="317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100">
                <a:solidFill>
                  <a:srgbClr val="FFFFFF"/>
                </a:solidFill>
                <a:latin typeface="Montserrat Bold"/>
                <a:ea typeface="Montserrat Bold"/>
                <a:cs typeface="Montserrat Bold"/>
                <a:sym typeface="Montserrat Bold"/>
              </a:defRPr>
            </a:lvl1pPr>
          </a:lstStyle>
          <a:p>
            <a:r>
              <a:t>Benefits</a:t>
            </a:r>
          </a:p>
        </p:txBody>
      </p:sp>
      <p:sp>
        <p:nvSpPr>
          <p:cNvPr id="664" name="Google Shape;539;p18"/>
          <p:cNvSpPr txBox="1"/>
          <p:nvPr/>
        </p:nvSpPr>
        <p:spPr>
          <a:xfrm>
            <a:off x="2233504" y="1498004"/>
            <a:ext cx="1069691"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defRPr sz="1000">
                <a:solidFill>
                  <a:srgbClr val="764299"/>
                </a:solidFill>
                <a:latin typeface="Montserrat Bold"/>
                <a:ea typeface="Montserrat Bold"/>
                <a:cs typeface="Montserrat Bold"/>
                <a:sym typeface="Montserrat Bold"/>
              </a:defRPr>
            </a:lvl1pPr>
          </a:lstStyle>
          <a:p>
            <a:r>
              <a:t>Health Insurance</a:t>
            </a:r>
          </a:p>
        </p:txBody>
      </p:sp>
      <p:sp>
        <p:nvSpPr>
          <p:cNvPr id="665" name="Google Shape;540;p18"/>
          <p:cNvSpPr txBox="1"/>
          <p:nvPr/>
        </p:nvSpPr>
        <p:spPr>
          <a:xfrm>
            <a:off x="1566756" y="2337691"/>
            <a:ext cx="1290405" cy="495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defRPr sz="1000">
                <a:solidFill>
                  <a:srgbClr val="6AC8CE"/>
                </a:solidFill>
                <a:latin typeface="Montserrat Bold"/>
                <a:ea typeface="Montserrat Bold"/>
                <a:cs typeface="Montserrat Bold"/>
                <a:sym typeface="Montserrat Bold"/>
              </a:defRPr>
            </a:lvl1pPr>
          </a:lstStyle>
          <a:p>
            <a:r>
              <a:t>Annual Performance Bonuses</a:t>
            </a:r>
          </a:p>
        </p:txBody>
      </p:sp>
      <p:sp>
        <p:nvSpPr>
          <p:cNvPr id="666" name="Google Shape;541;p18"/>
          <p:cNvSpPr txBox="1"/>
          <p:nvPr/>
        </p:nvSpPr>
        <p:spPr>
          <a:xfrm>
            <a:off x="1820754" y="3334418"/>
            <a:ext cx="1624922"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defRPr sz="1000">
                <a:solidFill>
                  <a:srgbClr val="019EDC"/>
                </a:solidFill>
                <a:latin typeface="Montserrat Bold"/>
                <a:ea typeface="Montserrat Bold"/>
                <a:cs typeface="Montserrat Bold"/>
                <a:sym typeface="Montserrat Bold"/>
              </a:defRPr>
            </a:lvl1pPr>
          </a:lstStyle>
          <a:p>
            <a:r>
              <a:t>Employee Development Opportunities</a:t>
            </a:r>
          </a:p>
        </p:txBody>
      </p:sp>
      <p:sp>
        <p:nvSpPr>
          <p:cNvPr id="667" name="Google Shape;542;p18"/>
          <p:cNvSpPr txBox="1"/>
          <p:nvPr/>
        </p:nvSpPr>
        <p:spPr>
          <a:xfrm>
            <a:off x="6157805" y="3410560"/>
            <a:ext cx="1290406"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defRPr sz="1000">
                <a:solidFill>
                  <a:srgbClr val="002E73"/>
                </a:solidFill>
                <a:latin typeface="Montserrat Bold"/>
                <a:ea typeface="Montserrat Bold"/>
                <a:cs typeface="Montserrat Bold"/>
                <a:sym typeface="Montserrat Bold"/>
              </a:defRPr>
            </a:lvl1pPr>
          </a:lstStyle>
          <a:p>
            <a:r>
              <a:t>Hybrid Work Policy</a:t>
            </a:r>
          </a:p>
        </p:txBody>
      </p:sp>
      <p:sp>
        <p:nvSpPr>
          <p:cNvPr id="668" name="Google Shape;543;p18"/>
          <p:cNvSpPr txBox="1"/>
          <p:nvPr/>
        </p:nvSpPr>
        <p:spPr>
          <a:xfrm>
            <a:off x="6075255" y="1518541"/>
            <a:ext cx="1455506" cy="495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defRPr sz="1000">
                <a:solidFill>
                  <a:srgbClr val="FFCA0D"/>
                </a:solidFill>
                <a:latin typeface="Montserrat Bold"/>
                <a:ea typeface="Montserrat Bold"/>
                <a:cs typeface="Montserrat Bold"/>
                <a:sym typeface="Montserrat Bold"/>
              </a:defRPr>
            </a:lvl1pPr>
          </a:lstStyle>
          <a:p>
            <a:r>
              <a:t>Internal Advancement Opportunities</a:t>
            </a:r>
          </a:p>
        </p:txBody>
      </p:sp>
      <p:sp>
        <p:nvSpPr>
          <p:cNvPr id="669" name="Google Shape;544;p18"/>
          <p:cNvSpPr txBox="1"/>
          <p:nvPr/>
        </p:nvSpPr>
        <p:spPr>
          <a:xfrm>
            <a:off x="6513406" y="2553591"/>
            <a:ext cx="748622" cy="1651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defRPr sz="1000">
                <a:solidFill>
                  <a:srgbClr val="901550"/>
                </a:solidFill>
                <a:latin typeface="Montserrat Bold"/>
                <a:ea typeface="Montserrat Bold"/>
                <a:cs typeface="Montserrat Bold"/>
                <a:sym typeface="Montserrat Bold"/>
              </a:defRPr>
            </a:lvl1pPr>
          </a:lstStyle>
          <a:p>
            <a:r>
              <a:t>Discounts</a:t>
            </a:r>
          </a:p>
        </p:txBody>
      </p:sp>
      <p:grpSp>
        <p:nvGrpSpPr>
          <p:cNvPr id="673" name="Google Shape;545;p18"/>
          <p:cNvGrpSpPr/>
          <p:nvPr/>
        </p:nvGrpSpPr>
        <p:grpSpPr>
          <a:xfrm>
            <a:off x="252346" y="4832796"/>
            <a:ext cx="8659860" cy="127001"/>
            <a:chOff x="0" y="0"/>
            <a:chExt cx="8659858" cy="127000"/>
          </a:xfrm>
        </p:grpSpPr>
        <p:sp>
          <p:nvSpPr>
            <p:cNvPr id="670" name="Google Shape;546;p18"/>
            <p:cNvSpPr/>
            <p:nvPr/>
          </p:nvSpPr>
          <p:spPr>
            <a:xfrm>
              <a:off x="393100" y="58048"/>
              <a:ext cx="7994634" cy="14308"/>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671" name="Google Shape;547;p18"/>
            <p:cNvSpPr txBox="1"/>
            <p:nvPr/>
          </p:nvSpPr>
          <p:spPr>
            <a:xfrm>
              <a:off x="0" y="0"/>
              <a:ext cx="731105"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Benefits</a:t>
              </a:r>
            </a:p>
          </p:txBody>
        </p:sp>
        <p:sp>
          <p:nvSpPr>
            <p:cNvPr id="672" name="Google Shape;548;p18"/>
            <p:cNvSpPr txBox="1"/>
            <p:nvPr/>
          </p:nvSpPr>
          <p:spPr>
            <a:xfrm>
              <a:off x="8408455" y="0"/>
              <a:ext cx="251404"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18</a:t>
              </a:r>
            </a:p>
          </p:txBody>
        </p:sp>
      </p:grpSp>
      <p:sp>
        <p:nvSpPr>
          <p:cNvPr id="674" name="Key Awards"/>
          <p:cNvSpPr txBox="1"/>
          <p:nvPr/>
        </p:nvSpPr>
        <p:spPr>
          <a:xfrm>
            <a:off x="261048" y="676913"/>
            <a:ext cx="2538105" cy="317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100">
                <a:solidFill>
                  <a:srgbClr val="003867"/>
                </a:solidFill>
                <a:latin typeface="Montserrat Bold"/>
                <a:ea typeface="Montserrat Bold"/>
                <a:cs typeface="Montserrat Bold"/>
                <a:sym typeface="Montserrat Bold"/>
              </a:defRPr>
            </a:lvl1pPr>
          </a:lstStyle>
          <a:p>
            <a:r>
              <a:t>Benefits</a:t>
            </a:r>
          </a:p>
        </p:txBody>
      </p:sp>
      <p:sp>
        <p:nvSpPr>
          <p:cNvPr id="2" name="GVCLASSIFICATIONHEADER953761559">
            <a:extLst>
              <a:ext uri="{FF2B5EF4-FFF2-40B4-BE49-F238E27FC236}">
                <a16:creationId xmlns:a16="http://schemas.microsoft.com/office/drawing/2014/main" id="{6506DFBC-EBB8-A7CC-5440-86493C8D1ED9}"/>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 name="Google Shape;564;p20"/>
          <p:cNvSpPr/>
          <p:nvPr/>
        </p:nvSpPr>
        <p:spPr>
          <a:xfrm>
            <a:off x="25400" y="298448"/>
            <a:ext cx="4615880" cy="950545"/>
          </a:xfrm>
          <a:prstGeom prst="rect">
            <a:avLst/>
          </a:prstGeom>
          <a:solidFill>
            <a:srgbClr val="013867"/>
          </a:solidFill>
          <a:ln w="12700">
            <a:miter lim="400000"/>
          </a:ln>
        </p:spPr>
        <p:txBody>
          <a:bodyPr lIns="0" tIns="0" rIns="0" bIns="0"/>
          <a:lstStyle/>
          <a:p>
            <a:endParaRPr/>
          </a:p>
        </p:txBody>
      </p:sp>
      <p:sp>
        <p:nvSpPr>
          <p:cNvPr id="685" name="Google Shape;565;p20"/>
          <p:cNvSpPr/>
          <p:nvPr/>
        </p:nvSpPr>
        <p:spPr>
          <a:xfrm>
            <a:off x="768350" y="133348"/>
            <a:ext cx="4395416" cy="528765"/>
          </a:xfrm>
          <a:prstGeom prst="rect">
            <a:avLst/>
          </a:prstGeom>
          <a:solidFill>
            <a:srgbClr val="013867"/>
          </a:solidFill>
          <a:ln w="12700">
            <a:miter lim="400000"/>
          </a:ln>
        </p:spPr>
        <p:txBody>
          <a:bodyPr lIns="0" tIns="0" rIns="0" bIns="0"/>
          <a:lstStyle/>
          <a:p>
            <a:endParaRPr/>
          </a:p>
        </p:txBody>
      </p:sp>
      <p:sp>
        <p:nvSpPr>
          <p:cNvPr id="686" name="Google Shape;566;p20"/>
          <p:cNvSpPr/>
          <p:nvPr/>
        </p:nvSpPr>
        <p:spPr>
          <a:xfrm>
            <a:off x="4000500" y="-12701"/>
            <a:ext cx="4395416" cy="528764"/>
          </a:xfrm>
          <a:prstGeom prst="rect">
            <a:avLst/>
          </a:prstGeom>
          <a:solidFill>
            <a:srgbClr val="013867"/>
          </a:solidFill>
          <a:ln w="12700">
            <a:miter lim="400000"/>
          </a:ln>
        </p:spPr>
        <p:txBody>
          <a:bodyPr lIns="0" tIns="0" rIns="0" bIns="0"/>
          <a:lstStyle/>
          <a:p>
            <a:endParaRPr/>
          </a:p>
        </p:txBody>
      </p:sp>
      <p:pic>
        <p:nvPicPr>
          <p:cNvPr id="687" name="Google Shape;567;p20" descr="Google Shape;567;p20"/>
          <p:cNvPicPr>
            <a:picLocks noChangeAspect="1"/>
          </p:cNvPicPr>
          <p:nvPr/>
        </p:nvPicPr>
        <p:blipFill>
          <a:blip r:embed="rId2"/>
          <a:stretch>
            <a:fillRect/>
          </a:stretch>
        </p:blipFill>
        <p:spPr>
          <a:xfrm>
            <a:off x="252350" y="146743"/>
            <a:ext cx="998700" cy="364316"/>
          </a:xfrm>
          <a:prstGeom prst="rect">
            <a:avLst/>
          </a:prstGeom>
          <a:ln w="12700">
            <a:miter lim="400000"/>
          </a:ln>
        </p:spPr>
      </p:pic>
      <p:grpSp>
        <p:nvGrpSpPr>
          <p:cNvPr id="691" name="Google Shape;568;p20"/>
          <p:cNvGrpSpPr/>
          <p:nvPr/>
        </p:nvGrpSpPr>
        <p:grpSpPr>
          <a:xfrm>
            <a:off x="252346" y="4832796"/>
            <a:ext cx="8659860" cy="127001"/>
            <a:chOff x="0" y="0"/>
            <a:chExt cx="8659858" cy="127000"/>
          </a:xfrm>
        </p:grpSpPr>
        <p:sp>
          <p:nvSpPr>
            <p:cNvPr id="688" name="Google Shape;569;p20"/>
            <p:cNvSpPr/>
            <p:nvPr/>
          </p:nvSpPr>
          <p:spPr>
            <a:xfrm>
              <a:off x="713726" y="54650"/>
              <a:ext cx="7712108"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689" name="Google Shape;570;p20"/>
            <p:cNvSpPr txBox="1"/>
            <p:nvPr/>
          </p:nvSpPr>
          <p:spPr>
            <a:xfrm>
              <a:off x="0" y="0"/>
              <a:ext cx="731105"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FFFFFF"/>
                  </a:solidFill>
                  <a:latin typeface="Montserrat Bold"/>
                  <a:ea typeface="Montserrat Bold"/>
                  <a:cs typeface="Montserrat Bold"/>
                  <a:sym typeface="Montserrat Bold"/>
                </a:defRPr>
              </a:lvl1pPr>
            </a:lstStyle>
            <a:p>
              <a:r>
                <a:t>Dress Code</a:t>
              </a:r>
            </a:p>
          </p:txBody>
        </p:sp>
        <p:sp>
          <p:nvSpPr>
            <p:cNvPr id="690" name="Google Shape;571;p20"/>
            <p:cNvSpPr txBox="1"/>
            <p:nvPr/>
          </p:nvSpPr>
          <p:spPr>
            <a:xfrm>
              <a:off x="8408455" y="0"/>
              <a:ext cx="251404" cy="1270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FFFFFF"/>
                  </a:solidFill>
                  <a:latin typeface="Montserrat Bold"/>
                  <a:ea typeface="Montserrat Bold"/>
                  <a:cs typeface="Montserrat Bold"/>
                  <a:sym typeface="Montserrat Bold"/>
                </a:defRPr>
              </a:lvl1pPr>
            </a:lstStyle>
            <a:p>
              <a:r>
                <a:t>20</a:t>
              </a:r>
            </a:p>
          </p:txBody>
        </p:sp>
      </p:grpSp>
      <p:sp>
        <p:nvSpPr>
          <p:cNvPr id="692" name="Google Shape;572;p20"/>
          <p:cNvSpPr/>
          <p:nvPr/>
        </p:nvSpPr>
        <p:spPr>
          <a:xfrm>
            <a:off x="8731249" y="4083048"/>
            <a:ext cx="327781" cy="528765"/>
          </a:xfrm>
          <a:prstGeom prst="rect">
            <a:avLst/>
          </a:prstGeom>
          <a:solidFill>
            <a:srgbClr val="013867"/>
          </a:solidFill>
          <a:ln w="12700">
            <a:miter lim="400000"/>
          </a:ln>
        </p:spPr>
        <p:txBody>
          <a:bodyPr lIns="0" tIns="0" rIns="0" bIns="0"/>
          <a:lstStyle/>
          <a:p>
            <a:endParaRPr/>
          </a:p>
        </p:txBody>
      </p:sp>
      <p:sp>
        <p:nvSpPr>
          <p:cNvPr id="693" name="Google Shape;573;p20"/>
          <p:cNvSpPr txBox="1"/>
          <p:nvPr/>
        </p:nvSpPr>
        <p:spPr>
          <a:xfrm>
            <a:off x="280097" y="784864"/>
            <a:ext cx="2602228" cy="317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100">
                <a:solidFill>
                  <a:srgbClr val="FFFFFF"/>
                </a:solidFill>
                <a:latin typeface="Montserrat Bold"/>
                <a:ea typeface="Montserrat Bold"/>
                <a:cs typeface="Montserrat Bold"/>
                <a:sym typeface="Montserrat Bold"/>
              </a:defRPr>
            </a:lvl1pPr>
          </a:lstStyle>
          <a:p>
            <a:r>
              <a:t>Dress Code Policy</a:t>
            </a:r>
          </a:p>
        </p:txBody>
      </p:sp>
      <p:sp>
        <p:nvSpPr>
          <p:cNvPr id="694" name="Google Shape;574;p20"/>
          <p:cNvSpPr/>
          <p:nvPr/>
        </p:nvSpPr>
        <p:spPr>
          <a:xfrm>
            <a:off x="6335174" y="1835355"/>
            <a:ext cx="475365" cy="1678149"/>
          </a:xfrm>
          <a:prstGeom prst="rect">
            <a:avLst/>
          </a:prstGeom>
          <a:solidFill>
            <a:srgbClr val="013867"/>
          </a:solidFill>
          <a:ln w="12700">
            <a:miter lim="400000"/>
          </a:ln>
        </p:spPr>
        <p:txBody>
          <a:bodyPr lIns="0" tIns="0" rIns="0" bIns="0"/>
          <a:lstStyle/>
          <a:p>
            <a:endParaRPr/>
          </a:p>
        </p:txBody>
      </p:sp>
      <p:grpSp>
        <p:nvGrpSpPr>
          <p:cNvPr id="705" name="Google Shape;575;p20"/>
          <p:cNvGrpSpPr/>
          <p:nvPr/>
        </p:nvGrpSpPr>
        <p:grpSpPr>
          <a:xfrm>
            <a:off x="210142" y="1485279"/>
            <a:ext cx="8589328" cy="2524355"/>
            <a:chOff x="0" y="0"/>
            <a:chExt cx="8589327" cy="2524354"/>
          </a:xfrm>
        </p:grpSpPr>
        <p:grpSp>
          <p:nvGrpSpPr>
            <p:cNvPr id="700" name="Google Shape;576;p20"/>
            <p:cNvGrpSpPr/>
            <p:nvPr/>
          </p:nvGrpSpPr>
          <p:grpSpPr>
            <a:xfrm>
              <a:off x="4232892" y="80769"/>
              <a:ext cx="4356435" cy="2341117"/>
              <a:chOff x="0" y="0"/>
              <a:chExt cx="4356434" cy="2341115"/>
            </a:xfrm>
          </p:grpSpPr>
          <p:pic>
            <p:nvPicPr>
              <p:cNvPr id="695" name="Google Shape;577;p20" descr="Google Shape;577;p20"/>
              <p:cNvPicPr>
                <a:picLocks noChangeAspect="1"/>
              </p:cNvPicPr>
              <p:nvPr/>
            </p:nvPicPr>
            <p:blipFill>
              <a:blip r:embed="rId3"/>
              <a:stretch>
                <a:fillRect/>
              </a:stretch>
            </p:blipFill>
            <p:spPr>
              <a:xfrm>
                <a:off x="1575491" y="19947"/>
                <a:ext cx="2780943" cy="2321168"/>
              </a:xfrm>
              <a:prstGeom prst="rect">
                <a:avLst/>
              </a:prstGeom>
              <a:ln w="12700" cap="flat">
                <a:noFill/>
                <a:miter lim="400000"/>
              </a:ln>
              <a:effectLst/>
            </p:spPr>
          </p:pic>
          <p:pic>
            <p:nvPicPr>
              <p:cNvPr id="697" name="Google Shape;579;p20" descr="Google Shape;579;p20"/>
              <p:cNvPicPr>
                <a:picLocks noChangeAspect="1"/>
              </p:cNvPicPr>
              <p:nvPr/>
            </p:nvPicPr>
            <p:blipFill>
              <a:blip r:embed="rId4"/>
              <a:stretch>
                <a:fillRect/>
              </a:stretch>
            </p:blipFill>
            <p:spPr>
              <a:xfrm>
                <a:off x="86659" y="0"/>
                <a:ext cx="485563" cy="181520"/>
              </a:xfrm>
              <a:prstGeom prst="rect">
                <a:avLst/>
              </a:prstGeom>
              <a:ln w="12700" cap="flat">
                <a:noFill/>
                <a:miter lim="400000"/>
              </a:ln>
              <a:effectLst/>
            </p:spPr>
          </p:pic>
          <p:pic>
            <p:nvPicPr>
              <p:cNvPr id="698" name="Google Shape;580;p20" descr="Google Shape;580;p20"/>
              <p:cNvPicPr>
                <a:picLocks noChangeAspect="1"/>
              </p:cNvPicPr>
              <p:nvPr/>
            </p:nvPicPr>
            <p:blipFill>
              <a:blip r:embed="rId5"/>
              <a:stretch>
                <a:fillRect/>
              </a:stretch>
            </p:blipFill>
            <p:spPr>
              <a:xfrm>
                <a:off x="86659" y="207937"/>
                <a:ext cx="485563" cy="104375"/>
              </a:xfrm>
              <a:prstGeom prst="rect">
                <a:avLst/>
              </a:prstGeom>
              <a:ln w="12700" cap="flat">
                <a:noFill/>
                <a:miter lim="400000"/>
              </a:ln>
              <a:effectLst/>
            </p:spPr>
          </p:pic>
          <p:pic>
            <p:nvPicPr>
              <p:cNvPr id="699" name="Google Shape;581;p20" descr="Google Shape;581;p20"/>
              <p:cNvPicPr>
                <a:picLocks noChangeAspect="1"/>
              </p:cNvPicPr>
              <p:nvPr/>
            </p:nvPicPr>
            <p:blipFill>
              <a:blip r:embed="rId6"/>
              <a:stretch>
                <a:fillRect/>
              </a:stretch>
            </p:blipFill>
            <p:spPr>
              <a:xfrm>
                <a:off x="0" y="313181"/>
                <a:ext cx="610119" cy="95299"/>
              </a:xfrm>
              <a:prstGeom prst="rect">
                <a:avLst/>
              </a:prstGeom>
              <a:ln w="12700" cap="flat">
                <a:noFill/>
                <a:miter lim="400000"/>
              </a:ln>
              <a:effectLst/>
            </p:spPr>
          </p:pic>
        </p:grpSp>
        <p:pic>
          <p:nvPicPr>
            <p:cNvPr id="701" name="Google Shape;582;p20" descr="Google Shape;582;p20"/>
            <p:cNvPicPr>
              <a:picLocks noChangeAspect="1"/>
            </p:cNvPicPr>
            <p:nvPr/>
          </p:nvPicPr>
          <p:blipFill>
            <a:blip r:embed="rId7"/>
            <a:stretch>
              <a:fillRect/>
            </a:stretch>
          </p:blipFill>
          <p:spPr>
            <a:xfrm>
              <a:off x="3023588" y="38935"/>
              <a:ext cx="2896847" cy="2472979"/>
            </a:xfrm>
            <a:prstGeom prst="rect">
              <a:avLst/>
            </a:prstGeom>
            <a:ln w="12700" cap="flat">
              <a:noFill/>
              <a:miter lim="400000"/>
            </a:ln>
            <a:effectLst/>
          </p:spPr>
        </p:pic>
        <p:pic>
          <p:nvPicPr>
            <p:cNvPr id="702" name="Google Shape;583;p20" descr="Google Shape;583;p20"/>
            <p:cNvPicPr>
              <a:picLocks noChangeAspect="1"/>
            </p:cNvPicPr>
            <p:nvPr/>
          </p:nvPicPr>
          <p:blipFill>
            <a:blip r:embed="rId8"/>
            <a:srcRect l="4908"/>
            <a:stretch>
              <a:fillRect/>
            </a:stretch>
          </p:blipFill>
          <p:spPr>
            <a:xfrm>
              <a:off x="0" y="0"/>
              <a:ext cx="2858203" cy="2524354"/>
            </a:xfrm>
            <a:prstGeom prst="rect">
              <a:avLst/>
            </a:prstGeom>
            <a:ln w="12700" cap="flat">
              <a:noFill/>
              <a:miter lim="400000"/>
            </a:ln>
            <a:effectLst/>
          </p:spPr>
        </p:pic>
        <p:sp>
          <p:nvSpPr>
            <p:cNvPr id="703" name="Google Shape;584;p20"/>
            <p:cNvSpPr/>
            <p:nvPr/>
          </p:nvSpPr>
          <p:spPr>
            <a:xfrm flipV="1">
              <a:off x="3043667" y="312424"/>
              <a:ext cx="3" cy="1590099"/>
            </a:xfrm>
            <a:prstGeom prst="line">
              <a:avLst/>
            </a:prstGeom>
            <a:noFill/>
            <a:ln w="12700" cap="flat">
              <a:solidFill>
                <a:srgbClr val="41B2F4"/>
              </a:solidFill>
              <a:prstDash val="solid"/>
              <a:round/>
            </a:ln>
            <a:effectLst/>
          </p:spPr>
          <p:txBody>
            <a:bodyPr wrap="square" lIns="0" tIns="0" rIns="0" bIns="0" numCol="1" anchor="t">
              <a:noAutofit/>
            </a:bodyPr>
            <a:lstStyle/>
            <a:p>
              <a:endParaRPr/>
            </a:p>
          </p:txBody>
        </p:sp>
        <p:sp>
          <p:nvSpPr>
            <p:cNvPr id="704" name="Google Shape;585;p20"/>
            <p:cNvSpPr/>
            <p:nvPr/>
          </p:nvSpPr>
          <p:spPr>
            <a:xfrm flipV="1">
              <a:off x="5980148" y="312424"/>
              <a:ext cx="3" cy="1590099"/>
            </a:xfrm>
            <a:prstGeom prst="line">
              <a:avLst/>
            </a:prstGeom>
            <a:noFill/>
            <a:ln w="12700" cap="flat">
              <a:solidFill>
                <a:srgbClr val="41B2F4"/>
              </a:solidFill>
              <a:prstDash val="solid"/>
              <a:round/>
            </a:ln>
            <a:effectLst/>
          </p:spPr>
          <p:txBody>
            <a:bodyPr wrap="square" lIns="0" tIns="0" rIns="0" bIns="0" numCol="1" anchor="t">
              <a:noAutofit/>
            </a:bodyPr>
            <a:lstStyle/>
            <a:p>
              <a:endParaRPr/>
            </a:p>
          </p:txBody>
        </p:sp>
      </p:grpSp>
      <p:sp>
        <p:nvSpPr>
          <p:cNvPr id="2" name="GVCLASSIFICATIONHEADER1372917596">
            <a:extLst>
              <a:ext uri="{FF2B5EF4-FFF2-40B4-BE49-F238E27FC236}">
                <a16:creationId xmlns:a16="http://schemas.microsoft.com/office/drawing/2014/main" id="{DEE21775-F973-2111-E0CB-60FFDBB7EC3F}"/>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 name="Google Shape;943;p48" descr="Google Shape;943;p48"/>
          <p:cNvPicPr>
            <a:picLocks noChangeAspect="1"/>
          </p:cNvPicPr>
          <p:nvPr/>
        </p:nvPicPr>
        <p:blipFill>
          <a:blip r:embed="rId2"/>
          <a:stretch>
            <a:fillRect/>
          </a:stretch>
        </p:blipFill>
        <p:spPr>
          <a:xfrm>
            <a:off x="0" y="0"/>
            <a:ext cx="9144000" cy="5143502"/>
          </a:xfrm>
          <a:prstGeom prst="rect">
            <a:avLst/>
          </a:prstGeom>
          <a:ln w="12700">
            <a:miter lim="400000"/>
          </a:ln>
        </p:spPr>
      </p:pic>
      <p:sp>
        <p:nvSpPr>
          <p:cNvPr id="976" name="Google Shape;936;p48"/>
          <p:cNvSpPr txBox="1"/>
          <p:nvPr/>
        </p:nvSpPr>
        <p:spPr>
          <a:xfrm>
            <a:off x="261048" y="949586"/>
            <a:ext cx="5370280"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3000">
                <a:solidFill>
                  <a:srgbClr val="003868"/>
                </a:solidFill>
                <a:latin typeface="Montserrat Bold"/>
                <a:ea typeface="Montserrat Bold"/>
                <a:cs typeface="Montserrat Bold"/>
                <a:sym typeface="Montserrat Bold"/>
              </a:defRPr>
            </a:lvl1pPr>
          </a:lstStyle>
          <a:p>
            <a:r>
              <a:t>Resignation </a:t>
            </a:r>
          </a:p>
        </p:txBody>
      </p:sp>
      <p:pic>
        <p:nvPicPr>
          <p:cNvPr id="977" name="Google Shape;937;p48" descr="Google Shape;937;p48"/>
          <p:cNvPicPr>
            <a:picLocks noChangeAspect="1"/>
          </p:cNvPicPr>
          <p:nvPr/>
        </p:nvPicPr>
        <p:blipFill>
          <a:blip r:embed="rId3"/>
          <a:stretch>
            <a:fillRect/>
          </a:stretch>
        </p:blipFill>
        <p:spPr>
          <a:xfrm>
            <a:off x="252350" y="146743"/>
            <a:ext cx="998700" cy="364316"/>
          </a:xfrm>
          <a:prstGeom prst="rect">
            <a:avLst/>
          </a:prstGeom>
          <a:ln w="12700">
            <a:miter lim="400000"/>
          </a:ln>
        </p:spPr>
      </p:pic>
      <p:grpSp>
        <p:nvGrpSpPr>
          <p:cNvPr id="981" name="Google Shape;938;p48"/>
          <p:cNvGrpSpPr/>
          <p:nvPr/>
        </p:nvGrpSpPr>
        <p:grpSpPr>
          <a:xfrm>
            <a:off x="252346" y="4832796"/>
            <a:ext cx="8659860" cy="127001"/>
            <a:chOff x="0" y="0"/>
            <a:chExt cx="8659858" cy="127000"/>
          </a:xfrm>
        </p:grpSpPr>
        <p:sp>
          <p:nvSpPr>
            <p:cNvPr id="978" name="Google Shape;939;p48"/>
            <p:cNvSpPr/>
            <p:nvPr/>
          </p:nvSpPr>
          <p:spPr>
            <a:xfrm>
              <a:off x="543982" y="54650"/>
              <a:ext cx="7881852" cy="17706"/>
            </a:xfrm>
            <a:prstGeom prst="rect">
              <a:avLst/>
            </a:prstGeom>
            <a:solidFill>
              <a:srgbClr val="CFE2F3"/>
            </a:solidFill>
            <a:ln w="12700" cap="flat">
              <a:noFill/>
              <a:miter lim="400000"/>
            </a:ln>
            <a:effectLst/>
          </p:spPr>
          <p:txBody>
            <a:bodyPr wrap="square" lIns="0" tIns="0" rIns="0" bIns="0" numCol="1" anchor="ctr">
              <a:noAutofit/>
            </a:bodyPr>
            <a:lstStyle/>
            <a:p>
              <a:pPr algn="ctr"/>
              <a:endParaRPr/>
            </a:p>
          </p:txBody>
        </p:sp>
        <p:sp>
          <p:nvSpPr>
            <p:cNvPr id="979" name="Google Shape;940;p48"/>
            <p:cNvSpPr txBox="1"/>
            <p:nvPr/>
          </p:nvSpPr>
          <p:spPr>
            <a:xfrm>
              <a:off x="0" y="0"/>
              <a:ext cx="731105"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Resignation </a:t>
              </a:r>
            </a:p>
          </p:txBody>
        </p:sp>
        <p:sp>
          <p:nvSpPr>
            <p:cNvPr id="980" name="Google Shape;941;p48"/>
            <p:cNvSpPr txBox="1"/>
            <p:nvPr/>
          </p:nvSpPr>
          <p:spPr>
            <a:xfrm>
              <a:off x="8408455" y="0"/>
              <a:ext cx="251404"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48</a:t>
              </a:r>
            </a:p>
          </p:txBody>
        </p:sp>
      </p:grpSp>
      <p:sp>
        <p:nvSpPr>
          <p:cNvPr id="982" name="Google Shape;942;p48"/>
          <p:cNvSpPr txBox="1"/>
          <p:nvPr/>
        </p:nvSpPr>
        <p:spPr>
          <a:xfrm>
            <a:off x="261048" y="1853110"/>
            <a:ext cx="6436113" cy="2600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marL="317500" indent="-285750">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dirty="0"/>
              <a:t>Resignation is a voluntary request by the employee to terminate their contract.</a:t>
            </a:r>
          </a:p>
          <a:p>
            <a:pPr marL="317500" indent="-285750">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endParaRPr lang="en-GB" dirty="0"/>
          </a:p>
          <a:p>
            <a:pPr marL="317500" indent="-285750">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dirty="0"/>
              <a:t>Resignations must be submitted through Oracle.</a:t>
            </a:r>
          </a:p>
          <a:p>
            <a:pPr marL="317500" indent="-285750">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endParaRPr lang="en-GB" dirty="0"/>
          </a:p>
          <a:p>
            <a:pPr marL="317500" indent="-285750">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dirty="0"/>
              <a:t>The agreed-upon notice period, as stipulated in the employment contract, is two months and must be honoured by both parties.</a:t>
            </a:r>
          </a:p>
          <a:p>
            <a:pPr marL="317500" indent="-285750">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endParaRPr lang="en-GB" dirty="0"/>
          </a:p>
          <a:p>
            <a:pPr marL="317500" indent="-285750">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dirty="0"/>
              <a:t>In the event of termination by the organization, payment will be processed within one week.</a:t>
            </a:r>
          </a:p>
          <a:p>
            <a:pPr marL="317500" indent="-285750">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endParaRPr lang="en-GB" dirty="0"/>
          </a:p>
          <a:p>
            <a:pPr marL="317500" indent="-285750">
              <a:buClr>
                <a:srgbClr val="003868"/>
              </a:buClr>
              <a:buSzPts val="1300"/>
              <a:buFont typeface="Arial" panose="020B0604020202020204" pitchFamily="34" charset="0"/>
              <a:buChar char="•"/>
              <a:defRPr sz="1300">
                <a:solidFill>
                  <a:srgbClr val="003868"/>
                </a:solidFill>
                <a:latin typeface="Montserrat Medium"/>
                <a:ea typeface="Montserrat Medium"/>
                <a:cs typeface="Montserrat Medium"/>
                <a:sym typeface="Montserrat Medium"/>
              </a:defRPr>
            </a:pPr>
            <a:r>
              <a:rPr lang="en-GB" dirty="0"/>
              <a:t>End-of-service benefits will be prepared at the conclusion of the notice period, along with the experience certificate, and will be disbursed within 15 days of the employee's last working day.</a:t>
            </a:r>
            <a:endParaRPr dirty="0"/>
          </a:p>
        </p:txBody>
      </p:sp>
      <p:sp>
        <p:nvSpPr>
          <p:cNvPr id="2" name="GVCLASSIFICATIONHEADER415117914">
            <a:extLst>
              <a:ext uri="{FF2B5EF4-FFF2-40B4-BE49-F238E27FC236}">
                <a16:creationId xmlns:a16="http://schemas.microsoft.com/office/drawing/2014/main" id="{920A4485-8F08-84F2-BF55-529640E3918C}"/>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5" name="Google Shape;948;p49" descr="Google Shape;948;p49"/>
          <p:cNvPicPr>
            <a:picLocks noChangeAspect="1"/>
          </p:cNvPicPr>
          <p:nvPr/>
        </p:nvPicPr>
        <p:blipFill>
          <a:blip r:embed="rId2"/>
          <a:stretch>
            <a:fillRect/>
          </a:stretch>
        </p:blipFill>
        <p:spPr>
          <a:xfrm>
            <a:off x="252350" y="146743"/>
            <a:ext cx="998700" cy="364316"/>
          </a:xfrm>
          <a:prstGeom prst="rect">
            <a:avLst/>
          </a:prstGeom>
          <a:ln w="12700">
            <a:miter lim="400000"/>
          </a:ln>
        </p:spPr>
      </p:pic>
      <p:grpSp>
        <p:nvGrpSpPr>
          <p:cNvPr id="989" name="Google Shape;949;p49"/>
          <p:cNvGrpSpPr/>
          <p:nvPr/>
        </p:nvGrpSpPr>
        <p:grpSpPr>
          <a:xfrm>
            <a:off x="252346" y="4832796"/>
            <a:ext cx="8659860" cy="127001"/>
            <a:chOff x="0" y="0"/>
            <a:chExt cx="8659858" cy="127000"/>
          </a:xfrm>
        </p:grpSpPr>
        <p:sp>
          <p:nvSpPr>
            <p:cNvPr id="986" name="Google Shape;950;p49"/>
            <p:cNvSpPr/>
            <p:nvPr/>
          </p:nvSpPr>
          <p:spPr>
            <a:xfrm>
              <a:off x="543982" y="54650"/>
              <a:ext cx="7881852" cy="17706"/>
            </a:xfrm>
            <a:prstGeom prst="rect">
              <a:avLst/>
            </a:prstGeom>
            <a:solidFill>
              <a:srgbClr val="004A7A"/>
            </a:solidFill>
            <a:ln w="12700" cap="flat">
              <a:noFill/>
              <a:miter lim="400000"/>
            </a:ln>
            <a:effectLst/>
          </p:spPr>
          <p:txBody>
            <a:bodyPr wrap="square" lIns="0" tIns="0" rIns="0" bIns="0" numCol="1" anchor="ctr">
              <a:noAutofit/>
            </a:bodyPr>
            <a:lstStyle/>
            <a:p>
              <a:pPr algn="ctr"/>
              <a:endParaRPr/>
            </a:p>
          </p:txBody>
        </p:sp>
        <p:sp>
          <p:nvSpPr>
            <p:cNvPr id="987" name="Google Shape;951;p49"/>
            <p:cNvSpPr txBox="1"/>
            <p:nvPr/>
          </p:nvSpPr>
          <p:spPr>
            <a:xfrm>
              <a:off x="0" y="0"/>
              <a:ext cx="731105"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nSpc>
                  <a:spcPct val="150000"/>
                </a:lnSpc>
                <a:defRPr sz="600">
                  <a:solidFill>
                    <a:srgbClr val="122658"/>
                  </a:solidFill>
                  <a:latin typeface="Montserrat Bold"/>
                  <a:ea typeface="Montserrat Bold"/>
                  <a:cs typeface="Montserrat Bold"/>
                  <a:sym typeface="Montserrat Bold"/>
                </a:defRPr>
              </a:lvl1pPr>
            </a:lstStyle>
            <a:p>
              <a:r>
                <a:t>Contracts</a:t>
              </a:r>
            </a:p>
          </p:txBody>
        </p:sp>
        <p:sp>
          <p:nvSpPr>
            <p:cNvPr id="988" name="Google Shape;952;p49"/>
            <p:cNvSpPr txBox="1"/>
            <p:nvPr/>
          </p:nvSpPr>
          <p:spPr>
            <a:xfrm>
              <a:off x="8408455" y="0"/>
              <a:ext cx="251404" cy="1270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algn="ctr">
                <a:lnSpc>
                  <a:spcPct val="150000"/>
                </a:lnSpc>
                <a:defRPr sz="800">
                  <a:solidFill>
                    <a:srgbClr val="122658"/>
                  </a:solidFill>
                  <a:latin typeface="Montserrat Bold"/>
                  <a:ea typeface="Montserrat Bold"/>
                  <a:cs typeface="Montserrat Bold"/>
                  <a:sym typeface="Montserrat Bold"/>
                </a:defRPr>
              </a:lvl1pPr>
            </a:lstStyle>
            <a:p>
              <a:r>
                <a:t>49</a:t>
              </a:r>
            </a:p>
          </p:txBody>
        </p:sp>
      </p:grpSp>
      <p:sp>
        <p:nvSpPr>
          <p:cNvPr id="990" name="Google Shape;953;p49"/>
          <p:cNvSpPr txBox="1"/>
          <p:nvPr/>
        </p:nvSpPr>
        <p:spPr>
          <a:xfrm>
            <a:off x="261048" y="949586"/>
            <a:ext cx="5370280"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3000">
                <a:solidFill>
                  <a:srgbClr val="003868"/>
                </a:solidFill>
                <a:latin typeface="Montserrat Bold"/>
                <a:ea typeface="Montserrat Bold"/>
                <a:cs typeface="Montserrat Bold"/>
                <a:sym typeface="Montserrat Bold"/>
              </a:defRPr>
            </a:lvl1pPr>
          </a:lstStyle>
          <a:p>
            <a:r>
              <a:t>Contracts</a:t>
            </a:r>
          </a:p>
        </p:txBody>
      </p:sp>
      <p:sp>
        <p:nvSpPr>
          <p:cNvPr id="991" name="Google Shape;954;p49"/>
          <p:cNvSpPr txBox="1"/>
          <p:nvPr/>
        </p:nvSpPr>
        <p:spPr>
          <a:xfrm>
            <a:off x="335858" y="1419910"/>
            <a:ext cx="6436113" cy="241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marL="114300" indent="-95250">
              <a:buClr>
                <a:srgbClr val="003868"/>
              </a:buClr>
              <a:buSzPts val="1500"/>
              <a:buFont typeface="Montserrat Medium"/>
              <a:buChar char="-"/>
              <a:defRPr sz="1500">
                <a:solidFill>
                  <a:srgbClr val="003868"/>
                </a:solidFill>
                <a:latin typeface="Montserrat Medium"/>
                <a:ea typeface="Montserrat Medium"/>
                <a:cs typeface="Montserrat Medium"/>
                <a:sym typeface="Montserrat Medium"/>
              </a:defRPr>
            </a:lvl1pPr>
          </a:lstStyle>
          <a:p>
            <a:r>
              <a:t>Acceptances the contract to Qiwa.</a:t>
            </a:r>
          </a:p>
        </p:txBody>
      </p:sp>
      <p:pic>
        <p:nvPicPr>
          <p:cNvPr id="992" name="Google Shape;955;p49" descr="Google Shape;955;p49"/>
          <p:cNvPicPr>
            <a:picLocks noChangeAspect="1"/>
          </p:cNvPicPr>
          <p:nvPr/>
        </p:nvPicPr>
        <p:blipFill>
          <a:blip r:embed="rId3"/>
          <a:srcRect l="2046" t="104" b="1904"/>
          <a:stretch>
            <a:fillRect/>
          </a:stretch>
        </p:blipFill>
        <p:spPr>
          <a:xfrm>
            <a:off x="3801324" y="2026215"/>
            <a:ext cx="4962598" cy="2598661"/>
          </a:xfrm>
          <a:prstGeom prst="rect">
            <a:avLst/>
          </a:prstGeom>
          <a:ln w="12700">
            <a:miter lim="400000"/>
          </a:ln>
        </p:spPr>
      </p:pic>
      <p:sp>
        <p:nvSpPr>
          <p:cNvPr id="2" name="GVCLASSIFICATIONHEADER1604801879">
            <a:extLst>
              <a:ext uri="{FF2B5EF4-FFF2-40B4-BE49-F238E27FC236}">
                <a16:creationId xmlns:a16="http://schemas.microsoft.com/office/drawing/2014/main" id="{0A629A31-84A0-0732-DBC6-324306E30B30}"/>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49816" y="0"/>
            <a:ext cx="5093934" cy="5143500"/>
          </a:xfrm>
          <a:prstGeom prst="rect">
            <a:avLst/>
          </a:prstGeom>
        </p:spPr>
      </p:pic>
      <p:sp>
        <p:nvSpPr>
          <p:cNvPr id="3" name="GVCLASSIFICATIONHEADER2023957916">
            <a:extLst>
              <a:ext uri="{FF2B5EF4-FFF2-40B4-BE49-F238E27FC236}">
                <a16:creationId xmlns:a16="http://schemas.microsoft.com/office/drawing/2014/main" id="{B5AB14BB-A5A5-0F91-5C0F-A441143E19D2}"/>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extLst>
      <p:ext uri="{BB962C8B-B14F-4D97-AF65-F5344CB8AC3E}">
        <p14:creationId xmlns:p14="http://schemas.microsoft.com/office/powerpoint/2010/main" val="3217797937"/>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4" name="Google Shape;960;p50" descr="Google Shape;960;p50"/>
          <p:cNvPicPr>
            <a:picLocks noChangeAspect="1"/>
          </p:cNvPicPr>
          <p:nvPr/>
        </p:nvPicPr>
        <p:blipFill>
          <a:blip r:embed="rId2"/>
          <a:srcRect r="18658" b="19150"/>
          <a:stretch>
            <a:fillRect/>
          </a:stretch>
        </p:blipFill>
        <p:spPr>
          <a:xfrm>
            <a:off x="-56001" y="-1"/>
            <a:ext cx="9200001" cy="5143504"/>
          </a:xfrm>
          <a:prstGeom prst="rect">
            <a:avLst/>
          </a:prstGeom>
          <a:ln w="12700">
            <a:miter lim="400000"/>
          </a:ln>
        </p:spPr>
      </p:pic>
      <p:sp>
        <p:nvSpPr>
          <p:cNvPr id="995" name="Google Shape;961;p50"/>
          <p:cNvSpPr txBox="1"/>
          <p:nvPr/>
        </p:nvSpPr>
        <p:spPr>
          <a:xfrm>
            <a:off x="6124949" y="4099347"/>
            <a:ext cx="2778001" cy="774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5000">
                <a:solidFill>
                  <a:srgbClr val="FFFFFF"/>
                </a:solidFill>
                <a:latin typeface="Montserrat Bold"/>
                <a:ea typeface="Montserrat Bold"/>
                <a:cs typeface="Montserrat Bold"/>
                <a:sym typeface="Montserrat Bold"/>
              </a:defRPr>
            </a:lvl1pPr>
          </a:lstStyle>
          <a:p>
            <a:r>
              <a:t>Thanks</a:t>
            </a:r>
          </a:p>
        </p:txBody>
      </p:sp>
      <p:sp>
        <p:nvSpPr>
          <p:cNvPr id="2" name="GVCLASSIFICATIONHEADER1066158234">
            <a:extLst>
              <a:ext uri="{FF2B5EF4-FFF2-40B4-BE49-F238E27FC236}">
                <a16:creationId xmlns:a16="http://schemas.microsoft.com/office/drawing/2014/main" id="{BE82BEE5-2B48-B456-F5D9-B6B4E3382572}"/>
              </a:ext>
            </a:extLst>
          </p:cNvPr>
          <p:cNvSpPr txBox="1"/>
          <p:nvPr/>
        </p:nvSpPr>
        <p:spPr>
          <a:xfrm>
            <a:off x="0" y="0"/>
            <a:ext cx="914400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strike="noStrike" cap="none" spc="0" normalizeH="0" baseline="0">
                <a:ln>
                  <a:noFill/>
                </a:ln>
                <a:solidFill>
                  <a:srgbClr val="00FF00"/>
                </a:solidFill>
                <a:effectLst/>
                <a:uFillTx/>
                <a:latin typeface="Calibri" panose="020F0502020204030204" pitchFamily="34" charset="0"/>
                <a:ea typeface="+mn-ea"/>
                <a:cs typeface="+mn-cs"/>
                <a:sym typeface="Arial"/>
              </a:rPr>
              <a:t>PowerPoint O H Classification: </a:t>
            </a:r>
            <a:r>
              <a:rPr kumimoji="0" lang="en-US" sz="1000" b="1" strike="noStrike" cap="none" spc="0" normalizeH="0" baseline="0">
                <a:ln>
                  <a:noFill/>
                </a:ln>
                <a:solidFill>
                  <a:srgbClr val="00FF00"/>
                </a:solidFill>
                <a:effectLst/>
                <a:uFillTx/>
                <a:latin typeface="Calibri" panose="020F0502020204030204" pitchFamily="34" charset="0"/>
                <a:ea typeface="+mn-ea"/>
                <a:cs typeface="+mn-cs"/>
                <a:sym typeface="Arial"/>
              </a:rPr>
              <a:t>Confidential/</a:t>
            </a:r>
          </a:p>
        </p:txBody>
      </p:sp>
    </p:spTree>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GVDATA" val="ew0KICAiZG9jSUQiOiAiNWQ2MGZhNWQtODA3NC00YWZhLThlMmEtYTBjZjZjYWUwNDI5Ig0KfQ=="/>
  <p:tag name="GVDATA0" val="(end)"/>
</p:tagLst>
</file>

<file path=ppt/theme/theme1.xml><?xml version="1.0" encoding="utf-8"?>
<a:theme xmlns:a="http://schemas.openxmlformats.org/drawingml/2006/main"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a:ea typeface="Helvetica"/>
        <a:cs typeface="Helvetica"/>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1_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a:ea typeface="Helvetica"/>
        <a:cs typeface="Helvetica"/>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a:ea typeface="Helvetica"/>
        <a:cs typeface="Helvetica"/>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19737</TotalTime>
  <Words>2967</Words>
  <Application>Microsoft Office PowerPoint</Application>
  <PresentationFormat>On-screen Show (16:9)</PresentationFormat>
  <Paragraphs>653</Paragraphs>
  <Slides>62</Slides>
  <Notes>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62</vt:i4>
      </vt:variant>
    </vt:vector>
  </HeadingPairs>
  <TitlesOfParts>
    <vt:vector size="71" baseType="lpstr">
      <vt:lpstr>Arial</vt:lpstr>
      <vt:lpstr>Bahnschrift SemiBold</vt:lpstr>
      <vt:lpstr>Calibri</vt:lpstr>
      <vt:lpstr>Montserrat Bold</vt:lpstr>
      <vt:lpstr>Montserrat Light</vt:lpstr>
      <vt:lpstr>Montserrat Medium</vt:lpstr>
      <vt:lpstr>Montserrat Regular</vt:lpstr>
      <vt:lpstr>White</vt:lpstr>
      <vt:lpstr>1_White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Waleed Aboalola</dc:creator>
  <cp:lastModifiedBy>Faisal Baarimah</cp:lastModifiedBy>
  <cp:revision>60</cp:revision>
  <dcterms:modified xsi:type="dcterms:W3CDTF">2026-08-11T08:17:07Z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GVData">
    <vt:lpwstr>ew0KICAiZG9jSUQiOiAiNWQ2MGZhNWQtODA3NC00YWZhLThlMmEtYTBjZjZjYWUwNDI5IiwNCiAgIk9TIjogIldpbmRvd3MiLA0KICAiT3B0aW9ucyI6ICJ7XHUwMDIyUG9wdXBDb25maWd1cmF0aW9uXHUwMDIyOntcdTAwMjJBbHdheXNTaG93UG9wdXBcdTAwMjI6</vt:lpwstr>
  </property>
  <property fmtid="{D5CDD505-2E9C-101B-9397-08002B2CF9AE}" pid="3" name="GVData0">
    <vt:lpwstr>ZmFsc2UsXHUwMDIyRW5mb3JjZUhlYWRlckZvb3RlclR5cGVcdTAwMjI6ZmFsc2UsXHUwMDIySGVhZGVyUGxhY2VtZW50VHlwZVx1MDAyMjowLFx1MDAyMkZvb3RlclBsYWNlbWVudFR5cGVcdTAwMjI6MCxcdTAwMjJFbmZvcmNlTGF5b3V0T3B0aW9uXHUwMDIyOmZh</vt:lpwstr>
  </property>
  <property fmtid="{D5CDD505-2E9C-101B-9397-08002B2CF9AE}" pid="4" name="CurrentState">
    <vt:lpwstr>{"FirstPageDifferent":false,"DifferentOddAndEvenPages":false,"PageCount":62,"HeaderMetadata":"&lt;span style=\"color:#00FF00;\"&gt;PowerPoint O H Classification: &lt;strong&gt;Confidential/&lt;/strong&gt;&lt;/span&gt;","ThirdPartyHeaderMetadata":"","GVHeaderExists":false,"NonGVHeaderExists":false,"FloatingHeaderExists":true,"NonGVHeaderShapeExists":false,"ThirdPartyHeaders":[],"FooterMetadata":"","ThirdPartyFooterMetadata":"","GVFooterExists":false,"NonGVFooterExists":false,"FloatingFooterExists":false,"NonGVFooterShapeExists":false,"ThirdPartyFooters":[],"WatermarkMetadata":null,"WatermarkExists":false,"PowerpointTitleMetadata":"","PowerpointSubtitleMetadata":"","ThirdPartyMetadataFound":false}</vt:lpwstr>
  </property>
  <property fmtid="{D5CDD505-2E9C-101B-9397-08002B2CF9AE}" pid="5" name="Header">
    <vt:lpwstr>&lt;span style="color:#00FF00;"&gt;PowerPoint O H Classification: &lt;strong&gt;Confidential/&lt;/strong&gt;&lt;/span&gt;</vt:lpwstr>
  </property>
  <property fmtid="{D5CDD505-2E9C-101B-9397-08002B2CF9AE}" pid="6" name="GVData1">
    <vt:lpwstr>bHNlLFx1MDAyMkxheW91dE9wdGlvblx1MDAyMjowLFx1MDAyMlRyaWdnZXJOdW1iZXJcdTAwMjI6MSxcdTAwMjJGcm9tSW5kZXhcdTAwMjI6MCxcdTAwMjJUb0luZGV4XHUwMDIyOjAsXHUwMDIyRW5mb3JjZU92ZXJ3cml0ZU9wdGlvblx1MDAyMjpmYWxzZSxcdTAw</vt:lpwstr>
  </property>
  <property fmtid="{D5CDD505-2E9C-101B-9397-08002B2CF9AE}" pid="7" name="ClassificationTagSetId">
    <vt:lpwstr>e16409a7-1700-4153-9090-3955bc2f0ae8</vt:lpwstr>
  </property>
  <property fmtid="{D5CDD505-2E9C-101B-9397-08002B2CF9AE}" pid="8" name="Classification">
    <vt:lpwstr>Confidential</vt:lpwstr>
  </property>
  <property fmtid="{D5CDD505-2E9C-101B-9397-08002B2CF9AE}" pid="9" name="ComplianceTagSetId">
    <vt:lpwstr>f14fc1f1-8950-40d5-8a29-45909da947d6</vt:lpwstr>
  </property>
  <property fmtid="{D5CDD505-2E9C-101B-9397-08002B2CF9AE}" pid="10" name="FileId">
    <vt:lpwstr>5d60fa5d-8074-4afa-8e2a-a0cf6cae0429</vt:lpwstr>
  </property>
  <property fmtid="{D5CDD505-2E9C-101B-9397-08002B2CF9AE}" pid="11" name="UserId">
    <vt:lpwstr>LOCAL SERVICE</vt:lpwstr>
  </property>
  <property fmtid="{D5CDD505-2E9C-101B-9397-08002B2CF9AE}" pid="12" name="TagDateTime">
    <vt:lpwstr>2026-03-05T11:09:32Z</vt:lpwstr>
  </property>
  <property fmtid="{D5CDD505-2E9C-101B-9397-08002B2CF9AE}" pid="13" name="GVData2">
    <vt:lpwstr>MjJPdmVyd3JpdGVPcHRpb25cdTAwMjI6MX0sXHUwMDIySGVhZGVyRW5hYmxlZFx1MDAyMjpmYWxzZSxcdTAwMjJIZWFkZXJcdTAwMjI6XHUwMDIyXHUwMDIyLFx1MDAyMkhlYWRlcnNcdTAwMjI6bnVsbCxcdTAwMjJIZWFkZXJUeXBlXHUwMDIyOjEsXHUwMDIySGVh</vt:lpwstr>
  </property>
  <property fmtid="{D5CDD505-2E9C-101B-9397-08002B2CF9AE}" pid="14" name="GVData3">
    <vt:lpwstr>ZGVyVHlwZXNBbGxvd2VkXHUwMDIyOlsyXSxcdTAwMjJIZWFkZXJVcGRhdGVUeXBlXHUwMDIyOjAsXHUwMDIyRm9vdGVyRW5hYmxlZFx1MDAyMjpmYWxzZSxcdTAwMjJGb290ZXJcdTAwMjI6XHUwMDIyXHUwMDIyLFx1MDAyMkZvb3RlcnNcdTAwMjI6bnVsbCxcdTAw</vt:lpwstr>
  </property>
  <property fmtid="{D5CDD505-2E9C-101B-9397-08002B2CF9AE}" pid="15" name="GVData4">
    <vt:lpwstr>MjJGb290ZXJUeXBlXHUwMDIyOjIsXHUwMDIyRm9vdGVyVHlwZXNBbGxvd2VkXHUwMDIyOlsyXSxcdTAwMjJGb290ZXJVcGRhdGVUeXBlXHUwMDIyOjAsXHUwMDIyV2F0ZXJtYXJrXHUwMDIyOm51bGwsXHUwMDIyV2F0ZXJtYXJrRW5hYmxlZFx1MDAyMjpmYWxzZSxc</vt:lpwstr>
  </property>
  <property fmtid="{D5CDD505-2E9C-101B-9397-08002B2CF9AE}" pid="16" name="GVData5">
    <vt:lpwstr>dTAwMjJTaG91bGRXcml0ZVdhdGVybWFya1x1MDAyMjpmYWxzZSxcdTAwMjJXYXRlcm1hcmtVcGRhdGVUeXBlXHUwMDIyOjAsXHUwMDIyUG93ZXJwb2ludFRpdGxlXHUwMDIyOlx1MDAyMlx1MDAyMixcdTAwMjJQb3dlcnBvaW50U3ViaXRsZVx1MDAyMjpcdTAwMjJc</vt:lpwstr>
  </property>
  <property fmtid="{D5CDD505-2E9C-101B-9397-08002B2CF9AE}" pid="17" name="GVData6">
    <vt:lpwstr>dTAwMjJ9IiwNCiAgIlN0YXRlIjogIntcdTAwMjJGaXJzdFBhZ2VEaWZmZXJlbnRcdTAwMjI6ZmFsc2UsXHUwMDIyRGlmZmVyZW50T2RkQW5kRXZlblBhZ2VzXHUwMDIyOmZhbHNlLFx1MDAyMlBhZ2VDb3VudFx1MDAyMjo2MixcdTAwMjJIZWFkZXJNZXRhZGF0YVx1</vt:lpwstr>
  </property>
  <property fmtid="{D5CDD505-2E9C-101B-9397-08002B2CF9AE}" pid="18" name="GVData7">
    <vt:lpwstr>MDAyMjpcdTAwMjJcdTAwM0NzcGFuIHN0eWxlPVxcXHUwMDIyY29sb3I6IzAwRkYwMDtcXFx1MDAyMlx1MDAzRVBvd2VyUG9pbnQgTyBIIENsYXNzaWZpY2F0aW9uOiBcdTAwM0NzdHJvbmdcdTAwM0VDb25maWRlbnRpYWwvXHUwMDNDL3N0cm9uZ1x1MDAzRVx1MDAz</vt:lpwstr>
  </property>
  <property fmtid="{D5CDD505-2E9C-101B-9397-08002B2CF9AE}" pid="19" name="GVData8">
    <vt:lpwstr>Qy9zcGFuXHUwMDNFXHUwMDIyLFx1MDAyMlRoaXJkUGFydHlIZWFkZXJNZXRhZGF0YVx1MDAyMjpcdTAwMjJcdTAwMjIsXHUwMDIyR1ZIZWFkZXJFeGlzdHNcdTAwMjI6ZmFsc2UsXHUwMDIyTm9uR1ZIZWFkZXJFeGlzdHNcdTAwMjI6ZmFsc2UsXHUwMDIyRmxvYXRp</vt:lpwstr>
  </property>
  <property fmtid="{D5CDD505-2E9C-101B-9397-08002B2CF9AE}" pid="20" name="GVData9">
    <vt:lpwstr>bmdIZWFkZXJFeGlzdHNcdTAwMjI6dHJ1ZSxcdTAwMjJOb25HVkhlYWRlclNoYXBlRXhpc3RzXHUwMDIyOmZhbHNlLFx1MDAyMlRoaXJkUGFydHlIZWFkZXJzXHUwMDIyOltdLFx1MDAyMkZvb3Rlck1ldGFkYXRhXHUwMDIyOlx1MDAyMlx1MDAyMixcdTAwMjJUaGly</vt:lpwstr>
  </property>
  <property fmtid="{D5CDD505-2E9C-101B-9397-08002B2CF9AE}" pid="21" name="GVData10">
    <vt:lpwstr>ZFBhcnR5Rm9vdGVyTWV0YWRhdGFcdTAwMjI6XHUwMDIyXHUwMDIyLFx1MDAyMkdWRm9vdGVyRXhpc3RzXHUwMDIyOmZhbHNlLFx1MDAyMk5vbkdWRm9vdGVyRXhpc3RzXHUwMDIyOmZhbHNlLFx1MDAyMkZsb2F0aW5nRm9vdGVyRXhpc3RzXHUwMDIyOmZhbHNlLFx1</vt:lpwstr>
  </property>
  <property fmtid="{D5CDD505-2E9C-101B-9397-08002B2CF9AE}" pid="22" name="GVData11">
    <vt:lpwstr>MDAyMk5vbkdWRm9vdGVyU2hhcGVFeGlzdHNcdTAwMjI6ZmFsc2UsXHUwMDIyVGhpcmRQYXJ0eUZvb3RlcnNcdTAwMjI6W10sXHUwMDIyV2F0ZXJtYXJrTWV0YWRhdGFcdTAwMjI6bnVsbCxcdTAwMjJXYXRlcm1hcmtFeGlzdHNcdTAwMjI6ZmFsc2UsXHUwMDIyUG93</vt:lpwstr>
  </property>
  <property fmtid="{D5CDD505-2E9C-101B-9397-08002B2CF9AE}" pid="23" name="GVData12">
    <vt:lpwstr>ZXJwb2ludFRpdGxlTWV0YWRhdGFcdTAwMjI6XHUwMDIyXHUwMDIyLFx1MDAyMlBvd2VycG9pbnRTdWJ0aXRsZU1ldGFkYXRhXHUwMDIyOlx1MDAyMlx1MDAyMixcdTAwMjJUaGlyZFBhcnR5TWV0YWRhdGFGb3VuZFx1MDAyMjpmYWxzZX0iDQp9</vt:lpwstr>
  </property>
  <property fmtid="{D5CDD505-2E9C-101B-9397-08002B2CF9AE}" pid="24" name="GVData13">
    <vt:lpwstr>(end)</vt:lpwstr>
  </property>
  <property fmtid="{D5CDD505-2E9C-101B-9397-08002B2CF9AE}" pid="25" name="GVData14">
    <vt:lpwstr>VGhpcmRQYXJ0eUZvb3RlcnNcdTAwMjI6W10sXHUwMDIyV2F0ZXJtYXJrTWV0YWRhdGFcdTAwMjI6bnVsbCxcdTAwMjJXYXRlcm1hcmtFeGlzdHNcdTAwMjI6ZmFsc2UsXHUwMDIyUG93ZXJwb2ludFRpdGxlTWV0YWRhdGFcdTAwMjI6XHUwMDIyXHUwMDIyLFx1MDAy</vt:lpwstr>
  </property>
  <property fmtid="{D5CDD505-2E9C-101B-9397-08002B2CF9AE}" pid="26" name="GVData15">
    <vt:lpwstr>MlBvd2VycG9pbnRTdWJ0aXRsZU1ldGFkYXRhXHUwMDIyOlx1MDAyMlx1MDAyMixcdTAwMjJUaGlyZFBhcnR5TWV0YWRhdGFGb3VuZFx1MDAyMjpmYWxzZX0iDQp9</vt:lpwstr>
  </property>
  <property fmtid="{D5CDD505-2E9C-101B-9397-08002B2CF9AE}" pid="27" name="GVData16">
    <vt:lpwstr>(end)</vt:lpwstr>
  </property>
</Properties>
</file>